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798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slide: company mark, deck title, one-line framing subtitle.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numbers left to right, top to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slide: state the section number and name, then the one-line framing underneath.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three pillars side by side; each card gets equal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list top to bottom; each row is a standalone tip or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on the left grounds the quote; read the quote, then the attribution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slide: thank the audience and leave contact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1950" y="-2095450"/>
            <a:ext cx="8572481" cy="8572481"/>
          </a:xfrm>
          <a:prstGeom prst="ellipse">
            <a:avLst/>
          </a:prstGeom>
          <a:gradFill rotWithShape="1">
            <a:gsLst>
              <a:gs pos="0">
                <a:srgbClr val="EBF0FA">
                  <a:alpha val="100000"/>
                </a:srgbClr>
              </a:gs>
              <a:gs pos="70000">
                <a:srgbClr val="EBF0FA">
                  <a:alpha val="0"/>
                </a:srgbClr>
              </a:gs>
            </a:gsLst>
            <a:path path="circle">
              <a:fillToRect l="35000" t="35000" r="65000" b="65000"/>
            </a:path>
          </a:gra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1238236" y="1047691"/>
            <a:ext cx="1857327" cy="325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39" dirty="0" err="1">
                <a:solidFill>
                  <a:srgbClr val="4472C4"/>
                </a:solidFill>
                <a:latin typeface="Arial" pitchFamily="34" charset="0"/>
                <a:cs typeface="Arial" pitchFamily="34" charset="-120"/>
              </a:rPr>
              <a:t>RheinWeg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36" y="7157150"/>
            <a:ext cx="13620745" cy="958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224"/>
              </a:lnSpc>
              <a:buNone/>
            </a:pPr>
            <a:r>
              <a:rPr lang="en-US" sz="6900" b="1" kern="0" spc="-69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 Goes Here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238236" y="8343963"/>
            <a:ext cx="10791777" cy="1028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798"/>
              </a:lnSpc>
              <a:buNone/>
            </a:pPr>
            <a:r>
              <a:rPr lang="en-US" sz="3000" dirty="0">
                <a:solidFill>
                  <a:srgbClr val="5B5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one-line subtitle framing what this deck covers and why it matters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36" y="1047691"/>
            <a:ext cx="17392636" cy="325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38236" y="1486997"/>
            <a:ext cx="17392636" cy="694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36" y="2562540"/>
            <a:ext cx="7477102" cy="9525"/>
          </a:xfrm>
          <a:prstGeom prst="rect">
            <a:avLst/>
          </a:prstGeom>
          <a:solidFill>
            <a:srgbClr val="E7E6E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1238236" y="2837930"/>
            <a:ext cx="742937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171668" y="2959661"/>
            <a:ext cx="2498230" cy="36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agenda topic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72552" y="2562540"/>
            <a:ext cx="7477170" cy="9525"/>
          </a:xfrm>
          <a:prstGeom prst="rect">
            <a:avLst/>
          </a:prstGeom>
          <a:solidFill>
            <a:srgbClr val="E7E6E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9572552" y="2837930"/>
            <a:ext cx="742937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505984" y="2959661"/>
            <a:ext cx="2953296" cy="36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agenda topic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38236" y="4946830"/>
            <a:ext cx="7477102" cy="9525"/>
          </a:xfrm>
          <a:prstGeom prst="rect">
            <a:avLst/>
          </a:prstGeom>
          <a:solidFill>
            <a:srgbClr val="E7E6E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1238236" y="5222220"/>
            <a:ext cx="742937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171668" y="5343951"/>
            <a:ext cx="2603366" cy="36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agenda topic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572552" y="4946830"/>
            <a:ext cx="7477170" cy="9525"/>
          </a:xfrm>
          <a:prstGeom prst="rect">
            <a:avLst/>
          </a:prstGeom>
          <a:solidFill>
            <a:srgbClr val="E7E6E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9572552" y="5222220"/>
            <a:ext cx="742937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0505984" y="5343951"/>
            <a:ext cx="2795704" cy="36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agenda topic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238236" y="7331120"/>
            <a:ext cx="7477102" cy="9525"/>
          </a:xfrm>
          <a:prstGeom prst="rect">
            <a:avLst/>
          </a:prstGeom>
          <a:solidFill>
            <a:srgbClr val="E7E6E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1238236" y="7606510"/>
            <a:ext cx="742937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2171668" y="7728241"/>
            <a:ext cx="2498603" cy="36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Fifth agenda topic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572552" y="7331120"/>
            <a:ext cx="7477170" cy="9525"/>
          </a:xfrm>
          <a:prstGeom prst="rect">
            <a:avLst/>
          </a:prstGeom>
          <a:solidFill>
            <a:srgbClr val="E7E6E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9572552" y="7606510"/>
            <a:ext cx="742937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0505984" y="7728241"/>
            <a:ext cx="2586030" cy="36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Sixth agenda topic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95450" y="5333965"/>
            <a:ext cx="7429483" cy="7429483"/>
          </a:xfrm>
          <a:prstGeom prst="ellipse">
            <a:avLst/>
          </a:prstGeom>
          <a:gradFill rotWithShape="1">
            <a:gsLst>
              <a:gs pos="0">
                <a:srgbClr val="4472C4">
                  <a:alpha val="35000"/>
                </a:srgbClr>
              </a:gs>
              <a:gs pos="70000">
                <a:srgbClr val="4472C4">
                  <a:alpha val="0"/>
                </a:srgbClr>
              </a:gs>
            </a:gsLst>
            <a:path path="circle">
              <a:fillToRect l="60000" t="40000" r="40000" b="60000"/>
            </a:path>
          </a:gra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1238236" y="4100824"/>
            <a:ext cx="17392636" cy="325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36" y="4616348"/>
            <a:ext cx="14668442" cy="958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224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name goes here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238236" y="5803161"/>
            <a:ext cx="11525199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line framing what this section covers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36" y="1047691"/>
            <a:ext cx="17392636" cy="325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38236" y="1486997"/>
            <a:ext cx="14668442" cy="694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that matter most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238236" y="2333954"/>
            <a:ext cx="13620745" cy="398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5B5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supporting sentence that frames the three points below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238236" y="3113863"/>
            <a:ext cx="4965714" cy="26085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1238236" y="3444684"/>
            <a:ext cx="5462286" cy="477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38236" y="4055175"/>
            <a:ext cx="5462286" cy="477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pillar name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38236" y="4665666"/>
            <a:ext cx="5114686" cy="704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814"/>
              </a:lnSpc>
              <a:buNone/>
            </a:pPr>
            <a:r>
              <a:rPr lang="en-US" sz="1875" dirty="0">
                <a:solidFill>
                  <a:srgbClr val="5B5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two sentences describing this pillar and why it matters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661122" y="3113863"/>
            <a:ext cx="4965714" cy="26085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6661122" y="3444684"/>
            <a:ext cx="5462286" cy="477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661122" y="4055175"/>
            <a:ext cx="5462286" cy="477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pillar name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661122" y="4665666"/>
            <a:ext cx="5114686" cy="704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814"/>
              </a:lnSpc>
              <a:buNone/>
            </a:pPr>
            <a:r>
              <a:rPr lang="en-US" sz="1875" dirty="0">
                <a:solidFill>
                  <a:srgbClr val="5B5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two sentences describing this pillar and why it matters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084009" y="3113863"/>
            <a:ext cx="4965714" cy="26085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12084009" y="3444684"/>
            <a:ext cx="5462286" cy="477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084009" y="4055175"/>
            <a:ext cx="5462286" cy="477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pillar name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084009" y="4665666"/>
            <a:ext cx="5114686" cy="704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814"/>
              </a:lnSpc>
              <a:buNone/>
            </a:pPr>
            <a:r>
              <a:rPr lang="en-US" sz="1875" dirty="0">
                <a:solidFill>
                  <a:srgbClr val="5B5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two sentences describing this pillar and why it matters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36" y="1047691"/>
            <a:ext cx="17392636" cy="325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38236" y="1486997"/>
            <a:ext cx="17392636" cy="694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500" b="1" kern="0" spc="-45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 to remember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36" y="3591142"/>
            <a:ext cx="15811487" cy="9525"/>
          </a:xfrm>
          <a:prstGeom prst="rect">
            <a:avLst/>
          </a:prstGeom>
          <a:solidFill>
            <a:srgbClr val="E7E6E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1238236" y="2810146"/>
            <a:ext cx="533390" cy="533390"/>
          </a:xfrm>
          <a:prstGeom prst="ellipse">
            <a:avLst/>
          </a:prstGeom>
          <a:solidFill>
            <a:srgbClr val="EBF0F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1200136" y="2810146"/>
            <a:ext cx="609590" cy="57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152580" y="2896418"/>
            <a:ext cx="8084258" cy="398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point written as a complete, standalone sentence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238236" y="4628440"/>
            <a:ext cx="15811487" cy="9525"/>
          </a:xfrm>
          <a:prstGeom prst="rect">
            <a:avLst/>
          </a:prstGeom>
          <a:solidFill>
            <a:srgbClr val="E7E6E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1238236" y="3847444"/>
            <a:ext cx="533390" cy="533390"/>
          </a:xfrm>
          <a:prstGeom prst="ellipse">
            <a:avLst/>
          </a:prstGeom>
          <a:solidFill>
            <a:srgbClr val="EBF0F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1200136" y="3847444"/>
            <a:ext cx="609590" cy="57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152580" y="3933715"/>
            <a:ext cx="8615094" cy="398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point written as a complete, standalone sentence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38236" y="5665738"/>
            <a:ext cx="15811487" cy="9525"/>
          </a:xfrm>
          <a:prstGeom prst="rect">
            <a:avLst/>
          </a:prstGeom>
          <a:solidFill>
            <a:srgbClr val="E7E6E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1238236" y="4884741"/>
            <a:ext cx="533390" cy="533390"/>
          </a:xfrm>
          <a:prstGeom prst="ellipse">
            <a:avLst/>
          </a:prstGeom>
          <a:solidFill>
            <a:srgbClr val="EBF0F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1200136" y="4884741"/>
            <a:ext cx="609590" cy="57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152580" y="4971013"/>
            <a:ext cx="8172506" cy="398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point written as a complete, standalone sentence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238236" y="6703035"/>
            <a:ext cx="15811487" cy="9525"/>
          </a:xfrm>
          <a:prstGeom prst="rect">
            <a:avLst/>
          </a:prstGeom>
          <a:solidFill>
            <a:srgbClr val="E7E6E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Shape 15"/>
          <p:cNvSpPr/>
          <p:nvPr/>
        </p:nvSpPr>
        <p:spPr>
          <a:xfrm>
            <a:off x="1238236" y="5922039"/>
            <a:ext cx="533390" cy="533390"/>
          </a:xfrm>
          <a:prstGeom prst="ellipse">
            <a:avLst/>
          </a:prstGeom>
          <a:solidFill>
            <a:srgbClr val="EBF0F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1200136" y="5922039"/>
            <a:ext cx="609590" cy="57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152580" y="6008311"/>
            <a:ext cx="8415283" cy="398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Fourth point written as a complete, standalone sentence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238236" y="7740333"/>
            <a:ext cx="15811487" cy="9525"/>
          </a:xfrm>
          <a:prstGeom prst="rect">
            <a:avLst/>
          </a:prstGeom>
          <a:solidFill>
            <a:srgbClr val="E7E6E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Shape 19"/>
          <p:cNvSpPr/>
          <p:nvPr/>
        </p:nvSpPr>
        <p:spPr>
          <a:xfrm>
            <a:off x="1238236" y="6959337"/>
            <a:ext cx="533390" cy="533390"/>
          </a:xfrm>
          <a:prstGeom prst="ellipse">
            <a:avLst/>
          </a:prstGeom>
          <a:solidFill>
            <a:srgbClr val="EBF0F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1200136" y="6959337"/>
            <a:ext cx="609590" cy="57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2152580" y="7045608"/>
            <a:ext cx="8125505" cy="398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Fifth point written as a complete, standalone sentence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60128" y="3744665"/>
            <a:ext cx="8558079" cy="6095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50000"/>
              </a:lnSpc>
              <a:buNone/>
            </a:pPr>
            <a:r>
              <a:rPr lang="en-US" sz="9000" b="1" dirty="0">
                <a:solidFill>
                  <a:srgbClr val="EB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9460128" y="4506641"/>
            <a:ext cx="8013474" cy="110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475"/>
              </a:lnSpc>
              <a:buNone/>
            </a:pPr>
            <a:r>
              <a:rPr lang="en-US" sz="3000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short, memorable quote that reinforces the point of this section goes here.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460128" y="5954374"/>
            <a:ext cx="8558079" cy="36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Name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460128" y="6337570"/>
            <a:ext cx="8558079" cy="33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B5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Company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572972" y="-2285995"/>
            <a:ext cx="7810437" cy="7810437"/>
          </a:xfrm>
          <a:prstGeom prst="ellipse">
            <a:avLst/>
          </a:prstGeom>
          <a:gradFill rotWithShape="1">
            <a:gsLst>
              <a:gs pos="0">
                <a:srgbClr val="4472C4">
                  <a:alpha val="40000"/>
                </a:srgbClr>
              </a:gs>
              <a:gs pos="70000">
                <a:srgbClr val="4472C4">
                  <a:alpha val="0"/>
                </a:srgbClr>
              </a:gs>
            </a:gsLst>
            <a:path path="circle">
              <a:fillToRect l="40000" t="50000" r="60000" b="50000"/>
            </a:path>
          </a:gra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1238236" y="4100824"/>
            <a:ext cx="17392636" cy="325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36" y="4616348"/>
            <a:ext cx="14668442" cy="9582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224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discussion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238236" y="5803161"/>
            <a:ext cx="17392636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 err="1">
                <a:solidFill>
                  <a:srgbClr val="FFFFFF">
                    <a:alpha val="65000"/>
                  </a:srgbClr>
                </a:solidFill>
                <a:latin typeface="Arial" pitchFamily="34" charset="0"/>
                <a:cs typeface="Arial" pitchFamily="34" charset="-120"/>
              </a:rPr>
              <a:t>rheinwegde@gmail.com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Macintosh PowerPoint</Application>
  <PresentationFormat>Custom</PresentationFormat>
  <Paragraphs>65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 Yang</cp:lastModifiedBy>
  <cp:revision>3</cp:revision>
  <dcterms:created xsi:type="dcterms:W3CDTF">2026-08-05T06:58:55Z</dcterms:created>
  <dcterms:modified xsi:type="dcterms:W3CDTF">2026-08-05T07:04:47Z</dcterms:modified>
</cp:coreProperties>
</file>