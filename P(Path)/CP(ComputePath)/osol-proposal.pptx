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5" r:id="rId2"/>
    <p:sldMasterId id="2147483702" r:id="rId3"/>
  </p:sldMasterIdLst>
  <p:notesMasterIdLst>
    <p:notesMasterId r:id="rId32"/>
  </p:notesMasterIdLst>
  <p:handoutMasterIdLst>
    <p:handoutMasterId r:id="rId33"/>
  </p:handoutMasterIdLst>
  <p:sldIdLst>
    <p:sldId id="386" r:id="rId4"/>
    <p:sldId id="260" r:id="rId5"/>
    <p:sldId id="390" r:id="rId6"/>
    <p:sldId id="388" r:id="rId7"/>
    <p:sldId id="407" r:id="rId8"/>
    <p:sldId id="421" r:id="rId9"/>
    <p:sldId id="422" r:id="rId10"/>
    <p:sldId id="423" r:id="rId11"/>
    <p:sldId id="424" r:id="rId12"/>
    <p:sldId id="389" r:id="rId13"/>
    <p:sldId id="425" r:id="rId14"/>
    <p:sldId id="427" r:id="rId15"/>
    <p:sldId id="426" r:id="rId16"/>
    <p:sldId id="428" r:id="rId17"/>
    <p:sldId id="419" r:id="rId18"/>
    <p:sldId id="408" r:id="rId19"/>
    <p:sldId id="409" r:id="rId20"/>
    <p:sldId id="429" r:id="rId21"/>
    <p:sldId id="430" r:id="rId22"/>
    <p:sldId id="431" r:id="rId23"/>
    <p:sldId id="432" r:id="rId24"/>
    <p:sldId id="433" r:id="rId25"/>
    <p:sldId id="434" r:id="rId26"/>
    <p:sldId id="435" r:id="rId27"/>
    <p:sldId id="436" r:id="rId28"/>
    <p:sldId id="437" r:id="rId29"/>
    <p:sldId id="387" r:id="rId30"/>
    <p:sldId id="403" r:id="rId31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rläuterungsfolien" id="{902F8F79-027B-4F5B-9A99-91E609AF7220}">
          <p14:sldIdLst>
            <p14:sldId id="386"/>
            <p14:sldId id="260"/>
            <p14:sldId id="390"/>
            <p14:sldId id="388"/>
            <p14:sldId id="407"/>
            <p14:sldId id="421"/>
            <p14:sldId id="422"/>
            <p14:sldId id="423"/>
            <p14:sldId id="424"/>
            <p14:sldId id="389"/>
            <p14:sldId id="425"/>
            <p14:sldId id="427"/>
            <p14:sldId id="426"/>
            <p14:sldId id="428"/>
            <p14:sldId id="419"/>
            <p14:sldId id="408"/>
            <p14:sldId id="409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387"/>
            <p14:sldId id="403"/>
          </p14:sldIdLst>
        </p14:section>
        <p14:section name="Template 01 (Haze Design)" id="{EE9B8B85-1C33-44A4-A67E-61C68D16700B}">
          <p14:sldIdLst/>
        </p14:section>
        <p14:section name="Template 02 (Vanguard Design)" id="{053DB345-6907-45AF-8F3F-EFD9F26E5961}">
          <p14:sldIdLst/>
        </p14:section>
        <p14:section name="Template 03 (Charcoal Design)" id="{B8FD5535-8386-4E39-BFD4-C2BF49B9738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3704" userDrawn="1">
          <p15:clr>
            <a:srgbClr val="A4A3A4"/>
          </p15:clr>
        </p15:guide>
        <p15:guide id="3" orient="horz" pos="3929" userDrawn="1">
          <p15:clr>
            <a:srgbClr val="A4A3A4"/>
          </p15:clr>
        </p15:guide>
        <p15:guide id="4" pos="2729" userDrawn="1">
          <p15:clr>
            <a:srgbClr val="A4A3A4"/>
          </p15:clr>
        </p15:guide>
        <p15:guide id="5" pos="2479" userDrawn="1">
          <p15:clr>
            <a:srgbClr val="A4A3A4"/>
          </p15:clr>
        </p15:guide>
        <p15:guide id="6" pos="257" userDrawn="1">
          <p15:clr>
            <a:srgbClr val="A4A3A4"/>
          </p15:clr>
        </p15:guide>
        <p15:guide id="7" pos="4951" userDrawn="1">
          <p15:clr>
            <a:srgbClr val="A4A3A4"/>
          </p15:clr>
        </p15:guide>
        <p15:guide id="8" pos="3976" userDrawn="1">
          <p15:clr>
            <a:srgbClr val="A4A3A4"/>
          </p15:clr>
        </p15:guide>
        <p15:guide id="9" pos="5201" userDrawn="1">
          <p15:clr>
            <a:srgbClr val="A4A3A4"/>
          </p15:clr>
        </p15:guide>
        <p15:guide id="10" pos="74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B0C12-7B11-4E83-A97E-8F1737F71497}" v="6" dt="2025-05-27T16:10:35.7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0" autoAdjust="0"/>
    <p:restoredTop sz="75356" autoAdjust="0"/>
  </p:normalViewPr>
  <p:slideViewPr>
    <p:cSldViewPr snapToGrid="0" showGuides="1">
      <p:cViewPr varScale="1">
        <p:scale>
          <a:sx n="115" d="100"/>
          <a:sy n="115" d="100"/>
        </p:scale>
        <p:origin x="408" y="504"/>
      </p:cViewPr>
      <p:guideLst>
        <p:guide orient="horz" pos="1003"/>
        <p:guide pos="3704"/>
        <p:guide orient="horz" pos="3929"/>
        <p:guide pos="2729"/>
        <p:guide pos="2479"/>
        <p:guide pos="257"/>
        <p:guide pos="4951"/>
        <p:guide pos="3976"/>
        <p:guide pos="5201"/>
        <p:guide pos="74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-2484"/>
    </p:cViewPr>
  </p:sorterViewPr>
  <p:notesViewPr>
    <p:cSldViewPr snapToGrid="0" showGuides="1">
      <p:cViewPr varScale="1">
        <p:scale>
          <a:sx n="79" d="100"/>
          <a:sy n="79" d="100"/>
        </p:scale>
        <p:origin x="39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microsoft.com/office/2016/11/relationships/changesInfo" Target="changesInfos/changesInfo1.xml"/><Relationship Id="rId21" Type="http://schemas.openxmlformats.org/officeDocument/2006/relationships/slide" Target="slides/slide18.xml"/><Relationship Id="rId34" Type="http://schemas.openxmlformats.org/officeDocument/2006/relationships/tags" Target="tags/tag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, Han" userId="f11318a8-0c46-49c9-b0c2-64e25c81b383" providerId="ADAL" clId="{165B0C12-7B11-4E83-A97E-8F1737F71497}"/>
    <pc:docChg chg="undo custSel modSld">
      <pc:chgData name="Yang, Han" userId="f11318a8-0c46-49c9-b0c2-64e25c81b383" providerId="ADAL" clId="{165B0C12-7B11-4E83-A97E-8F1737F71497}" dt="2025-05-28T13:28:11.259" v="742" actId="20577"/>
      <pc:docMkLst>
        <pc:docMk/>
      </pc:docMkLst>
      <pc:sldChg chg="addSp delSp modSp mod">
        <pc:chgData name="Yang, Han" userId="f11318a8-0c46-49c9-b0c2-64e25c81b383" providerId="ADAL" clId="{165B0C12-7B11-4E83-A97E-8F1737F71497}" dt="2025-05-27T16:02:53.670" v="650" actId="20577"/>
        <pc:sldMkLst>
          <pc:docMk/>
          <pc:sldMk cId="3099444574" sldId="260"/>
        </pc:sldMkLst>
        <pc:spChg chg="mod">
          <ac:chgData name="Yang, Han" userId="f11318a8-0c46-49c9-b0c2-64e25c81b383" providerId="ADAL" clId="{165B0C12-7B11-4E83-A97E-8F1737F71497}" dt="2025-05-27T15:57:14.989" v="356" actId="20577"/>
          <ac:spMkLst>
            <pc:docMk/>
            <pc:sldMk cId="3099444574" sldId="260"/>
            <ac:spMk id="4" creationId="{F76BE283-52FB-48A2-DDF2-07EE8C04CE89}"/>
          </ac:spMkLst>
        </pc:spChg>
        <pc:spChg chg="mod">
          <ac:chgData name="Yang, Han" userId="f11318a8-0c46-49c9-b0c2-64e25c81b383" providerId="ADAL" clId="{165B0C12-7B11-4E83-A97E-8F1737F71497}" dt="2025-05-27T15:57:34.454" v="403" actId="20577"/>
          <ac:spMkLst>
            <pc:docMk/>
            <pc:sldMk cId="3099444574" sldId="260"/>
            <ac:spMk id="6" creationId="{743FAAC5-FE44-6267-C7E1-7225406F5CFD}"/>
          </ac:spMkLst>
        </pc:spChg>
        <pc:spChg chg="mod">
          <ac:chgData name="Yang, Han" userId="f11318a8-0c46-49c9-b0c2-64e25c81b383" providerId="ADAL" clId="{165B0C12-7B11-4E83-A97E-8F1737F71497}" dt="2025-05-27T15:57:43.099" v="418" actId="20577"/>
          <ac:spMkLst>
            <pc:docMk/>
            <pc:sldMk cId="3099444574" sldId="260"/>
            <ac:spMk id="8" creationId="{B01ED058-1A65-A41D-6D82-8C5541819114}"/>
          </ac:spMkLst>
        </pc:spChg>
        <pc:spChg chg="mod">
          <ac:chgData name="Yang, Han" userId="f11318a8-0c46-49c9-b0c2-64e25c81b383" providerId="ADAL" clId="{165B0C12-7B11-4E83-A97E-8F1737F71497}" dt="2025-05-27T15:58:01.082" v="460" actId="20577"/>
          <ac:spMkLst>
            <pc:docMk/>
            <pc:sldMk cId="3099444574" sldId="260"/>
            <ac:spMk id="10" creationId="{F0A6F8E7-26A6-92CA-8361-E6C8D26F428A}"/>
          </ac:spMkLst>
        </pc:spChg>
        <pc:spChg chg="mod">
          <ac:chgData name="Yang, Han" userId="f11318a8-0c46-49c9-b0c2-64e25c81b383" providerId="ADAL" clId="{165B0C12-7B11-4E83-A97E-8F1737F71497}" dt="2025-05-27T15:58:15.242" v="478" actId="20577"/>
          <ac:spMkLst>
            <pc:docMk/>
            <pc:sldMk cId="3099444574" sldId="260"/>
            <ac:spMk id="12" creationId="{A9DA13B7-0BBE-5F62-7816-E75EB7DDF37B}"/>
          </ac:spMkLst>
        </pc:spChg>
        <pc:spChg chg="mod">
          <ac:chgData name="Yang, Han" userId="f11318a8-0c46-49c9-b0c2-64e25c81b383" providerId="ADAL" clId="{165B0C12-7B11-4E83-A97E-8F1737F71497}" dt="2025-05-27T15:59:21.474" v="530" actId="20577"/>
          <ac:spMkLst>
            <pc:docMk/>
            <pc:sldMk cId="3099444574" sldId="260"/>
            <ac:spMk id="13" creationId="{C3840448-2F26-F78E-77D5-0E568BB6ED2D}"/>
          </ac:spMkLst>
        </pc:spChg>
        <pc:spChg chg="mod">
          <ac:chgData name="Yang, Han" userId="f11318a8-0c46-49c9-b0c2-64e25c81b383" providerId="ADAL" clId="{165B0C12-7B11-4E83-A97E-8F1737F71497}" dt="2025-05-27T16:01:26.399" v="594" actId="20577"/>
          <ac:spMkLst>
            <pc:docMk/>
            <pc:sldMk cId="3099444574" sldId="260"/>
            <ac:spMk id="15" creationId="{A3178AE6-EB75-6319-1CF6-16D3EE0D8B1F}"/>
          </ac:spMkLst>
        </pc:spChg>
        <pc:spChg chg="add mod">
          <ac:chgData name="Yang, Han" userId="f11318a8-0c46-49c9-b0c2-64e25c81b383" providerId="ADAL" clId="{165B0C12-7B11-4E83-A97E-8F1737F71497}" dt="2025-05-27T16:02:43.362" v="629" actId="20577"/>
          <ac:spMkLst>
            <pc:docMk/>
            <pc:sldMk cId="3099444574" sldId="260"/>
            <ac:spMk id="17" creationId="{A51ABA51-65B4-2062-5752-1073DC9161BC}"/>
          </ac:spMkLst>
        </pc:spChg>
        <pc:spChg chg="add mod">
          <ac:chgData name="Yang, Han" userId="f11318a8-0c46-49c9-b0c2-64e25c81b383" providerId="ADAL" clId="{165B0C12-7B11-4E83-A97E-8F1737F71497}" dt="2025-05-27T16:02:53.670" v="650" actId="20577"/>
          <ac:spMkLst>
            <pc:docMk/>
            <pc:sldMk cId="3099444574" sldId="260"/>
            <ac:spMk id="34" creationId="{3000ABBB-AED7-2950-5F6E-A1C2F104A490}"/>
          </ac:spMkLst>
        </pc:spChg>
        <pc:spChg chg="mod">
          <ac:chgData name="Yang, Han" userId="f11318a8-0c46-49c9-b0c2-64e25c81b383" providerId="ADAL" clId="{165B0C12-7B11-4E83-A97E-8F1737F71497}" dt="2025-05-27T16:02:03.210" v="598" actId="20577"/>
          <ac:spMkLst>
            <pc:docMk/>
            <pc:sldMk cId="3099444574" sldId="260"/>
            <ac:spMk id="46" creationId="{55FB528F-6E5B-A92A-9CFD-C17C4C456B40}"/>
          </ac:spMkLst>
        </pc:spChg>
        <pc:spChg chg="del mod">
          <ac:chgData name="Yang, Han" userId="f11318a8-0c46-49c9-b0c2-64e25c81b383" providerId="ADAL" clId="{165B0C12-7B11-4E83-A97E-8F1737F71497}" dt="2025-05-27T16:02:13.522" v="603"/>
          <ac:spMkLst>
            <pc:docMk/>
            <pc:sldMk cId="3099444574" sldId="260"/>
            <ac:spMk id="53" creationId="{C3F7393C-AA11-9D36-760A-5B001C1DB18D}"/>
          </ac:spMkLst>
        </pc:spChg>
        <pc:spChg chg="del mod">
          <ac:chgData name="Yang, Han" userId="f11318a8-0c46-49c9-b0c2-64e25c81b383" providerId="ADAL" clId="{165B0C12-7B11-4E83-A97E-8F1737F71497}" dt="2025-05-27T16:02:06.246" v="600"/>
          <ac:spMkLst>
            <pc:docMk/>
            <pc:sldMk cId="3099444574" sldId="260"/>
            <ac:spMk id="57" creationId="{D1A1C2DB-9417-D6D0-5510-DCED82364380}"/>
          </ac:spMkLst>
        </pc:spChg>
      </pc:sldChg>
      <pc:sldChg chg="modSp mod">
        <pc:chgData name="Yang, Han" userId="f11318a8-0c46-49c9-b0c2-64e25c81b383" providerId="ADAL" clId="{165B0C12-7B11-4E83-A97E-8F1737F71497}" dt="2025-05-27T15:53:59.080" v="342" actId="1076"/>
        <pc:sldMkLst>
          <pc:docMk/>
          <pc:sldMk cId="2924495393" sldId="386"/>
        </pc:sldMkLst>
        <pc:spChg chg="mod">
          <ac:chgData name="Yang, Han" userId="f11318a8-0c46-49c9-b0c2-64e25c81b383" providerId="ADAL" clId="{165B0C12-7B11-4E83-A97E-8F1737F71497}" dt="2025-05-27T15:53:51.433" v="341" actId="1076"/>
          <ac:spMkLst>
            <pc:docMk/>
            <pc:sldMk cId="2924495393" sldId="386"/>
            <ac:spMk id="3" creationId="{2EF56594-4E53-8E03-AB6F-9EB6175514BB}"/>
          </ac:spMkLst>
        </pc:spChg>
        <pc:spChg chg="mod">
          <ac:chgData name="Yang, Han" userId="f11318a8-0c46-49c9-b0c2-64e25c81b383" providerId="ADAL" clId="{165B0C12-7B11-4E83-A97E-8F1737F71497}" dt="2025-05-27T15:53:59.080" v="342" actId="1076"/>
          <ac:spMkLst>
            <pc:docMk/>
            <pc:sldMk cId="2924495393" sldId="386"/>
            <ac:spMk id="14" creationId="{61216F32-2DF2-F845-1090-EF0EDA372CE0}"/>
          </ac:spMkLst>
        </pc:spChg>
      </pc:sldChg>
      <pc:sldChg chg="modSp mod">
        <pc:chgData name="Yang, Han" userId="f11318a8-0c46-49c9-b0c2-64e25c81b383" providerId="ADAL" clId="{165B0C12-7B11-4E83-A97E-8F1737F71497}" dt="2025-05-27T16:10:18.051" v="727" actId="20577"/>
        <pc:sldMkLst>
          <pc:docMk/>
          <pc:sldMk cId="2241362701" sldId="387"/>
        </pc:sldMkLst>
        <pc:spChg chg="mod">
          <ac:chgData name="Yang, Han" userId="f11318a8-0c46-49c9-b0c2-64e25c81b383" providerId="ADAL" clId="{165B0C12-7B11-4E83-A97E-8F1737F71497}" dt="2025-05-27T16:10:18.051" v="727" actId="20577"/>
          <ac:spMkLst>
            <pc:docMk/>
            <pc:sldMk cId="2241362701" sldId="387"/>
            <ac:spMk id="5" creationId="{654DE9D1-5746-FABD-4A8B-0B8BC601E17F}"/>
          </ac:spMkLst>
        </pc:spChg>
      </pc:sldChg>
      <pc:sldChg chg="modSp mod">
        <pc:chgData name="Yang, Han" userId="f11318a8-0c46-49c9-b0c2-64e25c81b383" providerId="ADAL" clId="{165B0C12-7B11-4E83-A97E-8F1737F71497}" dt="2025-05-28T13:28:11.259" v="742" actId="20577"/>
        <pc:sldMkLst>
          <pc:docMk/>
          <pc:sldMk cId="2127851570" sldId="408"/>
        </pc:sldMkLst>
        <pc:spChg chg="mod">
          <ac:chgData name="Yang, Han" userId="f11318a8-0c46-49c9-b0c2-64e25c81b383" providerId="ADAL" clId="{165B0C12-7B11-4E83-A97E-8F1737F71497}" dt="2025-05-27T15:50:25.606" v="40" actId="20577"/>
          <ac:spMkLst>
            <pc:docMk/>
            <pc:sldMk cId="2127851570" sldId="408"/>
            <ac:spMk id="2" creationId="{6A1BFDFF-58F8-8165-27F8-2DC1721D4851}"/>
          </ac:spMkLst>
        </pc:spChg>
        <pc:spChg chg="mod">
          <ac:chgData name="Yang, Han" userId="f11318a8-0c46-49c9-b0c2-64e25c81b383" providerId="ADAL" clId="{165B0C12-7B11-4E83-A97E-8F1737F71497}" dt="2025-05-28T13:28:11.259" v="742" actId="20577"/>
          <ac:spMkLst>
            <pc:docMk/>
            <pc:sldMk cId="2127851570" sldId="408"/>
            <ac:spMk id="5" creationId="{654DE9D1-5746-FABD-4A8B-0B8BC601E17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97329-55CD-3BF0-6DD4-152A79D72E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76672" y="8661357"/>
            <a:ext cx="5364596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1200"/>
            </a:lvl1pPr>
          </a:lstStyle>
          <a:p>
            <a:r>
              <a:rPr lang="de-DE" sz="800"/>
              <a:t>Hier steht der übergeordnete Präsentationstitel (Einfügen → Kopf- und Fußzeile)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F031F-0277-42D3-CD32-E31CE398B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165304" y="8661357"/>
            <a:ext cx="216024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200"/>
            </a:lvl1pPr>
          </a:lstStyle>
          <a:p>
            <a:fld id="{6CF860AA-2B3F-4E46-92A3-DBA59BB00598}" type="slidenum">
              <a:rPr lang="de-DE" sz="800" smtClean="0"/>
              <a:t>‹#›</a:t>
            </a:fld>
            <a:endParaRPr lang="de-DE" sz="800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FD3BAA2-2C8B-0A5A-762F-55FDAA0AB69E}"/>
              </a:ext>
            </a:extLst>
          </p:cNvPr>
          <p:cNvSpPr txBox="1">
            <a:spLocks/>
          </p:cNvSpPr>
          <p:nvPr/>
        </p:nvSpPr>
        <p:spPr bwMode="gray">
          <a:xfrm>
            <a:off x="4653136" y="359532"/>
            <a:ext cx="1728192" cy="19417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018924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76672" y="4400550"/>
            <a:ext cx="5904656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76672" y="8661357"/>
            <a:ext cx="5364596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/>
            </a:lvl1pPr>
          </a:lstStyle>
          <a:p>
            <a:r>
              <a:rPr lang="de-DE" noProof="0"/>
              <a:t>Hier steht der übergeordnete Präsentationstitel (Einfügen → Kopf- und Fußzeile)</a:t>
            </a:r>
            <a:endParaRPr lang="de-DE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172200" y="8661357"/>
            <a:ext cx="209128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800"/>
            </a:lvl1pPr>
          </a:lstStyle>
          <a:p>
            <a:fld id="{8F1D586D-4024-4137-B34B-BAA8F76C4486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862D476-5AD3-5C88-B604-A86846816A8B}"/>
              </a:ext>
            </a:extLst>
          </p:cNvPr>
          <p:cNvSpPr txBox="1">
            <a:spLocks/>
          </p:cNvSpPr>
          <p:nvPr/>
        </p:nvSpPr>
        <p:spPr bwMode="gray">
          <a:xfrm>
            <a:off x="4653136" y="359532"/>
            <a:ext cx="1728192" cy="19417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73496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1000"/>
      </a:spcBef>
      <a:defRPr sz="1200" b="1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Bef>
        <a:spcPts val="400"/>
      </a:spcBef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44000" indent="-144000" algn="l" defTabSz="914400" rtl="0" eaLnBrk="1" latinLnBrk="0" hangingPunct="1">
      <a:spcBef>
        <a:spcPts val="400"/>
      </a:spcBef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288000" indent="-144000" algn="l" defTabSz="914400" rtl="0" eaLnBrk="1" latinLnBrk="0" hangingPunct="1">
      <a:spcBef>
        <a:spcPts val="200"/>
      </a:spcBef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88000" indent="-144000" algn="l" defTabSz="914400" rtl="0" eaLnBrk="1" latinLnBrk="0" hangingPunct="1">
      <a:spcBef>
        <a:spcPts val="200"/>
      </a:spcBef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  <a:endParaRPr lang="de-DE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D586D-4024-4137-B34B-BAA8F76C4486}" type="slidenum">
              <a:rPr lang="de-DE" noProof="0" smtClean="0"/>
              <a:pPr/>
              <a:t>1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95082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  <a:endParaRPr lang="de-DE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D586D-4024-4137-B34B-BAA8F76C4486}" type="slidenum">
              <a:rPr lang="de-DE" noProof="0" smtClean="0"/>
              <a:pPr/>
              <a:t>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986399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  <a:endParaRPr lang="de-DE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D586D-4024-4137-B34B-BAA8F76C4486}" type="slidenum">
              <a:rPr lang="de-DE" noProof="0" smtClean="0"/>
              <a:pPr/>
              <a:t>3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98413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  <a:endParaRPr lang="de-DE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D586D-4024-4137-B34B-BAA8F76C4486}" type="slidenum">
              <a:rPr lang="de-DE" noProof="0" smtClean="0"/>
              <a:pPr/>
              <a:t>27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45575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EEF29-61D7-4CC3-BA84-2EEDD055B617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63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mit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153363-F52B-ABF7-F309-43F3544390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7860564" y="2526561"/>
            <a:ext cx="4331436" cy="4331439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FA4B1D-AF50-2FD8-251C-D9725F8EFE94}"/>
              </a:ext>
            </a:extLst>
          </p:cNvPr>
          <p:cNvGrpSpPr>
            <a:grpSpLocks noChangeAspect="1"/>
          </p:cNvGrpSpPr>
          <p:nvPr userDrawn="1"/>
        </p:nvGrpSpPr>
        <p:grpSpPr bwMode="ltGray">
          <a:xfrm>
            <a:off x="6566754" y="1232756"/>
            <a:ext cx="5625248" cy="5625246"/>
            <a:chOff x="5118212" y="1097010"/>
            <a:chExt cx="3600003" cy="3600000"/>
          </a:xfrm>
          <a:solidFill>
            <a:schemeClr val="tx1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FC2907-1941-53AF-B77F-1515A57E17DA}"/>
                </a:ext>
              </a:extLst>
            </p:cNvPr>
            <p:cNvSpPr>
              <a:spLocks noChangeAspect="1"/>
            </p:cNvSpPr>
            <p:nvPr userDrawn="1"/>
          </p:nvSpPr>
          <p:spPr bwMode="ltGray">
            <a:xfrm>
              <a:off x="5946214" y="1097010"/>
              <a:ext cx="2772001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9B23BE-2B74-8159-0AFD-58AAE589A892}"/>
                </a:ext>
              </a:extLst>
            </p:cNvPr>
            <p:cNvSpPr>
              <a:spLocks noChangeAspect="1"/>
            </p:cNvSpPr>
            <p:nvPr userDrawn="1"/>
          </p:nvSpPr>
          <p:spPr bwMode="lt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1733500"/>
            <a:ext cx="5472000" cy="199439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Vorname und Nachname des Redners  |  Ort  |  Datum bearbeiten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903C819-2658-3903-A21C-0CB17FD3977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9134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1733500"/>
            <a:ext cx="5472000" cy="199439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Vorname und Nachname des Redners  |  Ort  |  Datum bearbeiten</a:t>
            </a:r>
            <a:endParaRPr lang="de-DE" noProof="0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903C819-2658-3903-A21C-0CB17FD3977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0649249-8AF2-3796-9E0E-CEEC24E8831C}"/>
              </a:ext>
            </a:extLst>
          </p:cNvPr>
          <p:cNvGrpSpPr/>
          <p:nvPr userDrawn="1"/>
        </p:nvGrpSpPr>
        <p:grpSpPr>
          <a:xfrm>
            <a:off x="10818263" y="5270919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0E4FD9D-BA8D-7591-CE2D-41F3706EFEB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D8CEF8-7268-18D2-B954-F7EB123EDD04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0C7F606-7AA9-BB56-5904-5C67755C110E}"/>
              </a:ext>
            </a:extLst>
          </p:cNvPr>
          <p:cNvGrpSpPr/>
          <p:nvPr userDrawn="1"/>
        </p:nvGrpSpPr>
        <p:grpSpPr>
          <a:xfrm>
            <a:off x="9473526" y="5270919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19488DA-9338-5656-B230-21F7AB1794C2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686D717-9EB6-0CDF-6AE4-139B6689A158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1D0F505-EFDD-7C20-7E13-364E1385875D}"/>
              </a:ext>
            </a:extLst>
          </p:cNvPr>
          <p:cNvGrpSpPr/>
          <p:nvPr userDrawn="1"/>
        </p:nvGrpSpPr>
        <p:grpSpPr>
          <a:xfrm>
            <a:off x="8128789" y="5270919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3ECBDC2-0D0C-451B-CD65-FE93B8C5B9AA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8EF412B-E06D-592B-9DB0-1F22DAB4BA03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D81AC0F-3EBA-0707-FA63-A38D25AEE703}"/>
              </a:ext>
            </a:extLst>
          </p:cNvPr>
          <p:cNvGrpSpPr/>
          <p:nvPr userDrawn="1"/>
        </p:nvGrpSpPr>
        <p:grpSpPr>
          <a:xfrm>
            <a:off x="10818263" y="3898740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1E761D1-356A-D7AC-A506-9F9E26AC15E5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EB1D871-951A-03BC-4A1E-9A00A1636499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47C50D0-F99E-CB01-5FEE-01149A494E45}"/>
              </a:ext>
            </a:extLst>
          </p:cNvPr>
          <p:cNvGrpSpPr/>
          <p:nvPr userDrawn="1"/>
        </p:nvGrpSpPr>
        <p:grpSpPr>
          <a:xfrm>
            <a:off x="10818263" y="2526561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B829499-5FC8-EFFE-5060-CF14BC99A453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88E3EA7-D4FF-D6A0-B92E-5BFA6B852F7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B1EC076-D5D7-B7E5-B4AE-0321209F8D59}"/>
              </a:ext>
            </a:extLst>
          </p:cNvPr>
          <p:cNvGrpSpPr/>
          <p:nvPr userDrawn="1"/>
        </p:nvGrpSpPr>
        <p:grpSpPr>
          <a:xfrm>
            <a:off x="9473526" y="3898740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C5C61DA-01E7-26B6-3889-94DACA7E8C6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CC6AF1F-8662-D9C0-BADC-AAF6390A337D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B0DFE99-5F1B-1DD5-9B44-6F93FDABD5A1}"/>
              </a:ext>
            </a:extLst>
          </p:cNvPr>
          <p:cNvGrpSpPr/>
          <p:nvPr userDrawn="1"/>
        </p:nvGrpSpPr>
        <p:grpSpPr>
          <a:xfrm>
            <a:off x="9473526" y="2526561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8E457E6-AB7C-A9E7-6FF4-8F15F9E71908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CBB5078-7F2B-428A-7AD8-830B954A7965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10A203C-9386-20D0-9886-8B12A5365147}"/>
              </a:ext>
            </a:extLst>
          </p:cNvPr>
          <p:cNvGrpSpPr/>
          <p:nvPr userDrawn="1"/>
        </p:nvGrpSpPr>
        <p:grpSpPr>
          <a:xfrm>
            <a:off x="8128789" y="3898740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473A2B1-16DF-6C3A-837D-A5DF187BA979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E54EC05-6D89-6956-7BDF-BCC40E4A445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40A4083-885A-31AA-A461-746D156FCEB6}"/>
              </a:ext>
            </a:extLst>
          </p:cNvPr>
          <p:cNvGrpSpPr/>
          <p:nvPr userDrawn="1"/>
        </p:nvGrpSpPr>
        <p:grpSpPr>
          <a:xfrm>
            <a:off x="8128789" y="2526561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5467FA7-D15C-D12E-6C95-4AA12B3FF26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7C4DD0A-8ED7-FAD4-E711-4AFE44CF5B0E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28506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mit hel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C69092D-0848-0CEB-3599-FA90038BEF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5905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C69092D-0848-0CEB-3599-FA90038BEF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153363-F52B-ABF7-F309-43F3544390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1"/>
            <a:ext cx="12192000" cy="6858000"/>
          </a:xfrm>
          <a:solidFill>
            <a:schemeClr val="accent3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1733500"/>
            <a:ext cx="5472000" cy="1994392"/>
          </a:xfrm>
        </p:spPr>
        <p:txBody>
          <a:bodyPr vert="horz"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  <a:endParaRPr lang="de-DE" noProof="0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Vorname und Nachname des Redners  |  Ort  |  Datum bearbeiten</a:t>
            </a:r>
            <a:endParaRPr lang="de-DE" noProof="0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6184790-58D3-BEE6-1251-DF5AF11454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9061233" y="316267"/>
            <a:ext cx="2723399" cy="306000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373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mit dunk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153363-F52B-ABF7-F309-43F3544390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1"/>
            <a:ext cx="12192000" cy="6858000"/>
          </a:xfrm>
          <a:solidFill>
            <a:schemeClr val="tx2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1733500"/>
            <a:ext cx="5472000" cy="1994392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  <a:endParaRPr lang="de-DE" noProof="0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Vorname und Nachname des Redners  |  Ort  |  Datum bearbeiten</a:t>
            </a:r>
            <a:endParaRPr lang="de-DE" noProof="0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6184790-58D3-BEE6-1251-DF5AF11454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9061233" y="316267"/>
            <a:ext cx="2723399" cy="306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567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Agenda (ku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7860564" y="2526561"/>
            <a:ext cx="4331436" cy="4331439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A912F9-275B-C7C6-7D6F-F7EE4DB15DD1}"/>
              </a:ext>
            </a:extLst>
          </p:cNvPr>
          <p:cNvGrpSpPr>
            <a:grpSpLocks noChangeAspect="1"/>
          </p:cNvGrpSpPr>
          <p:nvPr userDrawn="1"/>
        </p:nvGrpSpPr>
        <p:grpSpPr bwMode="ltGray">
          <a:xfrm>
            <a:off x="6566754" y="1232756"/>
            <a:ext cx="5625248" cy="5625246"/>
            <a:chOff x="5118212" y="1097010"/>
            <a:chExt cx="3600003" cy="3600000"/>
          </a:xfrm>
          <a:solidFill>
            <a:schemeClr val="tx1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7540F96-326B-4427-0D5C-14DBF0F727C7}"/>
                </a:ext>
              </a:extLst>
            </p:cNvPr>
            <p:cNvSpPr>
              <a:spLocks noChangeAspect="1"/>
            </p:cNvSpPr>
            <p:nvPr userDrawn="1"/>
          </p:nvSpPr>
          <p:spPr bwMode="ltGray">
            <a:xfrm>
              <a:off x="5946214" y="1097010"/>
              <a:ext cx="2772001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78704B2-8E28-7D64-3777-D6D6B155B8E6}"/>
                </a:ext>
              </a:extLst>
            </p:cNvPr>
            <p:cNvSpPr>
              <a:spLocks noChangeAspect="1"/>
            </p:cNvSpPr>
            <p:nvPr userDrawn="1"/>
          </p:nvSpPr>
          <p:spPr bwMode="lt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368" y="550998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878303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BA5052-A202-BCA2-8153-3389CAF6C0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368" y="1813806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A5CE4A-7B6B-9514-46BF-646ADCCCA0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07368" y="2141111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800E80-18FE-E4BD-1166-486A8FA33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07368" y="3076614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1D13016-0DCF-D74C-CA0F-D89CB08BD9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7368" y="3403919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D6C9F97-4534-577B-D60D-1C395C1AEB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07368" y="4339422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F78D257A-5C26-EA66-9237-66DB251471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7368" y="4666727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07D1D18-8228-4586-7B64-34CB34A9C9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07368" y="5602230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545E312-C142-5BB9-EB2A-BB24ACA32B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407368" y="5929535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7AA2B7C-DD8F-E723-9C83-D7A18706543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177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Agenda (la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95688" y="86666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271464" y="86666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BA5052-A202-BCA2-8153-3389CAF6C0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95688" y="252335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A5CE4A-7B6B-9514-46BF-646ADCCCA0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71464" y="252335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800E80-18FE-E4BD-1166-486A8FA33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95688" y="418004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1D13016-0DCF-D74C-CA0F-D89CB08BD9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1271464" y="418004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D6C9F97-4534-577B-D60D-1C395C1AEB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95688" y="583673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F78D257A-5C26-EA66-9237-66DB251471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271464" y="583673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07D1D18-8228-4586-7B64-34CB34A9C9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599601" y="86666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545E312-C142-5BB9-EB2A-BB24ACA32B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176120" y="86666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9869216-F3DD-B120-8E16-192D329301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6599601" y="252335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43074A1-5F92-C297-85D0-F6BD379A710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7176120" y="252335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7EDB6F1-42E5-809A-9CA0-569CE5A62B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6599601" y="418004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0130424-D5B5-ABCA-7E09-F4049D2BE79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7176120" y="418004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778ED80-F21C-EA55-AF34-C3844D3A30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6599601" y="583673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CCD326D7-EE7F-3639-6EC6-AABD50A63C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7176120" y="583673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A9A56442-104B-8716-9776-E93B0198B7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558933" y="623069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5076137-1D00-123E-FB88-3BE4519949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410552" y="771450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AFCAA85B-A243-23D7-C3A1-E6D15027235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558933" y="2279438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A5D4675-699F-1D42-8104-BC4E974BA8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410552" y="2427819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96498A99-CE0A-4D40-4CEA-9398A2AAD4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58933" y="3935807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0B27EB0A-67DA-288D-57CD-3DD47F4F55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410552" y="4084188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E87B7B9F-78B6-D6E9-675A-F66D6353EE6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558933" y="5592176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EDD69CC-238F-71F4-A3E5-5343919EE6D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410552" y="5740557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AA04C3C-8DA4-FDDD-4F18-7FFD1B9901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6460405" y="623069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D8E6D59F-5D73-E1B6-C3AD-40065775B36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6312024" y="771450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EEF4619-EAD3-06DB-1BAA-73C534B22D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6460405" y="2279438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CB56FAC6-F5E9-ED86-BEF2-F00C3C36FB5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6312024" y="2427819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33A4D0D3-1C23-A91D-CD71-E0C1A0A1B6A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460405" y="3935807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8250118E-33E8-A98B-7FB3-F0119E495F5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6312024" y="4084188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FDF475BB-63D2-6802-EDAC-4C194495282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460405" y="5592176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7A36D9D3-E425-FAD9-D386-02E9C80A5A5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312024" y="5740557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834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mit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7860564" y="2526561"/>
            <a:ext cx="4331436" cy="4331439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A912F9-275B-C7C6-7D6F-F7EE4DB15DD1}"/>
              </a:ext>
            </a:extLst>
          </p:cNvPr>
          <p:cNvGrpSpPr>
            <a:grpSpLocks noChangeAspect="1"/>
          </p:cNvGrpSpPr>
          <p:nvPr userDrawn="1"/>
        </p:nvGrpSpPr>
        <p:grpSpPr bwMode="ltGray">
          <a:xfrm>
            <a:off x="6566754" y="1232756"/>
            <a:ext cx="5625248" cy="5625246"/>
            <a:chOff x="5118212" y="1097010"/>
            <a:chExt cx="3600003" cy="3600000"/>
          </a:xfrm>
          <a:solidFill>
            <a:schemeClr val="tx1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7540F96-326B-4427-0D5C-14DBF0F727C7}"/>
                </a:ext>
              </a:extLst>
            </p:cNvPr>
            <p:cNvSpPr>
              <a:spLocks noChangeAspect="1"/>
            </p:cNvSpPr>
            <p:nvPr userDrawn="1"/>
          </p:nvSpPr>
          <p:spPr bwMode="ltGray">
            <a:xfrm>
              <a:off x="5946214" y="1097010"/>
              <a:ext cx="2772001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78704B2-8E28-7D64-3777-D6D6B155B8E6}"/>
                </a:ext>
              </a:extLst>
            </p:cNvPr>
            <p:cNvSpPr>
              <a:spLocks noChangeAspect="1"/>
            </p:cNvSpPr>
            <p:nvPr userDrawn="1"/>
          </p:nvSpPr>
          <p:spPr bwMode="lt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 dirty="0"/>
              <a:t>0X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80AFF5-7336-B625-0697-D5755301E5C9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55400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80AFF5-7336-B625-0697-D5755301E5C9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DBE674F-08BE-BA62-3305-B41643C591D8}"/>
              </a:ext>
            </a:extLst>
          </p:cNvPr>
          <p:cNvGrpSpPr/>
          <p:nvPr userDrawn="1"/>
        </p:nvGrpSpPr>
        <p:grpSpPr bwMode="gray">
          <a:xfrm>
            <a:off x="10818263" y="5270919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9756D9-3231-45A9-6128-697E9C2B7D36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6136217-EC01-60D7-800F-7B3F16557B8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13C6245-1A1C-5541-0E9E-5C7A71CAADB9}"/>
              </a:ext>
            </a:extLst>
          </p:cNvPr>
          <p:cNvGrpSpPr/>
          <p:nvPr userDrawn="1"/>
        </p:nvGrpSpPr>
        <p:grpSpPr bwMode="gray">
          <a:xfrm>
            <a:off x="9473526" y="5270919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608D8B6-43C3-6D4A-1FF5-E78FA49ACF7E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BD8241-1BCE-AC92-0024-B3A66F4FAB84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EDFAAB-C2B1-D936-88AA-EEB947AE2E17}"/>
              </a:ext>
            </a:extLst>
          </p:cNvPr>
          <p:cNvGrpSpPr/>
          <p:nvPr userDrawn="1"/>
        </p:nvGrpSpPr>
        <p:grpSpPr bwMode="gray">
          <a:xfrm>
            <a:off x="8128789" y="5270919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978B2C4-8A1D-4DA1-7625-734A9798AFE3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2A61E19-F04A-1FB0-846E-0C0103C7FA89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E2CC3D-81C5-7FA7-7A0F-CE5A954DA3BB}"/>
              </a:ext>
            </a:extLst>
          </p:cNvPr>
          <p:cNvGrpSpPr/>
          <p:nvPr userDrawn="1"/>
        </p:nvGrpSpPr>
        <p:grpSpPr bwMode="gray">
          <a:xfrm>
            <a:off x="10818263" y="3898740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AE2F69C-0D03-DE64-4699-1AE327D4DAA4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2AE1E6B-C775-CA10-9F40-67AB8BD012BE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2E55DD-5BB7-CC6B-209C-4C13057292B2}"/>
              </a:ext>
            </a:extLst>
          </p:cNvPr>
          <p:cNvGrpSpPr/>
          <p:nvPr userDrawn="1"/>
        </p:nvGrpSpPr>
        <p:grpSpPr bwMode="gray">
          <a:xfrm>
            <a:off x="10818263" y="2526561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D8FB671-303E-8AE6-29CF-7C10613C4620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38D75B9-AE19-54D0-F03B-3D589788308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1E9CC2C-2B54-3BC0-7438-3BB82EA3A5CB}"/>
              </a:ext>
            </a:extLst>
          </p:cNvPr>
          <p:cNvGrpSpPr/>
          <p:nvPr userDrawn="1"/>
        </p:nvGrpSpPr>
        <p:grpSpPr bwMode="gray">
          <a:xfrm>
            <a:off x="9473526" y="3898740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E9C4F12-3523-E362-9361-72F00F686A4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B80D925-450B-CD1A-F756-AE7D6B051F88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F5F36A-CD86-CE69-B228-AA20B118D0BE}"/>
              </a:ext>
            </a:extLst>
          </p:cNvPr>
          <p:cNvGrpSpPr/>
          <p:nvPr userDrawn="1"/>
        </p:nvGrpSpPr>
        <p:grpSpPr bwMode="gray">
          <a:xfrm>
            <a:off x="9473526" y="2526561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83470B4-2CCA-FFB3-CB2F-0FD9980A51A6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588CDD5-BB25-269C-2920-7F259AF9B16A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A3611DC-C7BF-09B7-0DA2-647000BED99D}"/>
              </a:ext>
            </a:extLst>
          </p:cNvPr>
          <p:cNvGrpSpPr/>
          <p:nvPr userDrawn="1"/>
        </p:nvGrpSpPr>
        <p:grpSpPr bwMode="gray">
          <a:xfrm>
            <a:off x="8128789" y="3898740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CD44E9F-32F8-5E55-5211-DDF10EFCC039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B4BDE0A-E0FC-AEF1-5DC4-9A13CF6CAFD6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102F2F2-FCA9-C02C-585F-6A5F17107CE6}"/>
              </a:ext>
            </a:extLst>
          </p:cNvPr>
          <p:cNvGrpSpPr/>
          <p:nvPr userDrawn="1"/>
        </p:nvGrpSpPr>
        <p:grpSpPr bwMode="gray">
          <a:xfrm>
            <a:off x="8128789" y="2526561"/>
            <a:ext cx="966369" cy="966369"/>
            <a:chOff x="10818263" y="5270919"/>
            <a:chExt cx="966369" cy="966369"/>
          </a:xfrm>
          <a:solidFill>
            <a:schemeClr val="accent2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6366EDF-D719-AA07-DDC1-38FB99B0F0F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D822887-8D05-773F-8242-19376727CE6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883460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mit hel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0" y="1"/>
            <a:ext cx="12192000" cy="6858000"/>
          </a:xfrm>
          <a:solidFill>
            <a:schemeClr val="accent3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D71E6C-5977-77A5-DEBC-7C6A150904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061233" y="316267"/>
            <a:ext cx="2723399" cy="306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70439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mit dunk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0" y="1"/>
            <a:ext cx="12192000" cy="6858000"/>
          </a:xfrm>
          <a:solidFill>
            <a:schemeClr val="tx2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D71E6C-5977-77A5-DEBC-7C6A150904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061233" y="316267"/>
            <a:ext cx="2723399" cy="306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9841670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 dirty="0"/>
              <a:t>Folientitel durch Klicken bearbeiten </a:t>
            </a:r>
            <a:br>
              <a:rPr lang="de-DE" noProof="0" dirty="0"/>
            </a:br>
            <a:r>
              <a:rPr lang="de-DE" noProof="0" dirty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79304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1 (ein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 dirty="0"/>
              <a:t>Folientitel durch Klicken bearbeiten </a:t>
            </a:r>
            <a:br>
              <a:rPr lang="de-DE" noProof="0" dirty="0"/>
            </a:br>
            <a:r>
              <a:rPr lang="de-DE" noProof="0" dirty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368" y="1592796"/>
            <a:ext cx="11376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136963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2 (zw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368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312024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495299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3 (zw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03ACE4-6865-3058-0529-B76A74CBFF8D}"/>
              </a:ext>
            </a:extLst>
          </p:cNvPr>
          <p:cNvSpPr/>
          <p:nvPr userDrawn="1"/>
        </p:nvSpPr>
        <p:spPr bwMode="hidden">
          <a:xfrm>
            <a:off x="0" y="1411200"/>
            <a:ext cx="6096000" cy="544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1FA592-2D70-5C10-5164-725AB371FA1F}"/>
              </a:ext>
            </a:extLst>
          </p:cNvPr>
          <p:cNvSpPr/>
          <p:nvPr userDrawn="1"/>
        </p:nvSpPr>
        <p:spPr bwMode="hidden">
          <a:xfrm>
            <a:off x="6096000" y="1411200"/>
            <a:ext cx="6096000" cy="54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1592796"/>
            <a:ext cx="5472732" cy="46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6312024" y="1592796"/>
            <a:ext cx="5472732" cy="46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729990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4 (dr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368" y="1592796"/>
            <a:ext cx="3528045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31804" y="1592796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001225D-F57A-2BE4-19C6-E010F51894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256240" y="1592796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471063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5 (dr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CCC9E4-C95B-A6D9-03B8-301A2FDA1DF6}"/>
              </a:ext>
            </a:extLst>
          </p:cNvPr>
          <p:cNvSpPr/>
          <p:nvPr userDrawn="1"/>
        </p:nvSpPr>
        <p:spPr bwMode="hidden">
          <a:xfrm>
            <a:off x="3935227" y="1411200"/>
            <a:ext cx="4321546" cy="544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666EBE-6F81-F18D-3826-76D8A6FE31BD}"/>
              </a:ext>
            </a:extLst>
          </p:cNvPr>
          <p:cNvSpPr/>
          <p:nvPr userDrawn="1"/>
        </p:nvSpPr>
        <p:spPr bwMode="hidden">
          <a:xfrm>
            <a:off x="8058034" y="1411200"/>
            <a:ext cx="4133966" cy="54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748741-B6FE-DA03-E357-3D7AC069B69D}"/>
              </a:ext>
            </a:extLst>
          </p:cNvPr>
          <p:cNvSpPr/>
          <p:nvPr userDrawn="1"/>
        </p:nvSpPr>
        <p:spPr bwMode="hidden">
          <a:xfrm>
            <a:off x="0" y="1411200"/>
            <a:ext cx="4133619" cy="544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368" y="1592796"/>
            <a:ext cx="3528045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331827" y="1592796"/>
            <a:ext cx="3528000" cy="46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001225D-F57A-2BE4-19C6-E010F51894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8256240" y="1592796"/>
            <a:ext cx="3528000" cy="46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233470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gray">
          <a:xfrm>
            <a:off x="407368" y="2384884"/>
            <a:ext cx="11376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chart</a:t>
            </a:r>
            <a:endParaRPr lang="de-D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224644"/>
            <a:ext cx="10512000" cy="997196"/>
          </a:xfrm>
        </p:spPr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1592796"/>
            <a:ext cx="11376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368" y="1975122"/>
            <a:ext cx="11376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  <a:endParaRPr lang="de-DE" noProof="0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07368" y="6082908"/>
            <a:ext cx="11376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325437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zwei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gray">
          <a:xfrm>
            <a:off x="407368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chart</a:t>
            </a:r>
            <a:endParaRPr lang="de-DE" noProof="0" dirty="0"/>
          </a:p>
        </p:txBody>
      </p:sp>
      <p:sp>
        <p:nvSpPr>
          <p:cNvPr id="14" name="Chart Placeholder 9">
            <a:extLst>
              <a:ext uri="{FF2B5EF4-FFF2-40B4-BE49-F238E27FC236}">
                <a16:creationId xmlns:a16="http://schemas.microsoft.com/office/drawing/2014/main" id="{3B6BA9E7-0268-DDE7-1A78-D4421DD3388E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 bwMode="gray">
          <a:xfrm>
            <a:off x="6312024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chart</a:t>
            </a:r>
            <a:endParaRPr lang="de-D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224644"/>
            <a:ext cx="10512000" cy="997196"/>
          </a:xfrm>
        </p:spPr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  <a:endParaRPr lang="de-DE" noProof="0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368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Werteinheit durch Klicken bearbeiten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07368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FFAF3E6-0CA2-E2D4-5C5D-FF9ACFB418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312024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FE1FF6C-9788-8F66-12C0-AF4F2BD68E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312024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E701A8C-48E4-09D5-C05A-588B4E43CB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312024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73774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Diagramm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gray">
          <a:xfrm>
            <a:off x="6312024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chart</a:t>
            </a:r>
            <a:endParaRPr lang="de-D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368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312024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312024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312024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39514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Diagramm (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gray">
          <a:xfrm>
            <a:off x="407368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chart</a:t>
            </a:r>
            <a:endParaRPr lang="de-DE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224644"/>
            <a:ext cx="10512000" cy="997196"/>
          </a:xfrm>
        </p:spPr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312024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  <a:endParaRPr lang="de-DE" noProof="0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368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07368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212510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zwei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3392" y="4293096"/>
            <a:ext cx="5256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528048" y="4293096"/>
            <a:ext cx="5256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623392" y="1808820"/>
            <a:ext cx="5256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25D79E-09E4-6A2C-3DD6-89BCC16CC4A5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6312024" y="1592796"/>
            <a:ext cx="936000" cy="936000"/>
            <a:chOff x="5118212" y="1097010"/>
            <a:chExt cx="3600000" cy="3600000"/>
          </a:xfrm>
          <a:solidFill>
            <a:schemeClr val="accent2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88115FF-B3BE-E934-53FD-9DD7AE33AB98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A18DEE-D4B6-2E62-64AE-04FAA7CC814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578F7282-AC96-8E5B-BF09-0355E428912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6528048" y="1808820"/>
            <a:ext cx="5256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49454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drei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3392" y="4293096"/>
            <a:ext cx="3312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547828" y="4293096"/>
            <a:ext cx="3312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001225D-F57A-2BE4-19C6-E010F51894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472264" y="4293096"/>
            <a:ext cx="3312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DA1AB8-5EE2-5CC0-D6A7-AC19A6DC2D9A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EC224A-84D5-E297-A9D1-4D9856F4785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4CF66D-DBB8-6438-DBF5-DAAD681BB9E0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D0FF1E68-B844-DAB0-D531-6B027695C65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623392" y="1808820"/>
            <a:ext cx="3312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99224A-E3BD-EC33-33BA-132FE333B0BC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331804" y="1592796"/>
            <a:ext cx="936000" cy="936000"/>
            <a:chOff x="5118212" y="1097010"/>
            <a:chExt cx="3600000" cy="3600000"/>
          </a:xfrm>
          <a:solidFill>
            <a:schemeClr val="accent2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FEC5F41-C51A-8737-086D-A4D748D53762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562F66B-AE82-396A-78BA-B8A9A8345A15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9CBB4DE4-768F-5C0A-F00E-947CC2FEC04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4547828" y="1808820"/>
            <a:ext cx="3312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3D7117-3194-F352-2EAF-412D22C04BA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256240" y="1592796"/>
            <a:ext cx="936000" cy="936000"/>
            <a:chOff x="5118212" y="1097010"/>
            <a:chExt cx="3600000" cy="3600000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E446E7A-81BD-EEBD-E35D-016FA5D4734B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D7DFF23-8BE1-5F21-623F-554DF0764BD6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67BE0188-7B1D-1AF3-FAC1-AC1ECF26E39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8472264" y="1808820"/>
            <a:ext cx="3312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77220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Bild (Mit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988" y="1592263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256240" y="1592796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331804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4547828" y="1808819"/>
            <a:ext cx="3312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73298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988" y="1592263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331804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4547828" y="1808819"/>
            <a:ext cx="7236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387159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Bild (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8256240" y="1592263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623392" y="1808819"/>
            <a:ext cx="7236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8221919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623392" y="1808819"/>
            <a:ext cx="11160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593229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0" y="0"/>
            <a:ext cx="12192000" cy="685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1650412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Aussage/ Zitat/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F6CCEE-3609-A3D9-710C-B1A619E74966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1227360" y="1228476"/>
            <a:ext cx="1584000" cy="1584000"/>
            <a:chOff x="5118212" y="1087283"/>
            <a:chExt cx="3600000" cy="3600000"/>
          </a:xfrm>
          <a:solidFill>
            <a:schemeClr val="accent1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E84438C-56F6-5D61-6F97-13660B1104A4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87283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C4A094-E408-14E3-8E55-1185E70C60EB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15283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0ACBE4F-5B28-6C7B-A6C8-6865AC6F03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956000" y="1957116"/>
            <a:ext cx="8280000" cy="2659190"/>
          </a:xfrm>
        </p:spPr>
        <p:txBody>
          <a:bodyPr wrap="square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Aussage/Zwischenfazit/Zitat durch Klicken bearbeiten (kann auch mehrere Zeilen lang sein)</a:t>
            </a:r>
          </a:p>
        </p:txBody>
      </p:sp>
    </p:spTree>
    <p:extLst>
      <p:ext uri="{BB962C8B-B14F-4D97-AF65-F5344CB8AC3E}">
        <p14:creationId xmlns:p14="http://schemas.microsoft.com/office/powerpoint/2010/main" val="2359948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ontakt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224644"/>
            <a:ext cx="3528000" cy="997196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Folientitel bearbeiten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368" y="3517267"/>
            <a:ext cx="3528000" cy="307777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/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/>
            </a:lvl2pPr>
            <a:lvl3pPr marL="0" indent="0">
              <a:spcBef>
                <a:spcPts val="0"/>
              </a:spcBef>
              <a:buNone/>
              <a:defRPr sz="2000" b="1"/>
            </a:lvl3pPr>
            <a:lvl4pPr marL="0" indent="0">
              <a:spcBef>
                <a:spcPts val="0"/>
              </a:spcBef>
              <a:buNone/>
              <a:defRPr sz="2000" b="1"/>
            </a:lvl4pPr>
            <a:lvl5pPr marL="0" indent="0">
              <a:spcBef>
                <a:spcPts val="0"/>
              </a:spcBef>
              <a:buNone/>
              <a:defRPr sz="2000" b="1"/>
            </a:lvl5pPr>
            <a:lvl6pPr marL="0" indent="0">
              <a:spcBef>
                <a:spcPts val="0"/>
              </a:spcBef>
              <a:buNone/>
              <a:defRPr sz="2000" b="1"/>
            </a:lvl6pPr>
            <a:lvl7pPr marL="0" indent="0">
              <a:spcBef>
                <a:spcPts val="0"/>
              </a:spcBef>
              <a:buNone/>
              <a:defRPr sz="2000" b="1"/>
            </a:lvl7pPr>
            <a:lvl8pPr marL="0" indent="0">
              <a:spcBef>
                <a:spcPts val="0"/>
              </a:spcBef>
              <a:buNone/>
              <a:defRPr sz="2000" b="1"/>
            </a:lvl8pPr>
            <a:lvl9pPr marL="0" indent="0">
              <a:spcBef>
                <a:spcPts val="0"/>
              </a:spcBef>
              <a:buNone/>
              <a:defRPr sz="2000" b="1"/>
            </a:lvl9pPr>
          </a:lstStyle>
          <a:p>
            <a:pPr lvl="0"/>
            <a:r>
              <a:rPr lang="de-DE" noProof="0" dirty="0"/>
              <a:t>Unternehmen bearbeiten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331804" y="1376772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4547828" y="1592794"/>
            <a:ext cx="7644172" cy="5265205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2BEB21C-62B8-72C1-97F4-0C9519EE65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407368" y="3933056"/>
            <a:ext cx="3528000" cy="307777"/>
          </a:xfrm>
        </p:spPr>
        <p:txBody>
          <a:bodyPr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/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/>
            </a:lvl2pPr>
            <a:lvl3pPr marL="0" indent="0">
              <a:spcBef>
                <a:spcPts val="0"/>
              </a:spcBef>
              <a:buNone/>
              <a:defRPr sz="2000" b="0"/>
            </a:lvl3pPr>
            <a:lvl4pPr marL="0" indent="0">
              <a:spcBef>
                <a:spcPts val="0"/>
              </a:spcBef>
              <a:buNone/>
              <a:defRPr sz="2000" b="0"/>
            </a:lvl4pPr>
            <a:lvl5pPr marL="0" indent="0">
              <a:spcBef>
                <a:spcPts val="0"/>
              </a:spcBef>
              <a:buNone/>
              <a:defRPr sz="2000" b="0"/>
            </a:lvl5pPr>
            <a:lvl6pPr marL="0" indent="0">
              <a:spcBef>
                <a:spcPts val="0"/>
              </a:spcBef>
              <a:buNone/>
              <a:defRPr sz="2000" b="0"/>
            </a:lvl6pPr>
            <a:lvl7pPr marL="0" indent="0">
              <a:spcBef>
                <a:spcPts val="0"/>
              </a:spcBef>
              <a:buNone/>
              <a:defRPr sz="2000" b="0"/>
            </a:lvl7pPr>
            <a:lvl8pPr marL="0" indent="0">
              <a:spcBef>
                <a:spcPts val="0"/>
              </a:spcBef>
              <a:buNone/>
              <a:defRPr sz="2000" b="0"/>
            </a:lvl8pPr>
            <a:lvl9pPr marL="0" indent="0">
              <a:spcBef>
                <a:spcPts val="0"/>
              </a:spcBef>
              <a:buNone/>
              <a:defRPr sz="2000" b="0"/>
            </a:lvl9pPr>
          </a:lstStyle>
          <a:p>
            <a:pPr lvl="0"/>
            <a:r>
              <a:rPr lang="de-DE" noProof="0" dirty="0"/>
              <a:t>Adresse bearbeiten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760929B-6D95-E7C0-511B-864EF5C899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07368" y="5173451"/>
            <a:ext cx="3528000" cy="307777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 dirty="0"/>
              <a:t>Name Nachname bearbeiten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429AE24-AEAB-6810-82B2-87C17864D9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407368" y="5605499"/>
            <a:ext cx="3528000" cy="307777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Telefonnummer bearbeiten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E1227613-041F-0352-5F54-81C652D373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407368" y="5929535"/>
            <a:ext cx="3528000" cy="307777"/>
          </a:xfrm>
        </p:spPr>
        <p:txBody>
          <a:bodyPr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E-Mail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FACF954-2526-E9A2-608E-B6111B474087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86433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ontakt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2F3838-A5C6-E535-702C-8833F90A63C9}"/>
              </a:ext>
            </a:extLst>
          </p:cNvPr>
          <p:cNvSpPr/>
          <p:nvPr userDrawn="1"/>
        </p:nvSpPr>
        <p:spPr bwMode="hidden">
          <a:xfrm>
            <a:off x="622648" y="1808076"/>
            <a:ext cx="11569352" cy="50499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224644"/>
            <a:ext cx="5472732" cy="498598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Folientitel bearbeiten</a:t>
            </a:r>
            <a:endParaRPr lang="de-DE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3452" y="2348880"/>
            <a:ext cx="4716648" cy="307777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/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/>
            </a:lvl2pPr>
            <a:lvl3pPr marL="0" indent="0">
              <a:spcBef>
                <a:spcPts val="0"/>
              </a:spcBef>
              <a:buNone/>
              <a:defRPr sz="2000" b="1"/>
            </a:lvl3pPr>
            <a:lvl4pPr marL="0" indent="0">
              <a:spcBef>
                <a:spcPts val="0"/>
              </a:spcBef>
              <a:buNone/>
              <a:defRPr sz="2000" b="1"/>
            </a:lvl4pPr>
            <a:lvl5pPr marL="0" indent="0">
              <a:spcBef>
                <a:spcPts val="0"/>
              </a:spcBef>
              <a:buNone/>
              <a:defRPr sz="2000" b="1"/>
            </a:lvl5pPr>
            <a:lvl6pPr marL="0" indent="0">
              <a:spcBef>
                <a:spcPts val="0"/>
              </a:spcBef>
              <a:buNone/>
              <a:defRPr sz="2000" b="1"/>
            </a:lvl6pPr>
            <a:lvl7pPr marL="0" indent="0">
              <a:spcBef>
                <a:spcPts val="0"/>
              </a:spcBef>
              <a:buNone/>
              <a:defRPr sz="2000" b="1"/>
            </a:lvl7pPr>
            <a:lvl8pPr marL="0" indent="0">
              <a:spcBef>
                <a:spcPts val="0"/>
              </a:spcBef>
              <a:buNone/>
              <a:defRPr sz="2000" b="1"/>
            </a:lvl8pPr>
            <a:lvl9pPr marL="0" indent="0">
              <a:spcBef>
                <a:spcPts val="0"/>
              </a:spcBef>
              <a:buNone/>
              <a:defRPr sz="2000" b="1"/>
            </a:lvl9pPr>
          </a:lstStyle>
          <a:p>
            <a:pPr lvl="0"/>
            <a:r>
              <a:rPr lang="de-DE" noProof="0" dirty="0"/>
              <a:t>Unternehmen bearbeiten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2BEB21C-62B8-72C1-97F4-0C9519EE65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1163452" y="2764669"/>
            <a:ext cx="4716648" cy="307777"/>
          </a:xfrm>
        </p:spPr>
        <p:txBody>
          <a:bodyPr wrap="square"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/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/>
            </a:lvl2pPr>
            <a:lvl3pPr marL="0" indent="0">
              <a:spcBef>
                <a:spcPts val="0"/>
              </a:spcBef>
              <a:buNone/>
              <a:defRPr sz="2000" b="0"/>
            </a:lvl3pPr>
            <a:lvl4pPr marL="0" indent="0">
              <a:spcBef>
                <a:spcPts val="0"/>
              </a:spcBef>
              <a:buNone/>
              <a:defRPr sz="2000" b="0"/>
            </a:lvl4pPr>
            <a:lvl5pPr marL="0" indent="0">
              <a:spcBef>
                <a:spcPts val="0"/>
              </a:spcBef>
              <a:buNone/>
              <a:defRPr sz="2000" b="0"/>
            </a:lvl5pPr>
            <a:lvl6pPr marL="0" indent="0">
              <a:spcBef>
                <a:spcPts val="0"/>
              </a:spcBef>
              <a:buNone/>
              <a:defRPr sz="2000" b="0"/>
            </a:lvl6pPr>
            <a:lvl7pPr marL="0" indent="0">
              <a:spcBef>
                <a:spcPts val="0"/>
              </a:spcBef>
              <a:buNone/>
              <a:defRPr sz="2000" b="0"/>
            </a:lvl7pPr>
            <a:lvl8pPr marL="0" indent="0">
              <a:spcBef>
                <a:spcPts val="0"/>
              </a:spcBef>
              <a:buNone/>
              <a:defRPr sz="2000" b="0"/>
            </a:lvl8pPr>
            <a:lvl9pPr marL="0" indent="0">
              <a:spcBef>
                <a:spcPts val="0"/>
              </a:spcBef>
              <a:buNone/>
              <a:defRPr sz="2000" b="0"/>
            </a:lvl9pPr>
          </a:lstStyle>
          <a:p>
            <a:pPr lvl="0"/>
            <a:r>
              <a:rPr lang="de-DE" noProof="0" dirty="0"/>
              <a:t>Adresse bearbeiten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760929B-6D95-E7C0-511B-864EF5C899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1163452" y="4005064"/>
            <a:ext cx="4716648" cy="307777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/>
              <a:t>Name Nachname bearbeiten</a:t>
            </a:r>
            <a:endParaRPr lang="de-DE" noProof="0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429AE24-AEAB-6810-82B2-87C17864D9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1163452" y="4437112"/>
            <a:ext cx="4716648" cy="307777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Telefonnummer bearbeiten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E1227613-041F-0352-5F54-81C652D373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1163452" y="4761148"/>
            <a:ext cx="4716648" cy="307777"/>
          </a:xfrm>
        </p:spPr>
        <p:txBody>
          <a:bodyPr wrap="square"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E-Mail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A909786-6D6F-F9F7-52AF-20356F6773E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42671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 Title Slide with dark Image (fu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153363-F52B-ABF7-F309-43F3544390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"/>
            <a:ext cx="12192000" cy="6858000"/>
          </a:xfrm>
          <a:solidFill>
            <a:schemeClr val="tx2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image by clicking on icon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2398297"/>
            <a:ext cx="5472000" cy="1329595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edit subtitle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edit Speaker Name Surname  |  Place  |  Date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6184790-58D3-BEE6-1251-DF5AF11454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9061233" y="316267"/>
            <a:ext cx="2723399" cy="306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77856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mit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153363-F52B-ABF7-F309-43F3544390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invGray">
          <a:xfrm>
            <a:off x="7860564" y="2526561"/>
            <a:ext cx="4331436" cy="4331439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FA4B1D-AF50-2FD8-251C-D9725F8EFE94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6566754" y="1232756"/>
            <a:ext cx="5625248" cy="5625246"/>
            <a:chOff x="5118212" y="1097010"/>
            <a:chExt cx="3600003" cy="3600000"/>
          </a:xfrm>
          <a:solidFill>
            <a:schemeClr val="accent3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FC2907-1941-53AF-B77F-1515A57E17DA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4" y="1097010"/>
              <a:ext cx="2772001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9B23BE-2B74-8159-0AFD-58AAE589A892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1733500"/>
            <a:ext cx="5472000" cy="199439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inv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Vorname und Nachname des Redners  |  Ort  |  Datum bearbeiten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9EE62A4-7383-CA24-B3D5-1DF50584FE87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10216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1733500"/>
            <a:ext cx="5472000" cy="199439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inv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Vorname und Nachname des Redners  |  Ort  |  Datum bearbeiten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9EE62A4-7383-CA24-B3D5-1DF50584FE87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87DA1D8-4A2E-84B9-34D3-11231EFEBD40}"/>
              </a:ext>
            </a:extLst>
          </p:cNvPr>
          <p:cNvGrpSpPr/>
          <p:nvPr userDrawn="1"/>
        </p:nvGrpSpPr>
        <p:grpSpPr>
          <a:xfrm>
            <a:off x="10818263" y="5270919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7ECEE38-FEF3-9159-19AA-B7E64F4ADE12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EBCEAB2-E2E3-64DD-F16E-BFEE241F3099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A4D8B78-B057-B77B-A1DF-49436D1F8FA3}"/>
              </a:ext>
            </a:extLst>
          </p:cNvPr>
          <p:cNvGrpSpPr/>
          <p:nvPr userDrawn="1"/>
        </p:nvGrpSpPr>
        <p:grpSpPr>
          <a:xfrm>
            <a:off x="9473526" y="5270919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1071686-39A8-A68C-4CFD-9485F9F28F19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656EC53-6ED6-C062-D746-D5093EBA5CA3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C95DE67-9DBF-019D-7583-BAEFA4FFD5FC}"/>
              </a:ext>
            </a:extLst>
          </p:cNvPr>
          <p:cNvGrpSpPr/>
          <p:nvPr userDrawn="1"/>
        </p:nvGrpSpPr>
        <p:grpSpPr>
          <a:xfrm>
            <a:off x="8128789" y="5270919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F8558EB-A106-5937-C0F1-ED992B3DE5D8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DD16516-CC17-EFB1-9040-891E34460EC9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7A64F1-0070-7E96-A39D-EDE34500DB68}"/>
              </a:ext>
            </a:extLst>
          </p:cNvPr>
          <p:cNvGrpSpPr/>
          <p:nvPr userDrawn="1"/>
        </p:nvGrpSpPr>
        <p:grpSpPr>
          <a:xfrm>
            <a:off x="10818263" y="3898740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CC4BC2D-BEC4-82DB-ED19-54F6AA7B207A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11C8344-A618-6028-0D70-521F45952F44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7B94EDA-456B-3696-0B92-37ECE394EF8F}"/>
              </a:ext>
            </a:extLst>
          </p:cNvPr>
          <p:cNvGrpSpPr/>
          <p:nvPr userDrawn="1"/>
        </p:nvGrpSpPr>
        <p:grpSpPr>
          <a:xfrm>
            <a:off x="10818263" y="2526561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9708096-98A4-FCB2-FD59-D8D0BD9A1532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992F399-A31F-BEE7-3999-B1F29D0F6EE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E2F85ED-DC11-0BF4-D5A8-8D0F3F5B2538}"/>
              </a:ext>
            </a:extLst>
          </p:cNvPr>
          <p:cNvGrpSpPr/>
          <p:nvPr userDrawn="1"/>
        </p:nvGrpSpPr>
        <p:grpSpPr>
          <a:xfrm>
            <a:off x="9473526" y="3898740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284ABA7-1864-57C4-1C1A-8504DC975A16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B753811-9AA7-F884-ACDD-FE62679BF114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EF1828B-9178-4123-CA56-6DB3D2C0D72E}"/>
              </a:ext>
            </a:extLst>
          </p:cNvPr>
          <p:cNvGrpSpPr/>
          <p:nvPr userDrawn="1"/>
        </p:nvGrpSpPr>
        <p:grpSpPr>
          <a:xfrm>
            <a:off x="9473526" y="2526561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3C9F6CC-33EB-7EC2-556A-27534557B17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3569D17-60F4-CB39-7577-0F774F74D69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908F0FF-FD3C-7A0A-7CCD-03B1A89F6BD6}"/>
              </a:ext>
            </a:extLst>
          </p:cNvPr>
          <p:cNvGrpSpPr/>
          <p:nvPr userDrawn="1"/>
        </p:nvGrpSpPr>
        <p:grpSpPr>
          <a:xfrm>
            <a:off x="8128789" y="3898740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7E685A2-F2E6-FD27-5481-9C5E0B3C0ACE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008F819-5A7F-279D-1ABC-F74AE6369F26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CA75C13-30CC-B054-5021-60F40DAFFA63}"/>
              </a:ext>
            </a:extLst>
          </p:cNvPr>
          <p:cNvGrpSpPr/>
          <p:nvPr userDrawn="1"/>
        </p:nvGrpSpPr>
        <p:grpSpPr>
          <a:xfrm>
            <a:off x="8128789" y="2526561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D0CAF89-0544-9B65-AA7A-3D0064A4C6E3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665B20C-9419-6693-DF6E-CBD90434BF13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23726152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mit hel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C69092D-0848-0CEB-3599-FA90038BEF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5905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C69092D-0848-0CEB-3599-FA90038BEF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153363-F52B-ABF7-F309-43F3544390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1"/>
            <a:ext cx="12192000" cy="6858000"/>
          </a:xfrm>
          <a:solidFill>
            <a:schemeClr val="accent3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1733500"/>
            <a:ext cx="5472000" cy="1994392"/>
          </a:xfrm>
        </p:spPr>
        <p:txBody>
          <a:bodyPr vert="horz"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  <a:endParaRPr lang="de-DE" noProof="0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Vorname und Nachname des Redners  |  Ort  |  Datum bearbeiten</a:t>
            </a:r>
            <a:endParaRPr lang="de-DE" noProof="0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6184790-58D3-BEE6-1251-DF5AF11454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9061233" y="316267"/>
            <a:ext cx="2723399" cy="306000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54507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mit dunk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153363-F52B-ABF7-F309-43F3544390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1"/>
            <a:ext cx="12192000" cy="6858000"/>
          </a:xfrm>
          <a:solidFill>
            <a:schemeClr val="tx2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1733500"/>
            <a:ext cx="5472000" cy="1994392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  <a:endParaRPr lang="de-DE" noProof="0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Vorname und Nachname des Redners  |  Ort  |  Datum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6184790-58D3-BEE6-1251-DF5AF11454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9061233" y="316267"/>
            <a:ext cx="2723399" cy="306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19536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Agenda (ku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7860564" y="2526561"/>
            <a:ext cx="4331436" cy="4331439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A912F9-275B-C7C6-7D6F-F7EE4DB15DD1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6566754" y="1232756"/>
            <a:ext cx="5625248" cy="5625246"/>
            <a:chOff x="5118212" y="1097010"/>
            <a:chExt cx="3600003" cy="3600000"/>
          </a:xfrm>
          <a:solidFill>
            <a:schemeClr val="accent3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7540F96-326B-4427-0D5C-14DBF0F727C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4" y="1097010"/>
              <a:ext cx="2772001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78704B2-8E28-7D64-3777-D6D6B155B8E6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550998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878303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Agendapunkt durch Klicken bearbeiten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BA5052-A202-BCA2-8153-3389CAF6C0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407368" y="1813806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A5CE4A-7B6B-9514-46BF-646ADCCCA0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407368" y="2141111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800E80-18FE-E4BD-1166-486A8FA33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407368" y="3076614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1D13016-0DCF-D74C-CA0F-D89CB08BD9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invGray">
          <a:xfrm>
            <a:off x="407368" y="3403919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D6C9F97-4534-577B-D60D-1C395C1AEB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invGray">
          <a:xfrm>
            <a:off x="407368" y="4339422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F78D257A-5C26-EA66-9237-66DB251471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invGray">
          <a:xfrm>
            <a:off x="407368" y="4666727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07D1D18-8228-4586-7B64-34CB34A9C9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invGray">
          <a:xfrm>
            <a:off x="407368" y="5602230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545E312-C142-5BB9-EB2A-BB24ACA32B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invGray">
          <a:xfrm>
            <a:off x="407368" y="5929535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65CA33-AA9E-7A32-CE7A-BDD65432F8F6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25124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Agenda (la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95688" y="86666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1271464" y="86666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BA5052-A202-BCA2-8153-3389CAF6C0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695688" y="252335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A5CE4A-7B6B-9514-46BF-646ADCCCA0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1271464" y="252335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800E80-18FE-E4BD-1166-486A8FA33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95688" y="418004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1D13016-0DCF-D74C-CA0F-D89CB08BD9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invGray">
          <a:xfrm>
            <a:off x="1271464" y="418004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D6C9F97-4534-577B-D60D-1C395C1AEB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invGray">
          <a:xfrm>
            <a:off x="695688" y="583673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F78D257A-5C26-EA66-9237-66DB251471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invGray">
          <a:xfrm>
            <a:off x="1271464" y="583673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07D1D18-8228-4586-7B64-34CB34A9C9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invGray">
          <a:xfrm>
            <a:off x="6599601" y="86666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545E312-C142-5BB9-EB2A-BB24ACA32B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invGray">
          <a:xfrm>
            <a:off x="7176120" y="86666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9869216-F3DD-B120-8E16-192D329301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6599601" y="252335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43074A1-5F92-C297-85D0-F6BD379A710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7176120" y="252335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7EDB6F1-42E5-809A-9CA0-569CE5A62B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invGray">
          <a:xfrm>
            <a:off x="6599601" y="418004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0130424-D5B5-ABCA-7E09-F4049D2BE79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7176120" y="418004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778ED80-F21C-EA55-AF34-C3844D3A30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6599601" y="583673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CCD326D7-EE7F-3639-6EC6-AABD50A63C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invGray">
          <a:xfrm>
            <a:off x="7176120" y="583673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A9A56442-104B-8716-9776-E93B0198B7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invGray">
          <a:xfrm>
            <a:off x="558933" y="623069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5076137-1D00-123E-FB88-3BE4519949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invGray">
          <a:xfrm>
            <a:off x="410552" y="771450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AFCAA85B-A243-23D7-C3A1-E6D15027235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invGray">
          <a:xfrm>
            <a:off x="558933" y="2279438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A5D4675-699F-1D42-8104-BC4E974BA8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invGray">
          <a:xfrm>
            <a:off x="410552" y="2427819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96498A99-CE0A-4D40-4CEA-9398A2AAD4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invGray">
          <a:xfrm>
            <a:off x="558933" y="3935807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0B27EB0A-67DA-288D-57CD-3DD47F4F55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invGray">
          <a:xfrm>
            <a:off x="410552" y="4084188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E87B7B9F-78B6-D6E9-675A-F66D6353EE6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invGray">
          <a:xfrm>
            <a:off x="558933" y="5592176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EDD69CC-238F-71F4-A3E5-5343919EE6D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invGray">
          <a:xfrm>
            <a:off x="410552" y="5740557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AA04C3C-8DA4-FDDD-4F18-7FFD1B9901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invGray">
          <a:xfrm>
            <a:off x="6460405" y="623069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D8E6D59F-5D73-E1B6-C3AD-40065775B36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invGray">
          <a:xfrm>
            <a:off x="6312024" y="771450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EEF4619-EAD3-06DB-1BAA-73C534B22D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invGray">
          <a:xfrm>
            <a:off x="6460405" y="2279438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CB56FAC6-F5E9-ED86-BEF2-F00C3C36FB5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invGray">
          <a:xfrm>
            <a:off x="6312024" y="2427819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33A4D0D3-1C23-A91D-CD71-E0C1A0A1B6A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invGray">
          <a:xfrm>
            <a:off x="6460405" y="3935807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8250118E-33E8-A98B-7FB3-F0119E495F5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invGray">
          <a:xfrm>
            <a:off x="6312024" y="4084188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FDF475BB-63D2-6802-EDAC-4C194495282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invGray">
          <a:xfrm>
            <a:off x="6460405" y="5592176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7A36D9D3-E425-FAD9-D386-02E9C80A5A5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invGray">
          <a:xfrm>
            <a:off x="6312024" y="5740557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15434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mit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7860564" y="2526561"/>
            <a:ext cx="4331436" cy="4331439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A912F9-275B-C7C6-7D6F-F7EE4DB15DD1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6566754" y="1232756"/>
            <a:ext cx="5625248" cy="5625246"/>
            <a:chOff x="5118212" y="1097010"/>
            <a:chExt cx="3600003" cy="3600000"/>
          </a:xfrm>
          <a:solidFill>
            <a:schemeClr val="accent3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7540F96-326B-4427-0D5C-14DBF0F727C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4" y="1097010"/>
              <a:ext cx="2772001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78704B2-8E28-7D64-3777-D6D6B155B8E6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1FA5F87-1B99-D661-5A5F-85AAB0F9F7F0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345562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1FA5F87-1B99-D661-5A5F-85AAB0F9F7F0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CD15D5-B2BC-1D21-3D27-DAE18B329A92}"/>
              </a:ext>
            </a:extLst>
          </p:cNvPr>
          <p:cNvGrpSpPr/>
          <p:nvPr userDrawn="1"/>
        </p:nvGrpSpPr>
        <p:grpSpPr>
          <a:xfrm>
            <a:off x="10818263" y="5270919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80AE40C-F184-4C00-E83C-008D903B11CE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A597853-AAAC-EA61-A91A-3347819CB16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3730328-3DB0-9109-480A-0B7F50CA992D}"/>
              </a:ext>
            </a:extLst>
          </p:cNvPr>
          <p:cNvGrpSpPr/>
          <p:nvPr userDrawn="1"/>
        </p:nvGrpSpPr>
        <p:grpSpPr>
          <a:xfrm>
            <a:off x="9473526" y="5270919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1ADEE5-F91D-3561-E98D-E834F2C332CB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B4C028-0313-ACDF-0E94-C23D994D03A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77C964C-D670-DD74-72B9-A2F663680885}"/>
              </a:ext>
            </a:extLst>
          </p:cNvPr>
          <p:cNvGrpSpPr/>
          <p:nvPr userDrawn="1"/>
        </p:nvGrpSpPr>
        <p:grpSpPr>
          <a:xfrm>
            <a:off x="8128789" y="5270919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ABA3E1-4206-842E-CD05-D0013BE90AE8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EBC684-E00A-1004-4AFC-1494FDFD50CE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99870B-42FB-B974-F275-B0F126ACE0EF}"/>
              </a:ext>
            </a:extLst>
          </p:cNvPr>
          <p:cNvGrpSpPr/>
          <p:nvPr userDrawn="1"/>
        </p:nvGrpSpPr>
        <p:grpSpPr>
          <a:xfrm>
            <a:off x="10818263" y="3898740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BC35B8-7839-1FD3-2F5F-13E9F5ABB9D5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DCC837-AA08-5482-270E-AD6DDA38BE1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D0EA5C-AB42-C9CF-DEF0-613C2E248D46}"/>
              </a:ext>
            </a:extLst>
          </p:cNvPr>
          <p:cNvGrpSpPr/>
          <p:nvPr userDrawn="1"/>
        </p:nvGrpSpPr>
        <p:grpSpPr>
          <a:xfrm>
            <a:off x="10818263" y="2526561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0297249-2156-F550-B99C-D57136C1F9A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EF15F3A-8B64-84E0-ADFE-E69D5FE04968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2026ED-201C-DDE3-5CEF-96DEF03F3505}"/>
              </a:ext>
            </a:extLst>
          </p:cNvPr>
          <p:cNvGrpSpPr/>
          <p:nvPr userDrawn="1"/>
        </p:nvGrpSpPr>
        <p:grpSpPr>
          <a:xfrm>
            <a:off x="9473526" y="3898740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330780-B6B2-04F3-FC1E-88B6DE588433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2D3A249-2E97-2EEA-AC24-C51396ED7E88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63F471-6F5A-2151-3C34-ECD8725C2269}"/>
              </a:ext>
            </a:extLst>
          </p:cNvPr>
          <p:cNvGrpSpPr/>
          <p:nvPr userDrawn="1"/>
        </p:nvGrpSpPr>
        <p:grpSpPr>
          <a:xfrm>
            <a:off x="9473526" y="2526561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6E39C1F-C090-AD46-24D8-933E84C78F8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BE6A681-BC08-9D6C-5F8C-140E64594AD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4B7E3D5-5934-28BD-C4C9-DB1F1A27587D}"/>
              </a:ext>
            </a:extLst>
          </p:cNvPr>
          <p:cNvGrpSpPr/>
          <p:nvPr userDrawn="1"/>
        </p:nvGrpSpPr>
        <p:grpSpPr>
          <a:xfrm>
            <a:off x="8128789" y="3898740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F54D64F-4C62-85F8-0319-DD6F24B3A533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16CBC2-9F37-FDC1-E6A9-BCA068BFD08B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0B4DB34-ABED-4876-3FFE-09B967198E75}"/>
              </a:ext>
            </a:extLst>
          </p:cNvPr>
          <p:cNvGrpSpPr/>
          <p:nvPr userDrawn="1"/>
        </p:nvGrpSpPr>
        <p:grpSpPr>
          <a:xfrm>
            <a:off x="8128789" y="2526561"/>
            <a:ext cx="966369" cy="966369"/>
            <a:chOff x="10818263" y="5270919"/>
            <a:chExt cx="966369" cy="966369"/>
          </a:xfrm>
          <a:solidFill>
            <a:schemeClr val="accent3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864C1C-CF87-67B3-937A-364552C5BF33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B485F2-EC17-B6E9-4E2C-96AA56DDBB3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29747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mit hel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0" y="1"/>
            <a:ext cx="12192000" cy="6858000"/>
          </a:xfrm>
          <a:solidFill>
            <a:schemeClr val="accent3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D71E6C-5977-77A5-DEBC-7C6A150904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061233" y="316267"/>
            <a:ext cx="2723399" cy="306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539549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mit dunk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0" y="1"/>
            <a:ext cx="12192000" cy="6858000"/>
          </a:xfrm>
          <a:solidFill>
            <a:schemeClr val="tx2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D71E6C-5977-77A5-DEBC-7C6A150904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061233" y="316267"/>
            <a:ext cx="2723399" cy="306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119614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5576980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1 (ein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1592796"/>
            <a:ext cx="11376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1181364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2 (zw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6312024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5651845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3 (zw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03ACE4-6865-3058-0529-B76A74CBFF8D}"/>
              </a:ext>
            </a:extLst>
          </p:cNvPr>
          <p:cNvSpPr/>
          <p:nvPr userDrawn="1"/>
        </p:nvSpPr>
        <p:spPr bwMode="hidden">
          <a:xfrm>
            <a:off x="0" y="1411200"/>
            <a:ext cx="6096000" cy="544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1FA592-2D70-5C10-5164-725AB371FA1F}"/>
              </a:ext>
            </a:extLst>
          </p:cNvPr>
          <p:cNvSpPr/>
          <p:nvPr userDrawn="1"/>
        </p:nvSpPr>
        <p:spPr bwMode="hidden">
          <a:xfrm>
            <a:off x="6096000" y="1411200"/>
            <a:ext cx="6096000" cy="54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368" y="1592796"/>
            <a:ext cx="5472732" cy="46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6312024" y="1592796"/>
            <a:ext cx="5472732" cy="46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3557962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4 (dr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1592796"/>
            <a:ext cx="3528045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331804" y="1592796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001225D-F57A-2BE4-19C6-E010F51894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8256240" y="1592796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5763928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5 (dr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CCC9E4-C95B-A6D9-03B8-301A2FDA1DF6}"/>
              </a:ext>
            </a:extLst>
          </p:cNvPr>
          <p:cNvSpPr/>
          <p:nvPr userDrawn="1"/>
        </p:nvSpPr>
        <p:spPr bwMode="hidden">
          <a:xfrm>
            <a:off x="3935227" y="1411200"/>
            <a:ext cx="4321546" cy="544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666EBE-6F81-F18D-3826-76D8A6FE31BD}"/>
              </a:ext>
            </a:extLst>
          </p:cNvPr>
          <p:cNvSpPr/>
          <p:nvPr userDrawn="1"/>
        </p:nvSpPr>
        <p:spPr bwMode="hidden">
          <a:xfrm>
            <a:off x="8058034" y="1411200"/>
            <a:ext cx="4133966" cy="54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748741-B6FE-DA03-E357-3D7AC069B69D}"/>
              </a:ext>
            </a:extLst>
          </p:cNvPr>
          <p:cNvSpPr/>
          <p:nvPr userDrawn="1"/>
        </p:nvSpPr>
        <p:spPr bwMode="hidden">
          <a:xfrm>
            <a:off x="0" y="1411200"/>
            <a:ext cx="4133619" cy="54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368" y="1592796"/>
            <a:ext cx="3528045" cy="46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31827" y="1592796"/>
            <a:ext cx="3528000" cy="46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001225D-F57A-2BE4-19C6-E010F51894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8256240" y="1592796"/>
            <a:ext cx="3528000" cy="46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42420472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invGray">
          <a:xfrm>
            <a:off x="407368" y="2384884"/>
            <a:ext cx="11376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Diagramm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224644"/>
            <a:ext cx="10512000" cy="997196"/>
          </a:xfrm>
        </p:spPr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  <a:endParaRPr lang="de-DE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1592796"/>
            <a:ext cx="11376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407368" y="1975122"/>
            <a:ext cx="11376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Werteinheit durch Klicken bearbeiten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407368" y="6082908"/>
            <a:ext cx="11376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  <a:endParaRPr lang="de-DE" noProof="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1285A9B-5A2E-1AF1-12B2-F9DB67394A4E}"/>
              </a:ext>
            </a:extLst>
          </p:cNvPr>
          <p:cNvSpPr/>
          <p:nvPr userDrawn="1"/>
        </p:nvSpPr>
        <p:spPr>
          <a:xfrm>
            <a:off x="2136000" y="1526602"/>
            <a:ext cx="7920000" cy="38047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0" tIns="360000" rIns="360000" bIns="360000" rtlCol="0" anchor="ctr" anchorCtr="0">
            <a:noAutofit/>
          </a:bodyPr>
          <a:lstStyle/>
          <a:p>
            <a:pPr marL="0" indent="0" algn="ctr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de-DE" sz="3600" noProof="0" dirty="0">
                <a:solidFill>
                  <a:srgbClr val="FFFF00"/>
                </a:solidFill>
              </a:rPr>
              <a:t>Aus Gründen der Lesbarkeit sind Diagramme und Tabellen auf dem Vanguard-Hintergrund nicht zulässig. Bitte wechseln Sie zu einer der beiden anderen Layout-Versionen (Haze oder </a:t>
            </a:r>
            <a:r>
              <a:rPr lang="de-DE" sz="3600" noProof="0" dirty="0" err="1">
                <a:solidFill>
                  <a:srgbClr val="FFFF00"/>
                </a:solidFill>
              </a:rPr>
              <a:t>Charcoal</a:t>
            </a:r>
            <a:r>
              <a:rPr lang="de-DE" sz="3600" noProof="0" dirty="0">
                <a:solidFill>
                  <a:srgbClr val="FFFF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540772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zwei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invGray">
          <a:xfrm>
            <a:off x="407368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Diagramm durch Klicken auf Symbol hinzufügen</a:t>
            </a:r>
          </a:p>
        </p:txBody>
      </p:sp>
      <p:sp>
        <p:nvSpPr>
          <p:cNvPr id="14" name="Chart Placeholder 9">
            <a:extLst>
              <a:ext uri="{FF2B5EF4-FFF2-40B4-BE49-F238E27FC236}">
                <a16:creationId xmlns:a16="http://schemas.microsoft.com/office/drawing/2014/main" id="{3B6BA9E7-0268-DDE7-1A78-D4421DD3388E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 bwMode="invGray">
          <a:xfrm>
            <a:off x="6312024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Diagramm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224644"/>
            <a:ext cx="10512000" cy="997196"/>
          </a:xfrm>
        </p:spPr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407368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  <a:endParaRPr lang="de-DE" noProof="0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407368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FFAF3E6-0CA2-E2D4-5C5D-FF9ACFB418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invGray">
          <a:xfrm>
            <a:off x="6312024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FE1FF6C-9788-8F66-12C0-AF4F2BD68E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invGray">
          <a:xfrm>
            <a:off x="6312024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  <a:endParaRPr lang="de-DE" noProof="0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E701A8C-48E4-09D5-C05A-588B4E43CB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invGray">
          <a:xfrm>
            <a:off x="6312024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52EAE06-250C-55A8-1A6B-8D10DEC00CD5}"/>
              </a:ext>
            </a:extLst>
          </p:cNvPr>
          <p:cNvSpPr/>
          <p:nvPr userDrawn="1"/>
        </p:nvSpPr>
        <p:spPr>
          <a:xfrm>
            <a:off x="2136000" y="1526602"/>
            <a:ext cx="7920000" cy="38047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0" tIns="360000" rIns="360000" bIns="360000" rtlCol="0" anchor="ctr" anchorCtr="0">
            <a:noAutofit/>
          </a:bodyPr>
          <a:lstStyle/>
          <a:p>
            <a:pPr marL="0" indent="0" algn="ctr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de-DE" sz="3600" noProof="0" dirty="0">
                <a:solidFill>
                  <a:srgbClr val="FFFF00"/>
                </a:solidFill>
              </a:rPr>
              <a:t>Aus Gründen der Lesbarkeit sind Diagramme und Tabellen auf dem Vanguard-Hintergrund nicht zulässig. Bitte wechseln Sie zu einer der beiden anderen Layout-Versionen (Haze oder </a:t>
            </a:r>
            <a:r>
              <a:rPr lang="de-DE" sz="3600" noProof="0" dirty="0" err="1">
                <a:solidFill>
                  <a:srgbClr val="FFFF00"/>
                </a:solidFill>
              </a:rPr>
              <a:t>Charcoal</a:t>
            </a:r>
            <a:r>
              <a:rPr lang="de-DE" sz="3600" noProof="0" dirty="0">
                <a:solidFill>
                  <a:srgbClr val="FFFF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661988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Diagramm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invGray">
          <a:xfrm>
            <a:off x="6312024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Diagramm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6312024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6312024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  <a:endParaRPr lang="de-DE" noProof="0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6312024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CD57FFE-5E3A-F854-37D4-6E5A368228A7}"/>
              </a:ext>
            </a:extLst>
          </p:cNvPr>
          <p:cNvSpPr/>
          <p:nvPr userDrawn="1"/>
        </p:nvSpPr>
        <p:spPr>
          <a:xfrm>
            <a:off x="2136000" y="1526602"/>
            <a:ext cx="7920000" cy="38047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0" tIns="360000" rIns="360000" bIns="360000" rtlCol="0" anchor="ctr" anchorCtr="0">
            <a:noAutofit/>
          </a:bodyPr>
          <a:lstStyle/>
          <a:p>
            <a:pPr marL="0" indent="0" algn="ctr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de-DE" sz="3600" noProof="0" dirty="0">
                <a:solidFill>
                  <a:srgbClr val="FFFF00"/>
                </a:solidFill>
              </a:rPr>
              <a:t>Aus Gründen der Lesbarkeit sind Diagramme und Tabellen auf dem Vanguard-Hintergrund nicht zulässig. Bitte wechseln Sie zu einer der beiden anderen Layout-Versionen (Haze oder </a:t>
            </a:r>
            <a:r>
              <a:rPr lang="de-DE" sz="3600" noProof="0" dirty="0" err="1">
                <a:solidFill>
                  <a:srgbClr val="FFFF00"/>
                </a:solidFill>
              </a:rPr>
              <a:t>Charcoal</a:t>
            </a:r>
            <a:r>
              <a:rPr lang="de-DE" sz="3600" noProof="0" dirty="0">
                <a:solidFill>
                  <a:srgbClr val="FFFF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903350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Diagramm (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invGray">
          <a:xfrm>
            <a:off x="407368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Diagramm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224644"/>
            <a:ext cx="10512000" cy="997196"/>
          </a:xfrm>
        </p:spPr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312024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407368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407368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  <a:endParaRPr lang="de-DE" noProof="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82F8C3F-1678-644A-5E92-120D778CA598}"/>
              </a:ext>
            </a:extLst>
          </p:cNvPr>
          <p:cNvSpPr/>
          <p:nvPr userDrawn="1"/>
        </p:nvSpPr>
        <p:spPr>
          <a:xfrm>
            <a:off x="2136000" y="1526602"/>
            <a:ext cx="7920000" cy="38047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0" tIns="360000" rIns="360000" bIns="360000" rtlCol="0" anchor="ctr" anchorCtr="0">
            <a:noAutofit/>
          </a:bodyPr>
          <a:lstStyle/>
          <a:p>
            <a:pPr marL="0" indent="0" algn="ctr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de-DE" sz="3600" noProof="0" dirty="0">
                <a:solidFill>
                  <a:srgbClr val="FFFF00"/>
                </a:solidFill>
              </a:rPr>
              <a:t>Aus Gründen der Lesbarkeit sind Diagramme und Tabellen auf dem Vanguard-Hintergrund nicht zulässig. Bitte wechseln Sie zu einer der beiden anderen Layout-Versionen (Haze oder </a:t>
            </a:r>
            <a:r>
              <a:rPr lang="de-DE" sz="3600" noProof="0" dirty="0" err="1">
                <a:solidFill>
                  <a:srgbClr val="FFFF00"/>
                </a:solidFill>
              </a:rPr>
              <a:t>Charcoal</a:t>
            </a:r>
            <a:r>
              <a:rPr lang="de-DE" sz="3600" noProof="0" dirty="0">
                <a:solidFill>
                  <a:srgbClr val="FFFF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93724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zwei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3392" y="4293096"/>
            <a:ext cx="5256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6528048" y="4293096"/>
            <a:ext cx="5256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623392" y="1808820"/>
            <a:ext cx="5256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25D79E-09E4-6A2C-3DD6-89BCC16CC4A5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6312024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88115FF-B3BE-E934-53FD-9DD7AE33AB98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A18DEE-D4B6-2E62-64AE-04FAA7CC814C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578F7282-AC96-8E5B-BF09-0355E428912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invGray">
          <a:xfrm>
            <a:off x="6528048" y="1808820"/>
            <a:ext cx="5256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683519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drei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3392" y="4293096"/>
            <a:ext cx="3312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547828" y="4293096"/>
            <a:ext cx="3312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001225D-F57A-2BE4-19C6-E010F51894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8472264" y="4293096"/>
            <a:ext cx="3312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DA1AB8-5EE2-5CC0-D6A7-AC19A6DC2D9A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EC224A-84D5-E297-A9D1-4D9856F4785C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4CF66D-DBB8-6438-DBF5-DAAD681BB9E0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D0FF1E68-B844-DAB0-D531-6B027695C65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623392" y="1808820"/>
            <a:ext cx="3312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99224A-E3BD-EC33-33BA-132FE333B0BC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331804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FEC5F41-C51A-8737-086D-A4D748D53762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562F66B-AE82-396A-78BA-B8A9A8345A15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9CBB4DE4-768F-5C0A-F00E-947CC2FEC04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invGray">
          <a:xfrm>
            <a:off x="4547828" y="1808820"/>
            <a:ext cx="3312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3D7117-3194-F352-2EAF-412D22C04BA8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8256240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E446E7A-81BD-EEBD-E35D-016FA5D4734B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D7DFF23-8BE1-5F21-623F-554DF0764BD6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67BE0188-7B1D-1AF3-FAC1-AC1ECF26E39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invGray">
          <a:xfrm>
            <a:off x="8472264" y="1808820"/>
            <a:ext cx="3312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63157227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Bild (Mit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988" y="1592263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8256240" y="1592796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331804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4547828" y="1808819"/>
            <a:ext cx="3312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304388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988" y="1592263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331804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4547828" y="1808819"/>
            <a:ext cx="7236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98515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Bild (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8256240" y="1592263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623392" y="1808819"/>
            <a:ext cx="7236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4347935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623392" y="1808819"/>
            <a:ext cx="11160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7218334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0" y="0"/>
            <a:ext cx="12192000" cy="685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5696069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Aussage/ Zitat/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F6CCEE-3609-A3D9-710C-B1A619E74966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1227360" y="1228476"/>
            <a:ext cx="1584000" cy="1584000"/>
            <a:chOff x="5118212" y="1087283"/>
            <a:chExt cx="3600000" cy="3600000"/>
          </a:xfrm>
          <a:solidFill>
            <a:schemeClr val="accent3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E84438C-56F6-5D61-6F97-13660B1104A4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87283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C4A094-E408-14E3-8E55-1185E70C60EB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15283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0ACBE4F-5B28-6C7B-A6C8-6865AC6F03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1956000" y="1957116"/>
            <a:ext cx="8280000" cy="2659190"/>
          </a:xfrm>
        </p:spPr>
        <p:txBody>
          <a:bodyPr wrap="square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Aussage/Zwischenfazit/Zitat durch Klicken bearbeiten (kann auch mehrere Zeilen lang sein)</a:t>
            </a:r>
          </a:p>
        </p:txBody>
      </p:sp>
    </p:spTree>
    <p:extLst>
      <p:ext uri="{BB962C8B-B14F-4D97-AF65-F5344CB8AC3E}">
        <p14:creationId xmlns:p14="http://schemas.microsoft.com/office/powerpoint/2010/main" val="25659911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ontakt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224644"/>
            <a:ext cx="3528000" cy="997196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Folientitel bearbeiten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3517267"/>
            <a:ext cx="3528000" cy="307777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/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/>
            </a:lvl2pPr>
            <a:lvl3pPr marL="0" indent="0">
              <a:spcBef>
                <a:spcPts val="0"/>
              </a:spcBef>
              <a:buNone/>
              <a:defRPr sz="2000" b="1"/>
            </a:lvl3pPr>
            <a:lvl4pPr marL="0" indent="0">
              <a:spcBef>
                <a:spcPts val="0"/>
              </a:spcBef>
              <a:buNone/>
              <a:defRPr sz="2000" b="1"/>
            </a:lvl4pPr>
            <a:lvl5pPr marL="0" indent="0">
              <a:spcBef>
                <a:spcPts val="0"/>
              </a:spcBef>
              <a:buNone/>
              <a:defRPr sz="2000" b="1"/>
            </a:lvl5pPr>
            <a:lvl6pPr marL="0" indent="0">
              <a:spcBef>
                <a:spcPts val="0"/>
              </a:spcBef>
              <a:buNone/>
              <a:defRPr sz="2000" b="1"/>
            </a:lvl6pPr>
            <a:lvl7pPr marL="0" indent="0">
              <a:spcBef>
                <a:spcPts val="0"/>
              </a:spcBef>
              <a:buNone/>
              <a:defRPr sz="2000" b="1"/>
            </a:lvl7pPr>
            <a:lvl8pPr marL="0" indent="0">
              <a:spcBef>
                <a:spcPts val="0"/>
              </a:spcBef>
              <a:buNone/>
              <a:defRPr sz="2000" b="1"/>
            </a:lvl8pPr>
            <a:lvl9pPr marL="0" indent="0">
              <a:spcBef>
                <a:spcPts val="0"/>
              </a:spcBef>
              <a:buNone/>
              <a:defRPr sz="2000" b="1"/>
            </a:lvl9pPr>
          </a:lstStyle>
          <a:p>
            <a:pPr lvl="0"/>
            <a:r>
              <a:rPr lang="de-DE" noProof="0"/>
              <a:t>Unternehmen bearbeiten</a:t>
            </a:r>
            <a:endParaRPr lang="de-DE" noProof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331804" y="1376772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4547828" y="1592794"/>
            <a:ext cx="7644172" cy="5265205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2BEB21C-62B8-72C1-97F4-0C9519EE65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407368" y="3933056"/>
            <a:ext cx="3528000" cy="307777"/>
          </a:xfrm>
        </p:spPr>
        <p:txBody>
          <a:bodyPr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Adresse bearbeiten</a:t>
            </a:r>
            <a:endParaRPr lang="de-DE" noProof="0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760929B-6D95-E7C0-511B-864EF5C899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07368" y="5173451"/>
            <a:ext cx="3528000" cy="307777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Name Nachname bearbeiten</a:t>
            </a:r>
            <a:endParaRPr lang="de-DE" noProof="0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429AE24-AEAB-6810-82B2-87C17864D9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407368" y="5605499"/>
            <a:ext cx="3528000" cy="307777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Telefonnummer bearbeiten</a:t>
            </a:r>
            <a:endParaRPr lang="de-DE" noProof="0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E1227613-041F-0352-5F54-81C652D373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407368" y="5929535"/>
            <a:ext cx="3528000" cy="307777"/>
          </a:xfrm>
        </p:spPr>
        <p:txBody>
          <a:bodyPr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E-Mail bearbeiten</a:t>
            </a:r>
            <a:endParaRPr lang="de-DE" noProof="0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BBC7784-02F7-C46C-6F68-AE66B656F2E1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595214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ontakt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2F3838-A5C6-E535-702C-8833F90A63C9}"/>
              </a:ext>
            </a:extLst>
          </p:cNvPr>
          <p:cNvSpPr/>
          <p:nvPr userDrawn="1"/>
        </p:nvSpPr>
        <p:spPr bwMode="hidden">
          <a:xfrm>
            <a:off x="622648" y="1808076"/>
            <a:ext cx="11569352" cy="50499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224644"/>
            <a:ext cx="5472732" cy="498598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Folientitel bearbeiten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1163452" y="2348880"/>
            <a:ext cx="4716648" cy="307777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/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/>
            </a:lvl2pPr>
            <a:lvl3pPr marL="0" indent="0">
              <a:spcBef>
                <a:spcPts val="0"/>
              </a:spcBef>
              <a:buNone/>
              <a:defRPr sz="2000" b="1"/>
            </a:lvl3pPr>
            <a:lvl4pPr marL="0" indent="0">
              <a:spcBef>
                <a:spcPts val="0"/>
              </a:spcBef>
              <a:buNone/>
              <a:defRPr sz="2000" b="1"/>
            </a:lvl4pPr>
            <a:lvl5pPr marL="0" indent="0">
              <a:spcBef>
                <a:spcPts val="0"/>
              </a:spcBef>
              <a:buNone/>
              <a:defRPr sz="2000" b="1"/>
            </a:lvl5pPr>
            <a:lvl6pPr marL="0" indent="0">
              <a:spcBef>
                <a:spcPts val="0"/>
              </a:spcBef>
              <a:buNone/>
              <a:defRPr sz="2000" b="1"/>
            </a:lvl6pPr>
            <a:lvl7pPr marL="0" indent="0">
              <a:spcBef>
                <a:spcPts val="0"/>
              </a:spcBef>
              <a:buNone/>
              <a:defRPr sz="2000" b="1"/>
            </a:lvl7pPr>
            <a:lvl8pPr marL="0" indent="0">
              <a:spcBef>
                <a:spcPts val="0"/>
              </a:spcBef>
              <a:buNone/>
              <a:defRPr sz="2000" b="1"/>
            </a:lvl8pPr>
            <a:lvl9pPr marL="0" indent="0">
              <a:spcBef>
                <a:spcPts val="0"/>
              </a:spcBef>
              <a:buNone/>
              <a:defRPr sz="2000" b="1"/>
            </a:lvl9pPr>
          </a:lstStyle>
          <a:p>
            <a:pPr lvl="0"/>
            <a:r>
              <a:rPr lang="de-DE" noProof="0"/>
              <a:t>Unternehmen bearbeiten</a:t>
            </a:r>
            <a:endParaRPr lang="de-DE" noProof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2BEB21C-62B8-72C1-97F4-0C9519EE65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1163452" y="2764669"/>
            <a:ext cx="4716648" cy="307777"/>
          </a:xfrm>
        </p:spPr>
        <p:txBody>
          <a:bodyPr wrap="square"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/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/>
            </a:lvl2pPr>
            <a:lvl3pPr marL="0" indent="0">
              <a:spcBef>
                <a:spcPts val="0"/>
              </a:spcBef>
              <a:buNone/>
              <a:defRPr sz="2000" b="0"/>
            </a:lvl3pPr>
            <a:lvl4pPr marL="0" indent="0">
              <a:spcBef>
                <a:spcPts val="0"/>
              </a:spcBef>
              <a:buNone/>
              <a:defRPr sz="2000" b="0"/>
            </a:lvl4pPr>
            <a:lvl5pPr marL="0" indent="0">
              <a:spcBef>
                <a:spcPts val="0"/>
              </a:spcBef>
              <a:buNone/>
              <a:defRPr sz="2000" b="0"/>
            </a:lvl5pPr>
            <a:lvl6pPr marL="0" indent="0">
              <a:spcBef>
                <a:spcPts val="0"/>
              </a:spcBef>
              <a:buNone/>
              <a:defRPr sz="2000" b="0"/>
            </a:lvl6pPr>
            <a:lvl7pPr marL="0" indent="0">
              <a:spcBef>
                <a:spcPts val="0"/>
              </a:spcBef>
              <a:buNone/>
              <a:defRPr sz="2000" b="0"/>
            </a:lvl7pPr>
            <a:lvl8pPr marL="0" indent="0">
              <a:spcBef>
                <a:spcPts val="0"/>
              </a:spcBef>
              <a:buNone/>
              <a:defRPr sz="2000" b="0"/>
            </a:lvl8pPr>
            <a:lvl9pPr marL="0" indent="0">
              <a:spcBef>
                <a:spcPts val="0"/>
              </a:spcBef>
              <a:buNone/>
              <a:defRPr sz="2000" b="0"/>
            </a:lvl9pPr>
          </a:lstStyle>
          <a:p>
            <a:pPr lvl="0"/>
            <a:r>
              <a:rPr lang="de-DE" noProof="0"/>
              <a:t>Adresse bearbeiten</a:t>
            </a:r>
            <a:endParaRPr lang="de-DE" noProof="0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760929B-6D95-E7C0-511B-864EF5C899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1163452" y="4005064"/>
            <a:ext cx="4716648" cy="307777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/>
              <a:t>Name Nachname bearbeiten</a:t>
            </a:r>
            <a:endParaRPr lang="de-DE" noProof="0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429AE24-AEAB-6810-82B2-87C17864D9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1163452" y="4437112"/>
            <a:ext cx="4716648" cy="307777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Telefonnummer bearbeiten</a:t>
            </a:r>
            <a:endParaRPr lang="de-DE" noProof="0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E1227613-041F-0352-5F54-81C652D373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1163452" y="4761148"/>
            <a:ext cx="4716648" cy="307777"/>
          </a:xfrm>
        </p:spPr>
        <p:txBody>
          <a:bodyPr wrap="square"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E-Mail bearbeiten</a:t>
            </a:r>
            <a:endParaRPr lang="de-DE" noProof="0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D8E59AF-16BF-91EA-02F4-41CFE4A0728D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09402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mit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153363-F52B-ABF7-F309-43F3544390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invGray">
          <a:xfrm>
            <a:off x="7860564" y="2526561"/>
            <a:ext cx="4331436" cy="4331439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FA4B1D-AF50-2FD8-251C-D9725F8EFE94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6566754" y="1232756"/>
            <a:ext cx="5625248" cy="5625246"/>
            <a:chOff x="5118212" y="1097010"/>
            <a:chExt cx="3600003" cy="3600000"/>
          </a:xfrm>
          <a:solidFill>
            <a:schemeClr val="accent1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FC2907-1941-53AF-B77F-1515A57E17DA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4" y="1097010"/>
              <a:ext cx="2772001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9B23BE-2B74-8159-0AFD-58AAE589A892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1733500"/>
            <a:ext cx="5472000" cy="199439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  <a:endParaRPr lang="de-DE" noProof="0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inv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Vorname und Nachname des Redners  |  Ort  |  Datum bearbeiten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9EE62A4-7383-CA24-B3D5-1DF50584FE87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21259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1733500"/>
            <a:ext cx="5472000" cy="199439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  <a:endParaRPr lang="de-DE" noProof="0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inv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Vorname und Nachname des Redners  |  Ort  |  Datum bearbeiten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9EE62A4-7383-CA24-B3D5-1DF50584FE87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568E92-E477-784C-A845-87B0F767A45A}"/>
              </a:ext>
            </a:extLst>
          </p:cNvPr>
          <p:cNvGrpSpPr/>
          <p:nvPr userDrawn="1"/>
        </p:nvGrpSpPr>
        <p:grpSpPr>
          <a:xfrm>
            <a:off x="10818263" y="5270919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FD1CE9E-1E0F-7877-4346-3BA184827306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E1E2A8-7232-D69B-8785-80E80E6B5B16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7119B16-E3FF-C434-9BC3-891F94F9848C}"/>
              </a:ext>
            </a:extLst>
          </p:cNvPr>
          <p:cNvGrpSpPr/>
          <p:nvPr userDrawn="1"/>
        </p:nvGrpSpPr>
        <p:grpSpPr>
          <a:xfrm>
            <a:off x="9473526" y="5270919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2AB4B0-2E69-AD1D-E853-3D187A580F5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F6DDD9-DA7F-2F26-3E3A-EACA30BA6C35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E4476A-4EE3-7BAC-019D-31C4CC8CA22F}"/>
              </a:ext>
            </a:extLst>
          </p:cNvPr>
          <p:cNvGrpSpPr/>
          <p:nvPr userDrawn="1"/>
        </p:nvGrpSpPr>
        <p:grpSpPr>
          <a:xfrm>
            <a:off x="8128789" y="5270919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B937B46-6685-966A-D9D2-3768039DB2ED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FBE128-EB1B-B538-33E3-CF6588D5AC17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7D2E38-C948-0507-79AB-B917F5CD4B9C}"/>
              </a:ext>
            </a:extLst>
          </p:cNvPr>
          <p:cNvGrpSpPr/>
          <p:nvPr userDrawn="1"/>
        </p:nvGrpSpPr>
        <p:grpSpPr>
          <a:xfrm>
            <a:off x="10818263" y="3898740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1FD5E35-F5A4-8307-97E3-4C7347D1D558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F4D42A-8E5D-B328-54C3-0E417BB80A05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B6933C-409E-22DA-65D6-6D9B3474B172}"/>
              </a:ext>
            </a:extLst>
          </p:cNvPr>
          <p:cNvGrpSpPr/>
          <p:nvPr userDrawn="1"/>
        </p:nvGrpSpPr>
        <p:grpSpPr>
          <a:xfrm>
            <a:off x="10818263" y="2526561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3074886-05BB-22D7-FC4F-2A67F8898984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222C3A7-9419-678B-EA0F-31BD9D8910FB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DF44243-C1D0-5D2C-B388-ABE302CB58BC}"/>
              </a:ext>
            </a:extLst>
          </p:cNvPr>
          <p:cNvGrpSpPr/>
          <p:nvPr userDrawn="1"/>
        </p:nvGrpSpPr>
        <p:grpSpPr>
          <a:xfrm>
            <a:off x="9473526" y="3898740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F0FC630-DA32-0BB8-87F3-B6E2F7BBFAE4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E3AEB68-DD4E-8DD2-22EE-04CC82BFE6F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5E5B0DB-9FDF-9D3D-4031-2C755026FE1F}"/>
              </a:ext>
            </a:extLst>
          </p:cNvPr>
          <p:cNvGrpSpPr/>
          <p:nvPr userDrawn="1"/>
        </p:nvGrpSpPr>
        <p:grpSpPr>
          <a:xfrm>
            <a:off x="9473526" y="2526561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6C3E80B-A79E-9438-8B6E-54EA7AC04B2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EEEE924-421E-C397-E7C7-5335B698B1CB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2AF6AC-00F8-67E2-7BD6-6D97263AC5A9}"/>
              </a:ext>
            </a:extLst>
          </p:cNvPr>
          <p:cNvGrpSpPr/>
          <p:nvPr userDrawn="1"/>
        </p:nvGrpSpPr>
        <p:grpSpPr>
          <a:xfrm>
            <a:off x="8128789" y="3898740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3CFE3CC-4D23-105D-2481-FCE41A7114E2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C7F9468-DABA-C29D-C4C5-A124E18CEADE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68BE405-4D49-62CD-8BAC-47F62D1CAD01}"/>
              </a:ext>
            </a:extLst>
          </p:cNvPr>
          <p:cNvGrpSpPr/>
          <p:nvPr userDrawn="1"/>
        </p:nvGrpSpPr>
        <p:grpSpPr>
          <a:xfrm>
            <a:off x="8128789" y="2526561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72D674C-A330-39FF-C1D5-5F55F81CC332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AF830CC-49E3-32C2-8895-A4036AD29FEB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120636342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mit hel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C69092D-0848-0CEB-3599-FA90038BEF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5905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C69092D-0848-0CEB-3599-FA90038BEF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153363-F52B-ABF7-F309-43F3544390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1"/>
            <a:ext cx="12192000" cy="6858000"/>
          </a:xfrm>
          <a:solidFill>
            <a:schemeClr val="accent3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1733500"/>
            <a:ext cx="5472000" cy="1994392"/>
          </a:xfrm>
        </p:spPr>
        <p:txBody>
          <a:bodyPr vert="horz"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  <a:endParaRPr lang="de-DE" noProof="0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Vorname und Nachname des Redners  |  Ort  |  Datum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6184790-58D3-BEE6-1251-DF5AF11454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9061233" y="316267"/>
            <a:ext cx="2723399" cy="306000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558980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Titelfolie mit dunk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153363-F52B-ABF7-F309-43F3544390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1"/>
            <a:ext cx="12192000" cy="6858000"/>
          </a:xfrm>
          <a:solidFill>
            <a:schemeClr val="tx2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0C89F-FE1C-2FFA-0443-6E71E0677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368" y="1733500"/>
            <a:ext cx="5472000" cy="1994392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Präsentationstitel durch Klicken bearbeiten</a:t>
            </a:r>
            <a:endParaRPr lang="de-DE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BD709B-DFE5-5A5D-6A5C-7022BC395B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7368" y="3930653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Untertitel durch Klicken bearbeiten</a:t>
            </a:r>
            <a:endParaRPr lang="de-DE" noProof="0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672624F-E384-C13B-8F1E-772A7C9E7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07368" y="6021868"/>
            <a:ext cx="5472000" cy="215444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Vorname und Nachname des Redners  |  Ort  |  Datum bearbeiten</a:t>
            </a:r>
            <a:endParaRPr lang="de-DE" noProof="0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6184790-58D3-BEE6-1251-DF5AF11454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9061233" y="316267"/>
            <a:ext cx="2723399" cy="306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099746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Agenda (ku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7860564" y="2526561"/>
            <a:ext cx="4331436" cy="4331439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A912F9-275B-C7C6-7D6F-F7EE4DB15DD1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6566754" y="1232756"/>
            <a:ext cx="5625248" cy="5625246"/>
            <a:chOff x="5118212" y="1097010"/>
            <a:chExt cx="3600003" cy="3600000"/>
          </a:xfrm>
          <a:solidFill>
            <a:schemeClr val="accent1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7540F96-326B-4427-0D5C-14DBF0F727C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4" y="1097010"/>
              <a:ext cx="2772001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78704B2-8E28-7D64-3777-D6D6B155B8E6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550998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878303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BA5052-A202-BCA2-8153-3389CAF6C0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407368" y="1813806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A5CE4A-7B6B-9514-46BF-646ADCCCA0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407368" y="2141111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800E80-18FE-E4BD-1166-486A8FA33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407368" y="3076614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1D13016-0DCF-D74C-CA0F-D89CB08BD9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invGray">
          <a:xfrm>
            <a:off x="407368" y="3403919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  <a:endParaRPr lang="de-DE" noProof="0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D6C9F97-4534-577B-D60D-1C395C1AEB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invGray">
          <a:xfrm>
            <a:off x="407368" y="4339422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F78D257A-5C26-EA66-9237-66DB251471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invGray">
          <a:xfrm>
            <a:off x="407368" y="4666727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07D1D18-8228-4586-7B64-34CB34A9C9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invGray">
          <a:xfrm>
            <a:off x="407368" y="5602230"/>
            <a:ext cx="360000" cy="307777"/>
          </a:xfrm>
        </p:spPr>
        <p:txBody>
          <a:bodyPr anchor="b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545E312-C142-5BB9-EB2A-BB24ACA32B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invGray">
          <a:xfrm>
            <a:off x="407368" y="5929535"/>
            <a:ext cx="5472000" cy="307777"/>
          </a:xfrm>
        </p:spPr>
        <p:txBody>
          <a:bodyPr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65CA33-AA9E-7A32-CE7A-BDD65432F8F6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26107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Agenda (la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95688" y="86666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1271464" y="86666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BA5052-A202-BCA2-8153-3389CAF6C0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695688" y="252335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A5CE4A-7B6B-9514-46BF-646ADCCCA0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1271464" y="252335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5800E80-18FE-E4BD-1166-486A8FA33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95688" y="418004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1D13016-0DCF-D74C-CA0F-D89CB08BD9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invGray">
          <a:xfrm>
            <a:off x="1271464" y="418004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D6C9F97-4534-577B-D60D-1C395C1AEB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invGray">
          <a:xfrm>
            <a:off x="695688" y="583673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F78D257A-5C26-EA66-9237-66DB251471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invGray">
          <a:xfrm>
            <a:off x="1271464" y="583673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07D1D18-8228-4586-7B64-34CB34A9C9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invGray">
          <a:xfrm>
            <a:off x="6599601" y="86666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545E312-C142-5BB9-EB2A-BB24ACA32B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invGray">
          <a:xfrm>
            <a:off x="7176120" y="86666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9869216-F3DD-B120-8E16-192D329301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6599601" y="252335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43074A1-5F92-C297-85D0-F6BD379A710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7176120" y="252335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  <a:endParaRPr lang="de-DE" noProof="0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7EDB6F1-42E5-809A-9CA0-569CE5A62B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invGray">
          <a:xfrm>
            <a:off x="6599601" y="418004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0130424-D5B5-ABCA-7E09-F4049D2BE79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7176120" y="418004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778ED80-F21C-EA55-AF34-C3844D3A30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6599601" y="5836739"/>
            <a:ext cx="360000" cy="307777"/>
          </a:xfrm>
        </p:spPr>
        <p:txBody>
          <a:bodyPr anchor="ctr">
            <a:spAutoFit/>
          </a:bodyPr>
          <a:lstStyle>
            <a:lvl1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CCD326D7-EE7F-3639-6EC6-AABD50A63C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invGray">
          <a:xfrm>
            <a:off x="7176120" y="5836739"/>
            <a:ext cx="4608000" cy="307777"/>
          </a:xfrm>
        </p:spPr>
        <p:txBody>
          <a:bodyPr anchor="ctr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Agendapunkt durch Klicken bearbeiten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A9A56442-104B-8716-9776-E93B0198B7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invGray">
          <a:xfrm>
            <a:off x="558933" y="623069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5076137-1D00-123E-FB88-3BE4519949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invGray">
          <a:xfrm>
            <a:off x="410552" y="771450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AFCAA85B-A243-23D7-C3A1-E6D15027235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invGray">
          <a:xfrm>
            <a:off x="558933" y="2279438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A5D4675-699F-1D42-8104-BC4E974BA8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invGray">
          <a:xfrm>
            <a:off x="410552" y="2427819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96498A99-CE0A-4D40-4CEA-9398A2AAD4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invGray">
          <a:xfrm>
            <a:off x="558933" y="3935807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0B27EB0A-67DA-288D-57CD-3DD47F4F55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invGray">
          <a:xfrm>
            <a:off x="410552" y="4084188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E87B7B9F-78B6-D6E9-675A-F66D6353EE6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invGray">
          <a:xfrm>
            <a:off x="558933" y="5592176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EDD69CC-238F-71F4-A3E5-5343919EE6D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invGray">
          <a:xfrm>
            <a:off x="410552" y="5740557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AA04C3C-8DA4-FDDD-4F18-7FFD1B9901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invGray">
          <a:xfrm>
            <a:off x="6460405" y="623069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D8E6D59F-5D73-E1B6-C3AD-40065775B36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invGray">
          <a:xfrm>
            <a:off x="6312024" y="771450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EEF4619-EAD3-06DB-1BAA-73C534B22D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invGray">
          <a:xfrm>
            <a:off x="6460405" y="2279438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CB56FAC6-F5E9-ED86-BEF2-F00C3C36FB5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invGray">
          <a:xfrm>
            <a:off x="6312024" y="2427819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33A4D0D3-1C23-A91D-CD71-E0C1A0A1B6A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invGray">
          <a:xfrm>
            <a:off x="6460405" y="3935807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8250118E-33E8-A98B-7FB3-F0119E495F5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invGray">
          <a:xfrm>
            <a:off x="6312024" y="4084188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FDF475BB-63D2-6802-EDAC-4C194495282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invGray">
          <a:xfrm>
            <a:off x="6460405" y="5592176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7A36D9D3-E425-FAD9-D386-02E9C80A5A5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invGray">
          <a:xfrm>
            <a:off x="6312024" y="5740557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41432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mit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7860564" y="2526561"/>
            <a:ext cx="4331436" cy="4331439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A912F9-275B-C7C6-7D6F-F7EE4DB15DD1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6566754" y="1232756"/>
            <a:ext cx="5625248" cy="5625246"/>
            <a:chOff x="5118212" y="1097010"/>
            <a:chExt cx="3600003" cy="3600000"/>
          </a:xfrm>
          <a:solidFill>
            <a:schemeClr val="accent1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7540F96-326B-4427-0D5C-14DBF0F727C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4" y="1097010"/>
              <a:ext cx="2772001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78704B2-8E28-7D64-3777-D6D6B155B8E6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1FA5F87-1B99-D661-5A5F-85AAB0F9F7F0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27672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1FA5F87-1B99-D661-5A5F-85AAB0F9F7F0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8BF1AD-60E3-408F-FDFC-C509B814AEB9}"/>
              </a:ext>
            </a:extLst>
          </p:cNvPr>
          <p:cNvGrpSpPr/>
          <p:nvPr userDrawn="1"/>
        </p:nvGrpSpPr>
        <p:grpSpPr>
          <a:xfrm>
            <a:off x="10818263" y="5270919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B64C261-A272-3D9B-2EA9-D0EF83071580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90F102-3FC0-8BCC-3CAC-849952043C2A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E8A149C-35E1-6B83-74F0-56D3C34831AB}"/>
              </a:ext>
            </a:extLst>
          </p:cNvPr>
          <p:cNvGrpSpPr/>
          <p:nvPr userDrawn="1"/>
        </p:nvGrpSpPr>
        <p:grpSpPr>
          <a:xfrm>
            <a:off x="9473526" y="5270919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4CD384-C111-CA2B-9756-3BC4A8E73C1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24F411-F1CE-BEAA-B626-F0436CAD7FF2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92DC7F6-6538-69CF-169D-DD85C68F1C06}"/>
              </a:ext>
            </a:extLst>
          </p:cNvPr>
          <p:cNvGrpSpPr/>
          <p:nvPr userDrawn="1"/>
        </p:nvGrpSpPr>
        <p:grpSpPr>
          <a:xfrm>
            <a:off x="8128789" y="5270919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5097D7-26E8-07D3-FE60-B88D1D63E76E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BEE58E6-F686-B9AA-AC6E-3E396C9D527D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45C8CDB-83D4-A351-9C41-DA68CB7A2BA0}"/>
              </a:ext>
            </a:extLst>
          </p:cNvPr>
          <p:cNvGrpSpPr/>
          <p:nvPr userDrawn="1"/>
        </p:nvGrpSpPr>
        <p:grpSpPr>
          <a:xfrm>
            <a:off x="10818263" y="3898740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A4AABA5-353A-8F25-872E-FC1808D16088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05E1640-012B-86DF-EE79-FAF4169AA11A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8B54596-24D1-DC97-887E-9CA840010B1E}"/>
              </a:ext>
            </a:extLst>
          </p:cNvPr>
          <p:cNvGrpSpPr/>
          <p:nvPr userDrawn="1"/>
        </p:nvGrpSpPr>
        <p:grpSpPr>
          <a:xfrm>
            <a:off x="10818263" y="2526561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B5EBF7C-C858-6288-FF47-87F875418048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DB54714-AB57-4514-65EB-3B902AEFB564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8D97FF-AC35-077F-3B6B-2A826FEA649C}"/>
              </a:ext>
            </a:extLst>
          </p:cNvPr>
          <p:cNvGrpSpPr/>
          <p:nvPr userDrawn="1"/>
        </p:nvGrpSpPr>
        <p:grpSpPr>
          <a:xfrm>
            <a:off x="9473526" y="3898740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229E661-CCC1-38BA-510A-E12C35A1C57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85367D-281C-DAB3-EA1E-6258D5853833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8C11AA1-77A8-D360-DB14-304C1ACEF7B4}"/>
              </a:ext>
            </a:extLst>
          </p:cNvPr>
          <p:cNvGrpSpPr/>
          <p:nvPr userDrawn="1"/>
        </p:nvGrpSpPr>
        <p:grpSpPr>
          <a:xfrm>
            <a:off x="9473526" y="2526561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070DF3E-A412-6798-2ADD-8802FA7C495E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22BFE77-0451-80E9-F77B-2F7A41D3747B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39769B-2821-2FD3-0989-498129CED894}"/>
              </a:ext>
            </a:extLst>
          </p:cNvPr>
          <p:cNvGrpSpPr/>
          <p:nvPr userDrawn="1"/>
        </p:nvGrpSpPr>
        <p:grpSpPr>
          <a:xfrm>
            <a:off x="8128789" y="3898740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7CB8851-FE3F-0858-3D96-6352BDDA295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7E8506A-4373-5081-D007-4B4AD0BE73F2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F2963DB-65A3-6AF8-C15D-81CB4A25FF56}"/>
              </a:ext>
            </a:extLst>
          </p:cNvPr>
          <p:cNvGrpSpPr/>
          <p:nvPr userDrawn="1"/>
        </p:nvGrpSpPr>
        <p:grpSpPr>
          <a:xfrm>
            <a:off x="8128789" y="2526561"/>
            <a:ext cx="966369" cy="966369"/>
            <a:chOff x="10818263" y="5270919"/>
            <a:chExt cx="966369" cy="966369"/>
          </a:xfrm>
          <a:solidFill>
            <a:schemeClr val="accent1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FE17079-51A0-C69A-59AB-D8EEA8488C5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0818263" y="6015023"/>
              <a:ext cx="744104" cy="2222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AA57EB0-E8A3-2340-9C6B-0BD9B18A828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 rot="10800000" flipV="1">
              <a:off x="11562367" y="5270919"/>
              <a:ext cx="222265" cy="744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55463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mit hel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0" y="1"/>
            <a:ext cx="12192000" cy="6858000"/>
          </a:xfrm>
          <a:solidFill>
            <a:schemeClr val="accent3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D71E6C-5977-77A5-DEBC-7C6A150904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061233" y="316267"/>
            <a:ext cx="2723399" cy="306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206276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apiteltrennfolie mit dunklem Bild (vollfläch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0D46E141-FAAF-E9A6-B1EB-37D5D14C4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0" y="1"/>
            <a:ext cx="12192000" cy="6858000"/>
          </a:xfrm>
          <a:solidFill>
            <a:schemeClr val="tx2"/>
          </a:solidFill>
        </p:spPr>
        <p:txBody>
          <a:bodyPr lIns="6408000" tIns="0" anchor="ctr"/>
          <a:lstStyle>
            <a:lvl1pPr algn="l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3827F3F-23F6-3143-81F1-510EE74CD8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71364" y="944724"/>
            <a:ext cx="2520000" cy="1728000"/>
          </a:xfrm>
        </p:spPr>
        <p:txBody>
          <a:bodyPr wrap="none" anchor="ctr">
            <a:no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15400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5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0X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AD71E6C-5977-77A5-DEBC-7C6A150904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061233" y="316267"/>
            <a:ext cx="2723399" cy="306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" b="0">
                <a:noFill/>
              </a:defRPr>
            </a:lvl2pPr>
            <a:lvl3pPr marL="0" indent="0">
              <a:spcBef>
                <a:spcPts val="0"/>
              </a:spcBef>
              <a:buNone/>
              <a:defRPr sz="100" b="0">
                <a:noFill/>
              </a:defRPr>
            </a:lvl3pPr>
            <a:lvl4pPr marL="0" indent="0">
              <a:spcBef>
                <a:spcPts val="0"/>
              </a:spcBef>
              <a:buNone/>
              <a:defRPr sz="100" b="0">
                <a:noFill/>
              </a:defRPr>
            </a:lvl4pPr>
            <a:lvl5pPr marL="0" indent="0">
              <a:spcBef>
                <a:spcPts val="0"/>
              </a:spcBef>
              <a:buNone/>
              <a:defRPr sz="100" b="0">
                <a:noFill/>
              </a:defRPr>
            </a:lvl5pPr>
            <a:lvl6pPr marL="0" indent="0">
              <a:spcBef>
                <a:spcPts val="0"/>
              </a:spcBef>
              <a:buNone/>
              <a:defRPr sz="100" b="0">
                <a:noFill/>
              </a:defRPr>
            </a:lvl6pPr>
            <a:lvl7pPr marL="0" indent="0">
              <a:spcBef>
                <a:spcPts val="0"/>
              </a:spcBef>
              <a:buNone/>
              <a:defRPr sz="100" b="0">
                <a:noFill/>
              </a:defRPr>
            </a:lvl7pPr>
            <a:lvl8pPr marL="0" indent="0">
              <a:spcBef>
                <a:spcPts val="0"/>
              </a:spcBef>
              <a:buNone/>
              <a:defRPr sz="100" b="0">
                <a:noFill/>
              </a:defRPr>
            </a:lvl8pPr>
            <a:lvl9pPr marL="0" indent="0">
              <a:spcBef>
                <a:spcPts val="0"/>
              </a:spcBef>
              <a:buNone/>
              <a:defRPr sz="100" b="0">
                <a:noFill/>
              </a:defRPr>
            </a:lvl9pPr>
          </a:lstStyle>
          <a:p>
            <a:pPr lvl="0"/>
            <a:r>
              <a:rPr lang="de-DE" noProof="0"/>
              <a:t> 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CA61D65-9C5F-4547-248C-B4CABFC35E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07368" y="2913960"/>
            <a:ext cx="5472732" cy="2215991"/>
          </a:xfrm>
        </p:spPr>
        <p:txBody>
          <a:bodyPr wrap="square" anchor="t">
            <a:spAutoFit/>
          </a:bodyPr>
          <a:lstStyle>
            <a:lvl1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Kapitelnamen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95983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66733744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1 (ein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1592796"/>
            <a:ext cx="11376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75880981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2 (zw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6312024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92090013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3 (zw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03ACE4-6865-3058-0529-B76A74CBFF8D}"/>
              </a:ext>
            </a:extLst>
          </p:cNvPr>
          <p:cNvSpPr/>
          <p:nvPr userDrawn="1"/>
        </p:nvSpPr>
        <p:spPr bwMode="hidden">
          <a:xfrm>
            <a:off x="0" y="1411200"/>
            <a:ext cx="6096000" cy="544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1FA592-2D70-5C10-5164-725AB371FA1F}"/>
              </a:ext>
            </a:extLst>
          </p:cNvPr>
          <p:cNvSpPr/>
          <p:nvPr userDrawn="1"/>
        </p:nvSpPr>
        <p:spPr bwMode="hidden">
          <a:xfrm>
            <a:off x="6096000" y="1411200"/>
            <a:ext cx="6096000" cy="544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368" y="1592796"/>
            <a:ext cx="5472732" cy="46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6312024" y="1592796"/>
            <a:ext cx="5472732" cy="46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14314095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4 (dr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1592796"/>
            <a:ext cx="3528045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331804" y="1592796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001225D-F57A-2BE4-19C6-E010F51894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8256240" y="1592796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04211383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Text 05 (dr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CCC9E4-C95B-A6D9-03B8-301A2FDA1DF6}"/>
              </a:ext>
            </a:extLst>
          </p:cNvPr>
          <p:cNvSpPr/>
          <p:nvPr userDrawn="1"/>
        </p:nvSpPr>
        <p:spPr bwMode="hidden">
          <a:xfrm>
            <a:off x="3935227" y="1411200"/>
            <a:ext cx="4321546" cy="544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666EBE-6F81-F18D-3826-76D8A6FE31BD}"/>
              </a:ext>
            </a:extLst>
          </p:cNvPr>
          <p:cNvSpPr/>
          <p:nvPr userDrawn="1"/>
        </p:nvSpPr>
        <p:spPr bwMode="hidden">
          <a:xfrm>
            <a:off x="8058034" y="1411200"/>
            <a:ext cx="4133966" cy="544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748741-B6FE-DA03-E357-3D7AC069B69D}"/>
              </a:ext>
            </a:extLst>
          </p:cNvPr>
          <p:cNvSpPr/>
          <p:nvPr userDrawn="1"/>
        </p:nvSpPr>
        <p:spPr bwMode="hidden">
          <a:xfrm>
            <a:off x="0" y="1411200"/>
            <a:ext cx="4133619" cy="54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07368" y="1592796"/>
            <a:ext cx="3528045" cy="46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31827" y="1592796"/>
            <a:ext cx="3528000" cy="46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001225D-F57A-2BE4-19C6-E010F51894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8256240" y="1592796"/>
            <a:ext cx="3528000" cy="46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28261600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invGray">
          <a:xfrm>
            <a:off x="407368" y="2384884"/>
            <a:ext cx="11376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Diagramm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224644"/>
            <a:ext cx="10512000" cy="997196"/>
          </a:xfrm>
        </p:spPr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1592796"/>
            <a:ext cx="11376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407368" y="1975122"/>
            <a:ext cx="11376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  <a:endParaRPr lang="de-DE" noProof="0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407368" y="6082908"/>
            <a:ext cx="11376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69378686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zwei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invGray">
          <a:xfrm>
            <a:off x="407368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Diagramm durch Klicken auf Symbol hinzufügen</a:t>
            </a:r>
          </a:p>
        </p:txBody>
      </p:sp>
      <p:sp>
        <p:nvSpPr>
          <p:cNvPr id="14" name="Chart Placeholder 9">
            <a:extLst>
              <a:ext uri="{FF2B5EF4-FFF2-40B4-BE49-F238E27FC236}">
                <a16:creationId xmlns:a16="http://schemas.microsoft.com/office/drawing/2014/main" id="{3B6BA9E7-0268-DDE7-1A78-D4421DD3388E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 bwMode="invGray">
          <a:xfrm>
            <a:off x="6312024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Diagramm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224644"/>
            <a:ext cx="10512000" cy="997196"/>
          </a:xfrm>
        </p:spPr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407368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Werteinheit durch Klicken bearbeiten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407368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FFAF3E6-0CA2-E2D4-5C5D-FF9ACFB418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invGray">
          <a:xfrm>
            <a:off x="6312024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FE1FF6C-9788-8F66-12C0-AF4F2BD68E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invGray">
          <a:xfrm>
            <a:off x="6312024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E701A8C-48E4-09D5-C05A-588B4E43CB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invGray">
          <a:xfrm>
            <a:off x="6312024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58520341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Diagramm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invGray">
          <a:xfrm>
            <a:off x="6312024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Diagramm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6312024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6312024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6312024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94735355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Diagramm (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8E2BF02-3E71-B4D3-9100-115FCA029DE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invGray">
          <a:xfrm>
            <a:off x="407368" y="2384884"/>
            <a:ext cx="5472000" cy="3564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Diagramm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224644"/>
            <a:ext cx="10512000" cy="997196"/>
          </a:xfrm>
        </p:spPr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312024" y="1592796"/>
            <a:ext cx="5472732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280BB9E-AC72-3000-B234-C1B92BEA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07368" y="1592796"/>
            <a:ext cx="547200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Diagrammtitel durch Klicken bearbeiten</a:t>
            </a:r>
            <a:endParaRPr lang="de-DE" noProof="0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23E0DB9-8137-0846-98A4-7A44669C0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407368" y="1975122"/>
            <a:ext cx="5472000" cy="276999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8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Werteinheit durch Klicken bearbeiten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04793D8-BEC5-A481-5DFB-9D9D90CDC9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407368" y="6082908"/>
            <a:ext cx="5472000" cy="153888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Fußnote/Quellenangabe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2430410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zwei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3392" y="4293096"/>
            <a:ext cx="5256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6528048" y="4293096"/>
            <a:ext cx="5256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623392" y="1808820"/>
            <a:ext cx="5256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25D79E-09E4-6A2C-3DD6-89BCC16CC4A5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6312024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88115FF-B3BE-E934-53FD-9DD7AE33AB98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A18DEE-D4B6-2E62-64AE-04FAA7CC814C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578F7282-AC96-8E5B-BF09-0355E428912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invGray">
          <a:xfrm>
            <a:off x="6528048" y="1808820"/>
            <a:ext cx="5256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9609245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drei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3392" y="4293096"/>
            <a:ext cx="3312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547828" y="4293096"/>
            <a:ext cx="3312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001225D-F57A-2BE4-19C6-E010F51894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8472264" y="4293096"/>
            <a:ext cx="3312000" cy="19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DA1AB8-5EE2-5CC0-D6A7-AC19A6DC2D9A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EC224A-84D5-E297-A9D1-4D9856F4785C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4CF66D-DBB8-6438-DBF5-DAAD681BB9E0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D0FF1E68-B844-DAB0-D531-6B027695C65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623392" y="1808820"/>
            <a:ext cx="3312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99224A-E3BD-EC33-33BA-132FE333B0BC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331804" y="1592796"/>
            <a:ext cx="936000" cy="93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FEC5F41-C51A-8737-086D-A4D748D53762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562F66B-AE82-396A-78BA-B8A9A8345A15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9CBB4DE4-768F-5C0A-F00E-947CC2FEC04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invGray">
          <a:xfrm>
            <a:off x="4547828" y="1808820"/>
            <a:ext cx="3312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3D7117-3194-F352-2EAF-412D22C04BA8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8256240" y="1592796"/>
            <a:ext cx="936000" cy="936000"/>
            <a:chOff x="5118212" y="1097010"/>
            <a:chExt cx="3600000" cy="3600000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E446E7A-81BD-EEBD-E35D-016FA5D4734B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D7DFF23-8BE1-5F21-623F-554DF0764BD6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67BE0188-7B1D-1AF3-FAC1-AC1ECF26E39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invGray">
          <a:xfrm>
            <a:off x="8472264" y="1808820"/>
            <a:ext cx="3312000" cy="2340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74685569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Bild (Mit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988" y="1592263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B0818A-E3C0-1D55-0E64-308082D2B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8256240" y="1592796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331804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4547828" y="1808819"/>
            <a:ext cx="3312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4340348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988" y="1592263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331804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4547828" y="1808819"/>
            <a:ext cx="7236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9228403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, Text und Bild (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 dirty="0"/>
              <a:t>Folientitel durch Klicken bearbeiten </a:t>
            </a:r>
            <a:br>
              <a:rPr lang="de-DE" noProof="0" dirty="0"/>
            </a:br>
            <a:r>
              <a:rPr lang="de-DE" noProof="0" dirty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8256240" y="1592263"/>
            <a:ext cx="3528000" cy="4644000"/>
          </a:xfrm>
        </p:spPr>
        <p:txBody>
          <a:bodyPr/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623392" y="1808819"/>
            <a:ext cx="7236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178201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/>
        <p:txBody>
          <a:bodyPr/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B7BAE-6840-9842-1720-11CF24796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invGray"/>
        <p:txBody>
          <a:bodyPr/>
          <a:lstStyle/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88120-E8B7-C426-477A-56804F99D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invGray"/>
        <p:txBody>
          <a:bodyPr/>
          <a:lstStyle/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623392" y="1808819"/>
            <a:ext cx="11160000" cy="442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58819226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0" y="0"/>
            <a:ext cx="12192000" cy="6858000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40341028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Aussage/ Zitat/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F6CCEE-3609-A3D9-710C-B1A619E74966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1227360" y="1228476"/>
            <a:ext cx="1584000" cy="1584000"/>
            <a:chOff x="5118212" y="1087283"/>
            <a:chExt cx="3600000" cy="3600000"/>
          </a:xfrm>
          <a:solidFill>
            <a:schemeClr val="accent1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E84438C-56F6-5D61-6F97-13660B1104A4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87283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C4A094-E408-14E3-8E55-1185E70C60EB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15283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0ACBE4F-5B28-6C7B-A6C8-6865AC6F03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1956000" y="1957116"/>
            <a:ext cx="8280000" cy="2659190"/>
          </a:xfrm>
        </p:spPr>
        <p:txBody>
          <a:bodyPr wrap="square" anchor="t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buFont typeface="Skeena" panose="020B0604020202020204" pitchFamily="34" charset="0"/>
              <a:buNone/>
              <a:defRPr sz="4800" b="1">
                <a:solidFill>
                  <a:schemeClr val="bg1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 dirty="0"/>
              <a:t>Aussage/Zwischenfazit/Zitat durch Klicken bearbeiten (kann auch mehrere Zeilen lang sein)</a:t>
            </a:r>
          </a:p>
        </p:txBody>
      </p:sp>
    </p:spTree>
    <p:extLst>
      <p:ext uri="{BB962C8B-B14F-4D97-AF65-F5344CB8AC3E}">
        <p14:creationId xmlns:p14="http://schemas.microsoft.com/office/powerpoint/2010/main" val="66348972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ontakt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224644"/>
            <a:ext cx="3528000" cy="997196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 dirty="0"/>
              <a:t>Folientitel bearbeiten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407368" y="3517267"/>
            <a:ext cx="3528000" cy="307777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/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/>
            </a:lvl2pPr>
            <a:lvl3pPr marL="0" indent="0">
              <a:spcBef>
                <a:spcPts val="0"/>
              </a:spcBef>
              <a:buNone/>
              <a:defRPr sz="2000" b="1"/>
            </a:lvl3pPr>
            <a:lvl4pPr marL="0" indent="0">
              <a:spcBef>
                <a:spcPts val="0"/>
              </a:spcBef>
              <a:buNone/>
              <a:defRPr sz="2000" b="1"/>
            </a:lvl4pPr>
            <a:lvl5pPr marL="0" indent="0">
              <a:spcBef>
                <a:spcPts val="0"/>
              </a:spcBef>
              <a:buNone/>
              <a:defRPr sz="2000" b="1"/>
            </a:lvl5pPr>
            <a:lvl6pPr marL="0" indent="0">
              <a:spcBef>
                <a:spcPts val="0"/>
              </a:spcBef>
              <a:buNone/>
              <a:defRPr sz="2000" b="1"/>
            </a:lvl6pPr>
            <a:lvl7pPr marL="0" indent="0">
              <a:spcBef>
                <a:spcPts val="0"/>
              </a:spcBef>
              <a:buNone/>
              <a:defRPr sz="2000" b="1"/>
            </a:lvl7pPr>
            <a:lvl8pPr marL="0" indent="0">
              <a:spcBef>
                <a:spcPts val="0"/>
              </a:spcBef>
              <a:buNone/>
              <a:defRPr sz="2000" b="1"/>
            </a:lvl8pPr>
            <a:lvl9pPr marL="0" indent="0">
              <a:spcBef>
                <a:spcPts val="0"/>
              </a:spcBef>
              <a:buNone/>
              <a:defRPr sz="2000" b="1"/>
            </a:lvl9pPr>
          </a:lstStyle>
          <a:p>
            <a:pPr lvl="0"/>
            <a:r>
              <a:rPr lang="de-DE" noProof="0" dirty="0"/>
              <a:t>Unternehmen bearbeiten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331804" y="1376772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90701D0C-4058-1049-7ABB-7DCB417144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invGray">
          <a:xfrm>
            <a:off x="4547828" y="1592794"/>
            <a:ext cx="7644172" cy="5265205"/>
          </a:xfrm>
        </p:spPr>
        <p:txBody>
          <a:bodyPr tIns="648000" anchor="ctr"/>
          <a:lstStyle>
            <a:lvl1pPr algn="ctr">
              <a:spcBef>
                <a:spcPts val="0"/>
              </a:spcBef>
              <a:defRPr sz="1600" b="0"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2BEB21C-62B8-72C1-97F4-0C9519EE65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407368" y="3933056"/>
            <a:ext cx="3528000" cy="307777"/>
          </a:xfrm>
        </p:spPr>
        <p:txBody>
          <a:bodyPr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Adresse bearbeiten</a:t>
            </a:r>
            <a:endParaRPr lang="de-DE" noProof="0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760929B-6D95-E7C0-511B-864EF5C899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07368" y="5173451"/>
            <a:ext cx="3528000" cy="307777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/>
              <a:t>Name Nachname bearbeiten</a:t>
            </a:r>
            <a:endParaRPr lang="de-DE" noProof="0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429AE24-AEAB-6810-82B2-87C17864D9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407368" y="5605499"/>
            <a:ext cx="3528000" cy="307777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Telefonnummer bearbeiten</a:t>
            </a:r>
            <a:endParaRPr lang="de-DE" noProof="0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E1227613-041F-0352-5F54-81C652D373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407368" y="5929535"/>
            <a:ext cx="3528000" cy="307777"/>
          </a:xfrm>
        </p:spPr>
        <p:txBody>
          <a:bodyPr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E-Mail bearbeiten</a:t>
            </a:r>
            <a:endParaRPr lang="de-DE" noProof="0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BBC7784-02F7-C46C-6F68-AE66B656F2E1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841084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Kontakt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2F3838-A5C6-E535-702C-8833F90A63C9}"/>
              </a:ext>
            </a:extLst>
          </p:cNvPr>
          <p:cNvSpPr/>
          <p:nvPr userDrawn="1"/>
        </p:nvSpPr>
        <p:spPr bwMode="hidden">
          <a:xfrm>
            <a:off x="622648" y="1808076"/>
            <a:ext cx="11569352" cy="50499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572F5-E83A-3E87-215C-6FDF1BCF2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407368" y="224644"/>
            <a:ext cx="5472732" cy="498598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Folientitel bearbeiten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37442A-2E2B-60D6-57CD-158E4565F4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3452" y="2348880"/>
            <a:ext cx="4716648" cy="307777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Unternehmen bearbeiten</a:t>
            </a:r>
            <a:endParaRPr lang="de-DE" noProof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9E4C-8AA9-ADC8-FE35-0F298ED87393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407368" y="1592796"/>
            <a:ext cx="936000" cy="93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481458-525F-E24E-227B-CB047B711BB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EF3AF9-5EA4-CD45-4617-53FACEA677A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2BEB21C-62B8-72C1-97F4-0C9519EE65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1163452" y="2764669"/>
            <a:ext cx="4716648" cy="307777"/>
          </a:xfrm>
        </p:spPr>
        <p:txBody>
          <a:bodyPr wrap="square"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Adresse bearbeiten</a:t>
            </a:r>
            <a:endParaRPr lang="de-DE" noProof="0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760929B-6D95-E7C0-511B-864EF5C899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1163452" y="4005064"/>
            <a:ext cx="4716648" cy="307777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de-DE" noProof="0"/>
              <a:t>Name Nachname bearbeiten</a:t>
            </a:r>
            <a:endParaRPr lang="de-DE" noProof="0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429AE24-AEAB-6810-82B2-87C17864D9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1163452" y="4437112"/>
            <a:ext cx="4716648" cy="307777"/>
          </a:xfrm>
        </p:spPr>
        <p:txBody>
          <a:bodyPr wrap="square" anchor="b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Telefonnummer bearbeiten</a:t>
            </a:r>
            <a:endParaRPr lang="de-DE" noProof="0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E1227613-041F-0352-5F54-81C652D373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1163452" y="4761148"/>
            <a:ext cx="4716648" cy="307777"/>
          </a:xfrm>
        </p:spPr>
        <p:txBody>
          <a:bodyPr wrap="square" anchor="t">
            <a:spAutoFit/>
          </a:bodyPr>
          <a:lstStyle>
            <a:lvl1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Skeena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E-Mail bearbeiten</a:t>
            </a:r>
            <a:endParaRPr lang="de-DE" noProof="0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D8E59AF-16BF-91EA-02F4-41CFE4A0728D}"/>
              </a:ext>
            </a:extLst>
          </p:cNvPr>
          <p:cNvSpPr txBox="1">
            <a:spLocks/>
          </p:cNvSpPr>
          <p:nvPr userDrawn="1"/>
        </p:nvSpPr>
        <p:spPr bwMode="invGray">
          <a:xfrm>
            <a:off x="9061233" y="316267"/>
            <a:ext cx="2723399" cy="306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887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oleObject" Target="../embeddings/oleObject3.bin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tags" Target="../tags/tag4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8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87.xml"/><Relationship Id="rId3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82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86.xml"/><Relationship Id="rId33" Type="http://schemas.openxmlformats.org/officeDocument/2006/relationships/oleObject" Target="../embeddings/oleObject4.bin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81.xml"/><Relationship Id="rId29" Type="http://schemas.openxmlformats.org/officeDocument/2006/relationships/slideLayout" Target="../slideLayouts/slideLayout90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85.xml"/><Relationship Id="rId32" Type="http://schemas.openxmlformats.org/officeDocument/2006/relationships/tags" Target="../tags/tag6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80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8.xml"/><Relationship Id="rId30" Type="http://schemas.openxmlformats.org/officeDocument/2006/relationships/slideLayout" Target="../slideLayouts/slideLayout91.xml"/><Relationship Id="rId8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05E9BFC-2BDA-688A-23B2-F852DCBEA3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1249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4" imgW="306" imgH="306" progId="TCLayout.ActiveDocument.1">
                  <p:embed/>
                </p:oleObj>
              </mc:Choice>
              <mc:Fallback>
                <p:oleObj name="think-cell Slide" r:id="rId34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05E9BFC-2BDA-688A-23B2-F852DCBEA3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027850-E6D0-1A76-2B76-152EDEACDF9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224644"/>
            <a:ext cx="10512000" cy="99719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e-DE" noProof="0" dirty="0"/>
              <a:t>Folientitel durch Klicken bearbeiten </a:t>
            </a:r>
            <a:br>
              <a:rPr lang="de-DE" noProof="0" dirty="0"/>
            </a:br>
            <a:r>
              <a:rPr lang="de-DE" noProof="0" dirty="0"/>
              <a:t>(maximal zweizeilig)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36C7A-D7A6-6C39-01A3-EF7254716FAB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07367" y="1592796"/>
            <a:ext cx="11376645" cy="46444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A0E39-3B96-CC59-D2C4-A1D6706CE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07988" y="6470700"/>
            <a:ext cx="7452000" cy="1538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noProof="0" dirty="0"/>
              <a:t>Hier steht der übergeordnete Präsentationstitel (Einfügen → Kopf- und Fußzeile)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8300F-26F1-1CF4-CE49-8BF306FAC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460012" y="6470700"/>
            <a:ext cx="324000" cy="1538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B5A5F8-AD9A-9D58-5390-E18FC97971DB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11478632" y="316267"/>
            <a:ext cx="306000" cy="306000"/>
            <a:chOff x="5118212" y="1097010"/>
            <a:chExt cx="3600000" cy="3600000"/>
          </a:xfrm>
          <a:solidFill>
            <a:schemeClr val="accent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8058138-AF53-E0B4-4468-8876BCBFB516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3310692-F5E4-851D-7364-B575EA766BCA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55866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35" r:id="rId2"/>
    <p:sldLayoutId id="2147483673" r:id="rId3"/>
    <p:sldLayoutId id="2147483729" r:id="rId4"/>
    <p:sldLayoutId id="2147483651" r:id="rId5"/>
    <p:sldLayoutId id="2147483650" r:id="rId6"/>
    <p:sldLayoutId id="2147483652" r:id="rId7"/>
    <p:sldLayoutId id="2147483736" r:id="rId8"/>
    <p:sldLayoutId id="2147483674" r:id="rId9"/>
    <p:sldLayoutId id="2147483732" r:id="rId10"/>
    <p:sldLayoutId id="2147483653" r:id="rId11"/>
    <p:sldLayoutId id="2147483654" r:id="rId12"/>
    <p:sldLayoutId id="2147483655" r:id="rId13"/>
    <p:sldLayoutId id="2147483657" r:id="rId14"/>
    <p:sldLayoutId id="2147483656" r:id="rId15"/>
    <p:sldLayoutId id="2147483658" r:id="rId16"/>
    <p:sldLayoutId id="2147483662" r:id="rId17"/>
    <p:sldLayoutId id="2147483661" r:id="rId18"/>
    <p:sldLayoutId id="2147483659" r:id="rId19"/>
    <p:sldLayoutId id="2147483660" r:id="rId20"/>
    <p:sldLayoutId id="2147483663" r:id="rId21"/>
    <p:sldLayoutId id="2147483664" r:id="rId22"/>
    <p:sldLayoutId id="2147483665" r:id="rId23"/>
    <p:sldLayoutId id="2147483666" r:id="rId24"/>
    <p:sldLayoutId id="2147483667" r:id="rId25"/>
    <p:sldLayoutId id="2147483668" r:id="rId26"/>
    <p:sldLayoutId id="2147483669" r:id="rId27"/>
    <p:sldLayoutId id="2147483670" r:id="rId28"/>
    <p:sldLayoutId id="2147483671" r:id="rId29"/>
    <p:sldLayoutId id="2147483672" r:id="rId30"/>
    <p:sldLayoutId id="2147483741" r:id="rId3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Skeena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buFont typeface="Skeena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1003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  <p15:guide id="5" pos="2479" userDrawn="1">
          <p15:clr>
            <a:srgbClr val="F26B43"/>
          </p15:clr>
        </p15:guide>
        <p15:guide id="6" pos="2729" userDrawn="1">
          <p15:clr>
            <a:srgbClr val="F26B43"/>
          </p15:clr>
        </p15:guide>
        <p15:guide id="7" pos="3704" userDrawn="1">
          <p15:clr>
            <a:srgbClr val="F26B43"/>
          </p15:clr>
        </p15:guide>
        <p15:guide id="8" pos="3976" userDrawn="1">
          <p15:clr>
            <a:srgbClr val="F26B43"/>
          </p15:clr>
        </p15:guide>
        <p15:guide id="9" pos="4951" userDrawn="1">
          <p15:clr>
            <a:srgbClr val="F26B43"/>
          </p15:clr>
        </p15:guide>
        <p15:guide id="10" pos="520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12A1889-49B4-4447-34DC-E986B6E0E2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25433359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306" imgH="306" progId="TCLayout.ActiveDocument.1">
                  <p:embed/>
                </p:oleObj>
              </mc:Choice>
              <mc:Fallback>
                <p:oleObj name="think-cell Slide" r:id="rId3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12A1889-49B4-4447-34DC-E986B6E0E2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027850-E6D0-1A76-2B76-152EDEACDF9A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407368" y="224644"/>
            <a:ext cx="10512000" cy="99719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36C7A-D7A6-6C39-01A3-EF7254716FAB}"/>
              </a:ext>
            </a:extLst>
          </p:cNvPr>
          <p:cNvSpPr>
            <a:spLocks noGrp="1"/>
          </p:cNvSpPr>
          <p:nvPr>
            <p:ph type="body" idx="1"/>
          </p:nvPr>
        </p:nvSpPr>
        <p:spPr bwMode="invGray">
          <a:xfrm>
            <a:off x="407367" y="1592796"/>
            <a:ext cx="11376645" cy="46444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A0E39-3B96-CC59-D2C4-A1D6706CE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invGray">
          <a:xfrm>
            <a:off x="407988" y="6470700"/>
            <a:ext cx="7452000" cy="1538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8300F-26F1-1CF4-CE49-8BF306FAC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invGray">
          <a:xfrm>
            <a:off x="11460012" y="6470700"/>
            <a:ext cx="324000" cy="1538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B5A5F8-AD9A-9D58-5390-E18FC97971DB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11478632" y="316267"/>
            <a:ext cx="306000" cy="30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8058138-AF53-E0B4-4468-8876BCBFB516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3310692-F5E4-851D-7364-B575EA766BCA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206398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737" r:id="rId2"/>
    <p:sldLayoutId id="2147483730" r:id="rId3"/>
    <p:sldLayoutId id="2147483677" r:id="rId4"/>
    <p:sldLayoutId id="2147483678" r:id="rId5"/>
    <p:sldLayoutId id="2147483679" r:id="rId6"/>
    <p:sldLayoutId id="2147483680" r:id="rId7"/>
    <p:sldLayoutId id="2147483738" r:id="rId8"/>
    <p:sldLayoutId id="2147483733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Skeena" panose="020B0604020202020204" pitchFamily="34" charset="0"/>
        <a:buNone/>
        <a:defRPr sz="20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buFont typeface="Skeena" panose="020B0604020202020204" pitchFamily="34" charset="0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6pPr>
      <a:lvl7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7423">
          <p15:clr>
            <a:srgbClr val="F26B43"/>
          </p15:clr>
        </p15:guide>
        <p15:guide id="3" orient="horz" pos="1003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2479">
          <p15:clr>
            <a:srgbClr val="F26B43"/>
          </p15:clr>
        </p15:guide>
        <p15:guide id="6" pos="2729">
          <p15:clr>
            <a:srgbClr val="F26B43"/>
          </p15:clr>
        </p15:guide>
        <p15:guide id="7" pos="3704">
          <p15:clr>
            <a:srgbClr val="F26B43"/>
          </p15:clr>
        </p15:guide>
        <p15:guide id="8" pos="3976">
          <p15:clr>
            <a:srgbClr val="F26B43"/>
          </p15:clr>
        </p15:guide>
        <p15:guide id="9" pos="4951">
          <p15:clr>
            <a:srgbClr val="F26B43"/>
          </p15:clr>
        </p15:guide>
        <p15:guide id="10" pos="5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111C1BEF-8800-D8AF-2A8E-369F2C5A3F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14601233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306" imgH="306" progId="TCLayout.ActiveDocument.1">
                  <p:embed/>
                </p:oleObj>
              </mc:Choice>
              <mc:Fallback>
                <p:oleObj name="think-cell Slide" r:id="rId3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111C1BEF-8800-D8AF-2A8E-369F2C5A3F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027850-E6D0-1A76-2B76-152EDEACDF9A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407368" y="224644"/>
            <a:ext cx="10512000" cy="99719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e-DE" noProof="0"/>
              <a:t>Folientitel durch Klicken bearbeiten </a:t>
            </a:r>
            <a:br>
              <a:rPr lang="de-DE" noProof="0"/>
            </a:br>
            <a:r>
              <a:rPr lang="de-DE" noProof="0"/>
              <a:t>(maximal zweizeilig)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36C7A-D7A6-6C39-01A3-EF7254716FAB}"/>
              </a:ext>
            </a:extLst>
          </p:cNvPr>
          <p:cNvSpPr>
            <a:spLocks noGrp="1"/>
          </p:cNvSpPr>
          <p:nvPr>
            <p:ph type="body" idx="1"/>
          </p:nvPr>
        </p:nvSpPr>
        <p:spPr bwMode="invGray">
          <a:xfrm>
            <a:off x="407367" y="1592796"/>
            <a:ext cx="11376645" cy="46444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A0E39-3B96-CC59-D2C4-A1D6706CE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invGray">
          <a:xfrm>
            <a:off x="407988" y="6470700"/>
            <a:ext cx="7452000" cy="1538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noProof="0"/>
              <a:t>Hier steht der übergeordnete Präsentationstitel (Einfügen → Kopf- und Fußzeile)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8300F-26F1-1CF4-CE49-8BF306FAC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invGray">
          <a:xfrm>
            <a:off x="11460012" y="6470700"/>
            <a:ext cx="324000" cy="1538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438FF58-A5B1-455A-BA0C-D8E0E4C71076}" type="slidenum">
              <a:rPr lang="de-DE" noProof="0" smtClean="0"/>
              <a:pPr/>
              <a:t>‹#›</a:t>
            </a:fld>
            <a:endParaRPr lang="de-DE" noProof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B5A5F8-AD9A-9D58-5390-E18FC97971DB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11478632" y="316267"/>
            <a:ext cx="306000" cy="306000"/>
            <a:chOff x="5118212" y="1097010"/>
            <a:chExt cx="3600000" cy="3600000"/>
          </a:xfrm>
          <a:solidFill>
            <a:schemeClr val="accent3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8058138-AF53-E0B4-4468-8876BCBFB516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946212" y="1097010"/>
              <a:ext cx="2772000" cy="82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3310692-F5E4-851D-7364-B575EA766BCA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5118212" y="1925010"/>
              <a:ext cx="828000" cy="27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269905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39" r:id="rId2"/>
    <p:sldLayoutId id="2147483731" r:id="rId3"/>
    <p:sldLayoutId id="2147483704" r:id="rId4"/>
    <p:sldLayoutId id="2147483705" r:id="rId5"/>
    <p:sldLayoutId id="2147483706" r:id="rId6"/>
    <p:sldLayoutId id="2147483707" r:id="rId7"/>
    <p:sldLayoutId id="2147483740" r:id="rId8"/>
    <p:sldLayoutId id="2147483734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Skeena" panose="020B0604020202020204" pitchFamily="34" charset="0"/>
        <a:buNone/>
        <a:defRPr sz="20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buFont typeface="Skeena" panose="020B0604020202020204" pitchFamily="34" charset="0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6pPr>
      <a:lvl7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360000" indent="-180000" algn="l" defTabSz="914400" rtl="0" eaLnBrk="1" latinLnBrk="0" hangingPunct="1">
        <a:lnSpc>
          <a:spcPct val="100000"/>
        </a:lnSpc>
        <a:spcBef>
          <a:spcPts val="300"/>
        </a:spcBef>
        <a:buFont typeface="Symbol" panose="05050102010706020507" pitchFamily="18" charset="2"/>
        <a:buChar char=""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7423">
          <p15:clr>
            <a:srgbClr val="F26B43"/>
          </p15:clr>
        </p15:guide>
        <p15:guide id="3" orient="horz" pos="1003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2479">
          <p15:clr>
            <a:srgbClr val="F26B43"/>
          </p15:clr>
        </p15:guide>
        <p15:guide id="6" pos="2729">
          <p15:clr>
            <a:srgbClr val="F26B43"/>
          </p15:clr>
        </p15:guide>
        <p15:guide id="7" pos="3704">
          <p15:clr>
            <a:srgbClr val="F26B43"/>
          </p15:clr>
        </p15:guide>
        <p15:guide id="8" pos="3976">
          <p15:clr>
            <a:srgbClr val="F26B43"/>
          </p15:clr>
        </p15:guide>
        <p15:guide id="9" pos="4951">
          <p15:clr>
            <a:srgbClr val="F26B43"/>
          </p15:clr>
        </p15:guide>
        <p15:guide id="10" pos="5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lose-the-gap.org/" TargetMode="External"/><Relationship Id="rId3" Type="http://schemas.openxmlformats.org/officeDocument/2006/relationships/hyperlink" Target="https://www.labdoo.org/deu/de/" TargetMode="External"/><Relationship Id="rId7" Type="http://schemas.openxmlformats.org/officeDocument/2006/relationships/hyperlink" Target="https://camara.org/" TargetMode="External"/><Relationship Id="rId2" Type="http://schemas.openxmlformats.org/officeDocument/2006/relationships/hyperlink" Target="https://laptop.org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cfsk.org/" TargetMode="External"/><Relationship Id="rId11" Type="http://schemas.openxmlformats.org/officeDocument/2006/relationships/hyperlink" Target="https://www.unesco.org/en" TargetMode="External"/><Relationship Id="rId5" Type="http://schemas.openxmlformats.org/officeDocument/2006/relationships/hyperlink" Target="https://www.computeraid.org/" TargetMode="External"/><Relationship Id="rId10" Type="http://schemas.openxmlformats.org/officeDocument/2006/relationships/hyperlink" Target="https://widernet-egranary.org/" TargetMode="External"/><Relationship Id="rId4" Type="http://schemas.openxmlformats.org/officeDocument/2006/relationships/hyperlink" Target="https://worldcomputerexchange.org/" TargetMode="External"/><Relationship Id="rId9" Type="http://schemas.openxmlformats.org/officeDocument/2006/relationships/hyperlink" Target="https://en.wikipedia.org/wiki/Open_educational_resource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stax.org/" TargetMode="External"/><Relationship Id="rId3" Type="http://schemas.openxmlformats.org/officeDocument/2006/relationships/hyperlink" Target="https://chatgpt.com/" TargetMode="External"/><Relationship Id="rId7" Type="http://schemas.openxmlformats.org/officeDocument/2006/relationships/hyperlink" Target="https://www.khanacademy.org/" TargetMode="External"/><Relationship Id="rId2" Type="http://schemas.openxmlformats.org/officeDocument/2006/relationships/hyperlink" Target="https://www.desmos.co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oercommons.org/" TargetMode="External"/><Relationship Id="rId11" Type="http://schemas.openxmlformats.org/officeDocument/2006/relationships/hyperlink" Target="https://arxiv.org/" TargetMode="External"/><Relationship Id="rId5" Type="http://schemas.openxmlformats.org/officeDocument/2006/relationships/hyperlink" Target="https://claude.ai/" TargetMode="External"/><Relationship Id="rId10" Type="http://schemas.openxmlformats.org/officeDocument/2006/relationships/hyperlink" Target="https://www.researchgate.net/" TargetMode="External"/><Relationship Id="rId4" Type="http://schemas.openxmlformats.org/officeDocument/2006/relationships/hyperlink" Target="https://gemini.google.com/app" TargetMode="External"/><Relationship Id="rId9" Type="http://schemas.openxmlformats.org/officeDocument/2006/relationships/hyperlink" Target="https://ocw.mit.edu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okta.com/docs/concepts/oauth-openid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4" descr="Ein Bild, das Person, draußen, Himmel, Frau enthält.&#10;&#10;Automatisch generierte Beschreibung">
            <a:extLst>
              <a:ext uri="{FF2B5EF4-FFF2-40B4-BE49-F238E27FC236}">
                <a16:creationId xmlns:a16="http://schemas.microsoft.com/office/drawing/2014/main" id="{305D2014-F723-89C2-5453-DB59D11B65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" r="18"/>
          <a:stretch/>
        </p:blipFill>
        <p:spPr bwMode="gray">
          <a:xfrm>
            <a:off x="0" y="0"/>
            <a:ext cx="12192000" cy="6858000"/>
          </a:xfrm>
          <a:custGeom>
            <a:avLst/>
            <a:gdLst>
              <a:gd name="connsiteX0" fmla="*/ 0 w 11158790"/>
              <a:gd name="connsiteY0" fmla="*/ 0 h 4427031"/>
              <a:gd name="connsiteX1" fmla="*/ 11158790 w 11158790"/>
              <a:gd name="connsiteY1" fmla="*/ 0 h 4427031"/>
              <a:gd name="connsiteX2" fmla="*/ 11158790 w 11158790"/>
              <a:gd name="connsiteY2" fmla="*/ 4427031 h 4427031"/>
              <a:gd name="connsiteX3" fmla="*/ 0 w 11158790"/>
              <a:gd name="connsiteY3" fmla="*/ 4427031 h 4427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8790" h="4427031">
                <a:moveTo>
                  <a:pt x="0" y="0"/>
                </a:moveTo>
                <a:lnTo>
                  <a:pt x="11158790" y="0"/>
                </a:lnTo>
                <a:lnTo>
                  <a:pt x="11158790" y="4427031"/>
                </a:lnTo>
                <a:lnTo>
                  <a:pt x="0" y="4427031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EF56594-4E53-8E03-AB6F-9EB6175514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090347" y="943527"/>
            <a:ext cx="4981903" cy="200978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GB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Student One Laptop (OSOL)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CC0222-7B23-D67B-EE99-A4F58BE58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20" y="350936"/>
            <a:ext cx="2725148" cy="310923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0D17DD-B4CB-4616-8909-A258F35EAA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Dennis Goeken and Han Yang | Verl | Jun 2025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019F27B-99CC-D407-511E-A6F8C5ECA8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49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4A086-D41C-D561-D9DA-C6ADEB0CDE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1223661" y="1233734"/>
            <a:ext cx="360000" cy="307777"/>
          </a:xfrm>
        </p:spPr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BE283-52FB-48A2-DDF2-07EE8C04C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724190" y="1232204"/>
            <a:ext cx="3726700" cy="307777"/>
          </a:xfrm>
        </p:spPr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OSOL?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A6A04-6CD7-3EA1-CE40-F7250F4C14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1231097" y="2335548"/>
            <a:ext cx="360000" cy="307777"/>
          </a:xfrm>
        </p:spPr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3FAAC5-FE44-6267-C7E1-7225406F5C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1724190" y="2335547"/>
            <a:ext cx="3726700" cy="307777"/>
          </a:xfrm>
        </p:spPr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OSOL?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2995F7-D975-FDD6-F909-6BED821DFA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1220003" y="3451408"/>
            <a:ext cx="360000" cy="307777"/>
          </a:xfrm>
        </p:spPr>
        <p:txBody>
          <a:bodyPr/>
          <a:lstStyle/>
          <a:p>
            <a:r>
              <a:rPr lang="de-DE" dirty="0"/>
              <a:t>03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1ED058-1A65-A41D-6D82-8C554181911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1724190" y="3445833"/>
            <a:ext cx="3726700" cy="307777"/>
          </a:xfrm>
        </p:spPr>
        <p:txBody>
          <a:bodyPr/>
          <a:lstStyle/>
          <a:p>
            <a:r>
              <a:rPr lang="de-DE" dirty="0" err="1">
                <a:solidFill>
                  <a:srgbClr val="161616"/>
                </a:solidFill>
                <a:latin typeface="Segoe UI" panose="020B0502040204020203" pitchFamily="34" charset="0"/>
              </a:rPr>
              <a:t>Related</a:t>
            </a:r>
            <a:r>
              <a:rPr lang="de-DE" dirty="0">
                <a:solidFill>
                  <a:srgbClr val="161616"/>
                </a:solidFill>
                <a:latin typeface="Segoe UI" panose="020B0502040204020203" pitchFamily="34" charset="0"/>
              </a:rPr>
              <a:t> Resources</a:t>
            </a:r>
            <a:endParaRPr lang="de-DE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33AC95B-5545-E010-247F-E8E7C13D99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1236435" y="4547248"/>
            <a:ext cx="360000" cy="307777"/>
          </a:xfrm>
        </p:spPr>
        <p:txBody>
          <a:bodyPr/>
          <a:lstStyle/>
          <a:p>
            <a:r>
              <a:rPr lang="de-DE" dirty="0"/>
              <a:t>04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A6F8E7-26A6-92CA-8361-E6C8D26F42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1744816" y="4402231"/>
            <a:ext cx="3706074" cy="615553"/>
          </a:xfrm>
        </p:spPr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OSOL will </a:t>
            </a:r>
            <a:r>
              <a:rPr lang="de-DE" dirty="0" err="1"/>
              <a:t>benefit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Riverty and Bertelsmann?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A00CE16-C21B-2585-5B40-5BA301018B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1231097" y="5652170"/>
            <a:ext cx="360000" cy="307777"/>
          </a:xfrm>
        </p:spPr>
        <p:txBody>
          <a:bodyPr/>
          <a:lstStyle/>
          <a:p>
            <a:r>
              <a:rPr lang="de-DE" dirty="0"/>
              <a:t>05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DA13B7-0BBE-5F62-7816-E75EB7DDF37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1742662" y="5651892"/>
            <a:ext cx="3706074" cy="307777"/>
          </a:xfrm>
        </p:spPr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OSOL?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86671C-ECFC-689C-783D-1862C629BB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6614397" y="1170060"/>
            <a:ext cx="360000" cy="307777"/>
          </a:xfrm>
        </p:spPr>
        <p:txBody>
          <a:bodyPr/>
          <a:lstStyle/>
          <a:p>
            <a:r>
              <a:rPr lang="de-DE" dirty="0"/>
              <a:t>06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3840448-2F26-F78E-77D5-0E568BB6ED2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7190916" y="1170060"/>
            <a:ext cx="3905386" cy="307777"/>
          </a:xfrm>
        </p:spPr>
        <p:txBody>
          <a:bodyPr/>
          <a:lstStyle/>
          <a:p>
            <a:r>
              <a:rPr lang="de-DE" dirty="0" err="1"/>
              <a:t>When</a:t>
            </a:r>
            <a:r>
              <a:rPr lang="de-DE" dirty="0"/>
              <a:t> OSOL - Schedule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7C65A96-78D0-D1D0-4497-0BE6DDF06CE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xfrm>
            <a:off x="6640533" y="2268664"/>
            <a:ext cx="360000" cy="307777"/>
          </a:xfrm>
        </p:spPr>
        <p:txBody>
          <a:bodyPr/>
          <a:lstStyle/>
          <a:p>
            <a:r>
              <a:rPr lang="de-DE" dirty="0"/>
              <a:t>07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3178AE6-EB75-6319-1CF6-16D3EE0D8B1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7217051" y="2268664"/>
            <a:ext cx="3879251" cy="307777"/>
          </a:xfrm>
        </p:spPr>
        <p:txBody>
          <a:bodyPr/>
          <a:lstStyle/>
          <a:p>
            <a:r>
              <a:rPr lang="en-GB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OSOL Budget</a:t>
            </a:r>
            <a:endParaRPr lang="de-DE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F179F6F-0FFC-2510-B2A2-D2DF85B866E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6640533" y="3414074"/>
            <a:ext cx="360000" cy="307777"/>
          </a:xfrm>
        </p:spPr>
        <p:txBody>
          <a:bodyPr/>
          <a:lstStyle/>
          <a:p>
            <a:r>
              <a:rPr lang="de-DE" dirty="0"/>
              <a:t>08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AEE5EA7-CDD5-6E9F-13C0-CADBE9ACA0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1079531" y="889330"/>
            <a:ext cx="496755" cy="14838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3C13B63-1551-9733-E239-C58B9C34532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934335" y="1043226"/>
            <a:ext cx="148381" cy="49675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F04DA2C-4088-8EFF-F78F-206963C4715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1079532" y="1994252"/>
            <a:ext cx="496755" cy="14838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6BB6D1D-0462-51FC-7A3B-6D6507C818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934335" y="2148148"/>
            <a:ext cx="148381" cy="49675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E510B30-A822-1B13-A14A-22EF10AFD12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1094342" y="3098956"/>
            <a:ext cx="496755" cy="14838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A9ECC44-D10A-3972-5658-282DBFC858E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>
          <a:xfrm>
            <a:off x="934335" y="3253070"/>
            <a:ext cx="148381" cy="49675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15C2DBC-0F6A-2454-0451-989D9E893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1082716" y="4218971"/>
            <a:ext cx="496755" cy="14838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72D789C-D0E9-F270-5B53-8C134425EA6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934335" y="4357992"/>
            <a:ext cx="148381" cy="49675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A938E15-E481-3E61-3FF5-3BD6C08F620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1082716" y="5310656"/>
            <a:ext cx="496755" cy="14838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963A6B2-D9F9-D150-DAC7-BC882C37E8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gray">
          <a:xfrm>
            <a:off x="931151" y="5462914"/>
            <a:ext cx="148381" cy="49675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E0A74FA-0C10-5A23-F8FF-1C2324FD85D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gray">
          <a:xfrm>
            <a:off x="6475201" y="834420"/>
            <a:ext cx="496755" cy="14838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149BF7F-B0C4-4241-24BF-0C61E08681C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6326820" y="981082"/>
            <a:ext cx="148381" cy="49675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AB73550-9CDA-EBDC-99AD-19907784706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 bwMode="gray">
          <a:xfrm>
            <a:off x="6501139" y="1919697"/>
            <a:ext cx="496755" cy="14838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CA234F2-FA8E-36AB-321A-0CD083212A0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 bwMode="gray">
          <a:xfrm>
            <a:off x="6352956" y="2079686"/>
            <a:ext cx="148381" cy="49675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4D2D14E-975D-0510-952B-1423932F659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gray">
          <a:xfrm>
            <a:off x="6501139" y="3083506"/>
            <a:ext cx="496755" cy="148381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C2A1472-6882-C35D-FABD-FBAC8285B60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gray">
          <a:xfrm>
            <a:off x="6352956" y="3225096"/>
            <a:ext cx="148381" cy="49675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5FB528F-6E5B-A92A-9CFD-C17C4C456B40}"/>
              </a:ext>
            </a:extLst>
          </p:cNvPr>
          <p:cNvSpPr txBox="1">
            <a:spLocks/>
          </p:cNvSpPr>
          <p:nvPr/>
        </p:nvSpPr>
        <p:spPr bwMode="gray">
          <a:xfrm>
            <a:off x="7217052" y="3260186"/>
            <a:ext cx="3867599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rgbClr val="161616"/>
                </a:solidFill>
                <a:latin typeface="Segoe UI" panose="020B0502040204020203" pitchFamily="34" charset="0"/>
              </a:rPr>
              <a:t>Appendix A – OSOL-T </a:t>
            </a:r>
            <a:r>
              <a:rPr lang="de-DE" dirty="0" err="1">
                <a:solidFill>
                  <a:srgbClr val="161616"/>
                </a:solidFill>
                <a:latin typeface="Segoe UI" panose="020B0502040204020203" pitchFamily="34" charset="0"/>
              </a:rPr>
              <a:t>database</a:t>
            </a:r>
            <a:r>
              <a:rPr lang="de-DE" dirty="0">
                <a:solidFill>
                  <a:srgbClr val="161616"/>
                </a:solidFill>
                <a:latin typeface="Segoe UI" panose="020B0502040204020203" pitchFamily="34" charset="0"/>
              </a:rPr>
              <a:t> </a:t>
            </a:r>
            <a:r>
              <a:rPr lang="de-DE" dirty="0" err="1">
                <a:solidFill>
                  <a:srgbClr val="161616"/>
                </a:solidFill>
                <a:latin typeface="Segoe UI" panose="020B0502040204020203" pitchFamily="34" charset="0"/>
              </a:rPr>
              <a:t>metadata</a:t>
            </a:r>
            <a:endParaRPr lang="de-DE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49E0DF40-9819-F106-877D-3887E2C9A3EF}"/>
              </a:ext>
            </a:extLst>
          </p:cNvPr>
          <p:cNvSpPr txBox="1">
            <a:spLocks/>
          </p:cNvSpPr>
          <p:nvPr/>
        </p:nvSpPr>
        <p:spPr bwMode="gray">
          <a:xfrm>
            <a:off x="6651615" y="5590418"/>
            <a:ext cx="360000" cy="3077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10</a:t>
            </a:r>
          </a:p>
        </p:txBody>
      </p:sp>
      <p:sp>
        <p:nvSpPr>
          <p:cNvPr id="51" name="Text Placeholder 31">
            <a:extLst>
              <a:ext uri="{FF2B5EF4-FFF2-40B4-BE49-F238E27FC236}">
                <a16:creationId xmlns:a16="http://schemas.microsoft.com/office/drawing/2014/main" id="{30D4DB54-B586-93CE-C054-D69F1536AE2D}"/>
              </a:ext>
            </a:extLst>
          </p:cNvPr>
          <p:cNvSpPr txBox="1">
            <a:spLocks/>
          </p:cNvSpPr>
          <p:nvPr/>
        </p:nvSpPr>
        <p:spPr bwMode="gray">
          <a:xfrm>
            <a:off x="6514860" y="5248512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52" name="Text Placeholder 32">
            <a:extLst>
              <a:ext uri="{FF2B5EF4-FFF2-40B4-BE49-F238E27FC236}">
                <a16:creationId xmlns:a16="http://schemas.microsoft.com/office/drawing/2014/main" id="{D7539E1F-9DDC-F27A-2D34-953378973DCD}"/>
              </a:ext>
            </a:extLst>
          </p:cNvPr>
          <p:cNvSpPr txBox="1">
            <a:spLocks/>
          </p:cNvSpPr>
          <p:nvPr/>
        </p:nvSpPr>
        <p:spPr bwMode="gray">
          <a:xfrm>
            <a:off x="6364038" y="5401440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0A2E4A48-6F80-E90E-EDDC-E9C04B42EC7B}"/>
              </a:ext>
            </a:extLst>
          </p:cNvPr>
          <p:cNvSpPr txBox="1">
            <a:spLocks/>
          </p:cNvSpPr>
          <p:nvPr/>
        </p:nvSpPr>
        <p:spPr bwMode="gray">
          <a:xfrm>
            <a:off x="6640533" y="4567380"/>
            <a:ext cx="360000" cy="3077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09</a:t>
            </a:r>
          </a:p>
        </p:txBody>
      </p:sp>
      <p:sp>
        <p:nvSpPr>
          <p:cNvPr id="55" name="Text Placeholder 31">
            <a:extLst>
              <a:ext uri="{FF2B5EF4-FFF2-40B4-BE49-F238E27FC236}">
                <a16:creationId xmlns:a16="http://schemas.microsoft.com/office/drawing/2014/main" id="{6ED11F1E-9C8F-CDE9-432A-E3E22ABF3C5D}"/>
              </a:ext>
            </a:extLst>
          </p:cNvPr>
          <p:cNvSpPr txBox="1">
            <a:spLocks/>
          </p:cNvSpPr>
          <p:nvPr/>
        </p:nvSpPr>
        <p:spPr bwMode="gray">
          <a:xfrm>
            <a:off x="6501337" y="4236691"/>
            <a:ext cx="496755" cy="148381"/>
          </a:xfrm>
          <a:custGeom>
            <a:avLst/>
            <a:gdLst>
              <a:gd name="connsiteX0" fmla="*/ 0 w 496755"/>
              <a:gd name="connsiteY0" fmla="*/ 0 h 148381"/>
              <a:gd name="connsiteX1" fmla="*/ 496755 w 496755"/>
              <a:gd name="connsiteY1" fmla="*/ 0 h 148381"/>
              <a:gd name="connsiteX2" fmla="*/ 496755 w 496755"/>
              <a:gd name="connsiteY2" fmla="*/ 148381 h 148381"/>
              <a:gd name="connsiteX3" fmla="*/ 0 w 496755"/>
              <a:gd name="connsiteY3" fmla="*/ 148381 h 14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755" h="148381">
                <a:moveTo>
                  <a:pt x="0" y="0"/>
                </a:moveTo>
                <a:lnTo>
                  <a:pt x="496755" y="0"/>
                </a:lnTo>
                <a:lnTo>
                  <a:pt x="496755" y="148381"/>
                </a:lnTo>
                <a:lnTo>
                  <a:pt x="0" y="148381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56" name="Text Placeholder 32">
            <a:extLst>
              <a:ext uri="{FF2B5EF4-FFF2-40B4-BE49-F238E27FC236}">
                <a16:creationId xmlns:a16="http://schemas.microsoft.com/office/drawing/2014/main" id="{951F677D-2C71-338C-59AC-80449F2E1EBC}"/>
              </a:ext>
            </a:extLst>
          </p:cNvPr>
          <p:cNvSpPr txBox="1">
            <a:spLocks/>
          </p:cNvSpPr>
          <p:nvPr/>
        </p:nvSpPr>
        <p:spPr bwMode="gray">
          <a:xfrm>
            <a:off x="6352956" y="4378402"/>
            <a:ext cx="148381" cy="496755"/>
          </a:xfrm>
          <a:custGeom>
            <a:avLst/>
            <a:gdLst>
              <a:gd name="connsiteX0" fmla="*/ 0 w 148381"/>
              <a:gd name="connsiteY0" fmla="*/ 0 h 496755"/>
              <a:gd name="connsiteX1" fmla="*/ 148381 w 148381"/>
              <a:gd name="connsiteY1" fmla="*/ 0 h 496755"/>
              <a:gd name="connsiteX2" fmla="*/ 148381 w 148381"/>
              <a:gd name="connsiteY2" fmla="*/ 496755 h 496755"/>
              <a:gd name="connsiteX3" fmla="*/ 0 w 148381"/>
              <a:gd name="connsiteY3" fmla="*/ 496755 h 49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81" h="496755">
                <a:moveTo>
                  <a:pt x="0" y="0"/>
                </a:moveTo>
                <a:lnTo>
                  <a:pt x="148381" y="0"/>
                </a:lnTo>
                <a:lnTo>
                  <a:pt x="148381" y="496755"/>
                </a:lnTo>
                <a:lnTo>
                  <a:pt x="0" y="496755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100" b="0" kern="1200">
                <a:noFill/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1ABA51-65B4-2062-5752-1073DC9161BC}"/>
              </a:ext>
            </a:extLst>
          </p:cNvPr>
          <p:cNvSpPr txBox="1">
            <a:spLocks/>
          </p:cNvSpPr>
          <p:nvPr/>
        </p:nvSpPr>
        <p:spPr bwMode="gray">
          <a:xfrm>
            <a:off x="7245403" y="4382811"/>
            <a:ext cx="3867599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rgbClr val="161616"/>
                </a:solidFill>
                <a:latin typeface="Segoe UI" panose="020B0502040204020203" pitchFamily="34" charset="0"/>
              </a:rPr>
              <a:t>Appendix B – OSOL-T – </a:t>
            </a:r>
            <a:r>
              <a:rPr lang="de-DE" dirty="0" err="1">
                <a:solidFill>
                  <a:srgbClr val="161616"/>
                </a:solidFill>
                <a:latin typeface="Segoe UI" panose="020B0502040204020203" pitchFamily="34" charset="0"/>
              </a:rPr>
              <a:t>why</a:t>
            </a:r>
            <a:r>
              <a:rPr lang="de-DE" dirty="0">
                <a:solidFill>
                  <a:srgbClr val="161616"/>
                </a:solidFill>
                <a:latin typeface="Segoe UI" panose="020B0502040204020203" pitchFamily="34" charset="0"/>
              </a:rPr>
              <a:t> </a:t>
            </a:r>
            <a:r>
              <a:rPr lang="de-DE" dirty="0" err="1">
                <a:solidFill>
                  <a:srgbClr val="161616"/>
                </a:solidFill>
                <a:latin typeface="Segoe UI" panose="020B0502040204020203" pitchFamily="34" charset="0"/>
              </a:rPr>
              <a:t>use</a:t>
            </a:r>
            <a:r>
              <a:rPr lang="de-DE" dirty="0">
                <a:solidFill>
                  <a:srgbClr val="161616"/>
                </a:solidFill>
                <a:latin typeface="Segoe UI" panose="020B0502040204020203" pitchFamily="34" charset="0"/>
              </a:rPr>
              <a:t> </a:t>
            </a:r>
            <a:r>
              <a:rPr lang="de-DE" dirty="0" err="1">
                <a:solidFill>
                  <a:srgbClr val="161616"/>
                </a:solidFill>
                <a:latin typeface="Segoe UI" panose="020B0502040204020203" pitchFamily="34" charset="0"/>
              </a:rPr>
              <a:t>queue</a:t>
            </a:r>
            <a:r>
              <a:rPr lang="de-DE" dirty="0">
                <a:solidFill>
                  <a:srgbClr val="161616"/>
                </a:solidFill>
                <a:latin typeface="Segoe UI" panose="020B0502040204020203" pitchFamily="34" charset="0"/>
              </a:rPr>
              <a:t>? </a:t>
            </a:r>
            <a:endParaRPr lang="de-DE" dirty="0"/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3000ABBB-AED7-2950-5F6E-A1C2F104A490}"/>
              </a:ext>
            </a:extLst>
          </p:cNvPr>
          <p:cNvSpPr txBox="1">
            <a:spLocks/>
          </p:cNvSpPr>
          <p:nvPr/>
        </p:nvSpPr>
        <p:spPr bwMode="gray">
          <a:xfrm>
            <a:off x="7209809" y="5495928"/>
            <a:ext cx="3867599" cy="3077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keena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rgbClr val="161616"/>
                </a:solidFill>
                <a:latin typeface="Segoe UI" panose="020B0502040204020203" pitchFamily="34" charset="0"/>
              </a:rPr>
              <a:t>Reference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9444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FDFF-58F8-8165-27F8-2DC1721D485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368" y="371905"/>
            <a:ext cx="10512000" cy="498598"/>
          </a:xfrm>
        </p:spPr>
        <p:txBody>
          <a:bodyPr/>
          <a:lstStyle/>
          <a:p>
            <a:r>
              <a:rPr lang="de-DE" dirty="0"/>
              <a:t>1.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Student </a:t>
            </a:r>
            <a:r>
              <a:rPr lang="de-DE" dirty="0" err="1"/>
              <a:t>One</a:t>
            </a:r>
            <a:r>
              <a:rPr lang="de-DE" dirty="0"/>
              <a:t> Laptop (OSOL)?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D41D4-3B88-D9D4-3FD5-39C81EBFB9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F9FA6-0FB3-D725-43FE-7CFFA7DC7A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DE9D1-5746-FABD-4A8B-0B8BC601E1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674702" y="1091953"/>
            <a:ext cx="10697593" cy="5144843"/>
          </a:xfrm>
        </p:spPr>
        <p:txBody>
          <a:bodyPr/>
          <a:lstStyle/>
          <a:p>
            <a:pPr algn="l"/>
            <a:r>
              <a:rPr lang="en-GB" sz="1800" b="0" i="0" u="none" strike="noStrike" baseline="0" dirty="0">
                <a:solidFill>
                  <a:srgbClr val="000000"/>
                </a:solidFill>
                <a:latin typeface="CMR10"/>
              </a:rPr>
              <a:t>One Student One Laptop (OSOL) refurbishes donated, out-of-date IT equipment, including laptops, tablets, flat monitors, mouses, and keyboards. After cleaning and disinfecting the devices, we perform a factory reset. Where possible, we install </a:t>
            </a:r>
            <a:r>
              <a:rPr lang="en-GB" sz="1800" b="0" i="0" u="none" strike="noStrike" baseline="0" dirty="0">
                <a:solidFill>
                  <a:srgbClr val="0000FF"/>
                </a:solidFill>
                <a:latin typeface="CMR10"/>
              </a:rPr>
              <a:t>ChromeOS Flex 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R10"/>
              </a:rPr>
              <a:t>(a lightweight cloud-based operating system) and a selection of educational content. These refurbished devices are then loaned free of charge to students in developing countries to support their education and personal growth.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02889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FDFF-58F8-8165-27F8-2DC1721D485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31655" y="371905"/>
            <a:ext cx="10512000" cy="498598"/>
          </a:xfrm>
        </p:spPr>
        <p:txBody>
          <a:bodyPr/>
          <a:lstStyle/>
          <a:p>
            <a:r>
              <a:rPr lang="de-DE" dirty="0"/>
              <a:t>1.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Student </a:t>
            </a:r>
            <a:r>
              <a:rPr lang="de-DE" dirty="0" err="1"/>
              <a:t>One</a:t>
            </a:r>
            <a:r>
              <a:rPr lang="de-DE" dirty="0"/>
              <a:t> Laptop (OSOL)?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D41D4-3B88-D9D4-3FD5-39C81EBFB9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F9FA6-0FB3-D725-43FE-7CFFA7DC7A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DE9D1-5746-FABD-4A8B-0B8BC601E1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798990" y="1136342"/>
            <a:ext cx="10440140" cy="5261889"/>
          </a:xfrm>
        </p:spPr>
        <p:txBody>
          <a:bodyPr/>
          <a:lstStyle/>
          <a:p>
            <a:pPr marL="0" lvl="2" indent="0">
              <a:buNone/>
            </a:pPr>
            <a:r>
              <a:rPr lang="en-GB" dirty="0"/>
              <a:t>How </a:t>
            </a:r>
            <a:r>
              <a:rPr lang="en-GB" sz="1800" b="0" i="0" u="none" strike="noStrike" baseline="0" dirty="0">
                <a:latin typeface="CMR10"/>
              </a:rPr>
              <a:t>OSOL stands out from other IT reuse organizations?</a:t>
            </a:r>
            <a:r>
              <a:rPr lang="en-GB" dirty="0"/>
              <a:t>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sz="1800" i="0" u="none" strike="noStrike" baseline="0" dirty="0">
                <a:solidFill>
                  <a:srgbClr val="000000"/>
                </a:solidFill>
                <a:latin typeface="CMBX10"/>
              </a:rPr>
              <a:t>Education First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BX10"/>
              </a:rPr>
              <a:t>: 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R10"/>
              </a:rPr>
              <a:t>OSOL is dedicated to helping students by providing technology specifically for learning.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sz="1800" i="0" u="none" strike="noStrike" baseline="0" dirty="0">
                <a:solidFill>
                  <a:srgbClr val="000000"/>
                </a:solidFill>
                <a:latin typeface="CMBX10"/>
              </a:rPr>
              <a:t>Sustainable Tech Use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BX10"/>
              </a:rPr>
              <a:t>: 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R10"/>
              </a:rPr>
              <a:t>Instead of just donating devices, OSOL recalls and replaces them annually, preventing e-waste and keeping technology up to date.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sz="1800" i="0" u="none" strike="noStrike" baseline="0" dirty="0">
                <a:solidFill>
                  <a:srgbClr val="000000"/>
                </a:solidFill>
                <a:latin typeface="CMBX10"/>
              </a:rPr>
              <a:t>Free Lending Model: 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R10"/>
              </a:rPr>
              <a:t>Unlike many organizations that sell or give away refurbished devices, OSOL lends them for free, making access more equitable.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sz="1800" i="0" u="none" strike="noStrike" baseline="0" dirty="0">
                <a:solidFill>
                  <a:srgbClr val="000000"/>
                </a:solidFill>
                <a:latin typeface="CMBX10"/>
              </a:rPr>
              <a:t>Online Learning Recommendation: 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R10"/>
              </a:rPr>
              <a:t>OSOL </a:t>
            </a:r>
            <a:r>
              <a:rPr lang="en-GB" sz="1800" b="0" i="0" u="none" strike="noStrike" baseline="0" dirty="0" err="1">
                <a:solidFill>
                  <a:srgbClr val="000000"/>
                </a:solidFill>
                <a:latin typeface="CMR10"/>
              </a:rPr>
              <a:t>recomments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R10"/>
              </a:rPr>
              <a:t> students with trusted free </a:t>
            </a:r>
            <a:r>
              <a:rPr lang="en-GB" sz="1800" b="0" i="0" u="none" strike="noStrike" baseline="0" dirty="0">
                <a:solidFill>
                  <a:srgbClr val="0000FF"/>
                </a:solidFill>
                <a:latin typeface="CMR10"/>
              </a:rPr>
              <a:t>online educational resources 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R10"/>
              </a:rPr>
              <a:t>to improve learning.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GB" sz="1800" i="0" u="none" strike="noStrike" baseline="0" dirty="0">
                <a:solidFill>
                  <a:srgbClr val="000000"/>
                </a:solidFill>
                <a:latin typeface="CMBX10"/>
              </a:rPr>
              <a:t>Offline Access: 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R10"/>
              </a:rPr>
              <a:t>For students without the Internet, OSOL pre-installs </a:t>
            </a:r>
            <a:r>
              <a:rPr lang="en-GB" sz="1800" b="0" i="0" u="none" strike="noStrike" baseline="0" dirty="0">
                <a:solidFill>
                  <a:srgbClr val="0000FF"/>
                </a:solidFill>
                <a:latin typeface="CMR10"/>
              </a:rPr>
              <a:t>offline educational content 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R10"/>
              </a:rPr>
              <a:t>and even an AI-powered local chatbot[</a:t>
            </a:r>
            <a:r>
              <a:rPr lang="en-GB" sz="1800" b="0" i="0" u="none" strike="noStrike" baseline="0" dirty="0">
                <a:solidFill>
                  <a:srgbClr val="0000FF"/>
                </a:solidFill>
                <a:latin typeface="CMR10"/>
              </a:rPr>
              <a:t>1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MR10"/>
              </a:rPr>
              <a:t>], ensuring they can still learn.</a:t>
            </a:r>
            <a:r>
              <a:rPr lang="en-GB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40096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FDFF-58F8-8165-27F8-2DC1721D485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9411" y="371905"/>
            <a:ext cx="10512000" cy="732066"/>
          </a:xfrm>
        </p:spPr>
        <p:txBody>
          <a:bodyPr/>
          <a:lstStyle/>
          <a:p>
            <a:r>
              <a:rPr lang="de-DE" dirty="0"/>
              <a:t>2.1. </a:t>
            </a:r>
            <a:r>
              <a:rPr lang="en-GB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Why OSOL? - </a:t>
            </a:r>
            <a:r>
              <a:rPr lang="en-DE" dirty="0"/>
              <a:t>Education would change one life</a:t>
            </a:r>
            <a:br>
              <a:rPr lang="en-DE" dirty="0"/>
            </a:b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D41D4-3B88-D9D4-3FD5-39C81EBFB9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F9FA6-0FB3-D725-43FE-7CFFA7DC7A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0CC4F-F6A9-BE18-32F4-BF250ED84F9D}"/>
              </a:ext>
            </a:extLst>
          </p:cNvPr>
          <p:cNvSpPr txBox="1"/>
          <p:nvPr/>
        </p:nvSpPr>
        <p:spPr>
          <a:xfrm>
            <a:off x="851963" y="1226633"/>
            <a:ext cx="10488074" cy="37548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itchFamily="2" charset="2"/>
              <a:buChar char="q"/>
            </a:pPr>
            <a:r>
              <a:rPr lang="en-DE" dirty="0"/>
              <a:t>Why Education is important?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DE" dirty="0"/>
              <a:t>Education can improve your health and well-being.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MBX10"/>
              </a:rPr>
              <a:t>Education can increase your income and employment opportunities.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MBX10"/>
              </a:rPr>
              <a:t>Education can enhance your social and civic participation.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MBX10"/>
              </a:rPr>
              <a:t>Education can promote peace and justice.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GB" dirty="0">
              <a:latin typeface="CMBX1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latin typeface="CMBX10"/>
              </a:rPr>
              <a:t>How Education Can Empower Individuals and Communities?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/>
              <a:t>Education can empower children and youth.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/>
              <a:t>Education can empower marginalized groups. 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/>
              <a:t>Education can empower communities.</a:t>
            </a:r>
          </a:p>
          <a:p>
            <a:pPr marL="742950" lvl="1" indent="-285750">
              <a:buFont typeface="Wingdings" pitchFamily="2" charset="2"/>
              <a:buChar char="q"/>
            </a:pPr>
            <a:endParaRPr lang="en-GB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GB" dirty="0">
              <a:latin typeface="CMBX10"/>
            </a:endParaRPr>
          </a:p>
          <a:p>
            <a:pPr marL="1094400" lvl="2" indent="-18000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47018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E5397-9C5D-B043-ECFA-4E108B4D0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F7F6-DEE9-FEB2-BE13-BE52C2D1BFC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9411" y="371905"/>
            <a:ext cx="10512000" cy="754368"/>
          </a:xfrm>
        </p:spPr>
        <p:txBody>
          <a:bodyPr/>
          <a:lstStyle/>
          <a:p>
            <a:r>
              <a:rPr lang="de-DE" dirty="0"/>
              <a:t>2.2. </a:t>
            </a:r>
            <a:r>
              <a:rPr lang="en-GB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Why OSOL? – </a:t>
            </a:r>
            <a:r>
              <a:rPr lang="en-DE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The Internet and Education</a:t>
            </a:r>
            <a:br>
              <a:rPr lang="en-DE" dirty="0"/>
            </a:b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B59C8C-476E-67E2-21CB-E5BFA1F9ED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30CA7-ECBD-54A7-3BA8-03C0262008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8045D-E91E-8675-CC39-0E418CF5CE68}"/>
              </a:ext>
            </a:extLst>
          </p:cNvPr>
          <p:cNvSpPr txBox="1"/>
          <p:nvPr/>
        </p:nvSpPr>
        <p:spPr>
          <a:xfrm>
            <a:off x="851963" y="1226633"/>
            <a:ext cx="10488074" cy="3123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Unprecedented Access to Information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Enhanced Communication and Collaboration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Expanded Access to Educational Resources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Online Learning and Certification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Flexible Learning Environments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Beyond the Classroom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Cost-Effective Learning Opportunities</a:t>
            </a:r>
          </a:p>
          <a:p>
            <a:pPr marL="285750" indent="-285750">
              <a:buFont typeface="Wingdings" pitchFamily="2" charset="2"/>
              <a:buChar char="q"/>
            </a:pPr>
            <a:endParaRPr lang="en-GB" dirty="0"/>
          </a:p>
          <a:p>
            <a:pPr marL="742950" lvl="1" indent="-285750">
              <a:buFont typeface="Wingdings" pitchFamily="2" charset="2"/>
              <a:buChar char="q"/>
            </a:pPr>
            <a:endParaRPr lang="en-GB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GB" dirty="0">
              <a:latin typeface="CMBX10"/>
            </a:endParaRPr>
          </a:p>
          <a:p>
            <a:pPr marL="1094400" lvl="2" indent="-18000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895356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D22B8-EE32-035E-D8B6-E1A5E6EE5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8C8A-2CF3-6CF4-0348-7FECC8A3C4F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9411" y="371905"/>
            <a:ext cx="10512000" cy="1995546"/>
          </a:xfrm>
        </p:spPr>
        <p:txBody>
          <a:bodyPr/>
          <a:lstStyle/>
          <a:p>
            <a:r>
              <a:rPr lang="de-DE" dirty="0"/>
              <a:t>2.3. </a:t>
            </a:r>
            <a:r>
              <a:rPr lang="en-GB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Why OSOL? – </a:t>
            </a:r>
            <a:r>
              <a:rPr lang="en-GB" dirty="0"/>
              <a:t>The Impact of Artificial Intelligence on Education</a:t>
            </a:r>
            <a:br>
              <a:rPr lang="en-GB" dirty="0"/>
            </a:br>
            <a:br>
              <a:rPr lang="en-DE" dirty="0"/>
            </a:b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6CD775-13CA-CFED-975F-6A7CEE3E80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37E0B-1400-7BA0-973D-7539EBECA5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64066-D61A-347B-E706-A0E475FA855E}"/>
              </a:ext>
            </a:extLst>
          </p:cNvPr>
          <p:cNvSpPr txBox="1"/>
          <p:nvPr/>
        </p:nvSpPr>
        <p:spPr>
          <a:xfrm>
            <a:off x="851963" y="1655161"/>
            <a:ext cx="10488074" cy="2292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Personalized Learning Experiences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24/7 AI-Powered Assistance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Enhanced Learning and Reduced Errors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Streamlining Tasks and Fostering Independent Learning</a:t>
            </a:r>
          </a:p>
          <a:p>
            <a:pPr marL="285750" indent="-285750">
              <a:buFont typeface="Wingdings" pitchFamily="2" charset="2"/>
              <a:buChar char="q"/>
            </a:pPr>
            <a:endParaRPr lang="en-GB" dirty="0"/>
          </a:p>
          <a:p>
            <a:pPr marL="742950" lvl="1" indent="-285750">
              <a:buFont typeface="Wingdings" pitchFamily="2" charset="2"/>
              <a:buChar char="q"/>
            </a:pPr>
            <a:endParaRPr lang="en-GB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GB" dirty="0">
              <a:latin typeface="CMBX10"/>
            </a:endParaRPr>
          </a:p>
          <a:p>
            <a:pPr marL="1094400" lvl="2" indent="-18000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95013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B4EDA-66F4-66F6-BB30-DCAC284D8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8CCF-FF57-DECF-CF68-05D0B88C8B5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9411" y="371905"/>
            <a:ext cx="10512000" cy="709763"/>
          </a:xfrm>
        </p:spPr>
        <p:txBody>
          <a:bodyPr/>
          <a:lstStyle/>
          <a:p>
            <a:r>
              <a:rPr lang="de-DE" dirty="0"/>
              <a:t>3. </a:t>
            </a:r>
            <a:r>
              <a:rPr lang="de-DE" dirty="0" err="1"/>
              <a:t>Related</a:t>
            </a:r>
            <a:r>
              <a:rPr lang="de-DE" dirty="0"/>
              <a:t> Resources</a:t>
            </a:r>
            <a:br>
              <a:rPr lang="en-GB" dirty="0"/>
            </a:br>
            <a:br>
              <a:rPr lang="en-DE" dirty="0"/>
            </a:b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7F2D5-B525-E664-F86C-3293500476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80D8-3297-8AD3-ACBD-1D4FAAC6F6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20A07-FEB8-972E-7929-A5DB49FE30E2}"/>
              </a:ext>
            </a:extLst>
          </p:cNvPr>
          <p:cNvSpPr txBox="1"/>
          <p:nvPr/>
        </p:nvSpPr>
        <p:spPr>
          <a:xfrm>
            <a:off x="828037" y="1197961"/>
            <a:ext cx="10488074" cy="56169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hlinkClick r:id="rId2"/>
              </a:rPr>
              <a:t>One Laptop Per Child</a:t>
            </a: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hlinkClick r:id="rId3"/>
              </a:rPr>
              <a:t>Labdoo Deutschland</a:t>
            </a: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hlinkClick r:id="rId4"/>
              </a:rPr>
              <a:t>World Computer Exchange</a:t>
            </a: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hlinkClick r:id="rId5"/>
              </a:rPr>
              <a:t>Computer Aid International</a:t>
            </a: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hlinkClick r:id="rId6"/>
              </a:rPr>
              <a:t>Computer for School in Kenya</a:t>
            </a: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hlinkClick r:id="rId7"/>
              </a:rPr>
              <a:t>Camara Education</a:t>
            </a: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hlinkClick r:id="rId8"/>
              </a:rPr>
              <a:t>Close the Gap</a:t>
            </a: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hlinkClick r:id="rId9"/>
              </a:rPr>
              <a:t>Open Educational Resources</a:t>
            </a: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dirty="0" err="1">
                <a:hlinkClick r:id="rId10"/>
              </a:rPr>
              <a:t>eGranary</a:t>
            </a:r>
            <a:r>
              <a:rPr lang="en-GB" dirty="0">
                <a:hlinkClick r:id="rId10"/>
              </a:rPr>
              <a:t> Digital Library</a:t>
            </a: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hlinkClick r:id="rId11"/>
              </a:rPr>
              <a:t>UNESCO</a:t>
            </a: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endParaRPr lang="en-GB" dirty="0"/>
          </a:p>
          <a:p>
            <a:pPr marL="285750" indent="-285750">
              <a:buFont typeface="Wingdings" pitchFamily="2" charset="2"/>
              <a:buChar char="q"/>
            </a:pPr>
            <a:endParaRPr lang="en-GB" dirty="0"/>
          </a:p>
          <a:p>
            <a:pPr marL="742950" lvl="1" indent="-285750">
              <a:buFont typeface="Wingdings" pitchFamily="2" charset="2"/>
              <a:buChar char="q"/>
            </a:pPr>
            <a:endParaRPr lang="en-GB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GB" dirty="0">
              <a:latin typeface="CMBX10"/>
            </a:endParaRPr>
          </a:p>
          <a:p>
            <a:pPr marL="1094400" lvl="2" indent="-18000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51755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596E-F09E-B13B-2EFD-EB178844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839D-5427-2258-433E-4D990EAC14F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9410" y="371905"/>
            <a:ext cx="10679867" cy="672168"/>
          </a:xfrm>
        </p:spPr>
        <p:txBody>
          <a:bodyPr/>
          <a:lstStyle/>
          <a:p>
            <a:r>
              <a:rPr lang="de-DE"/>
              <a:t>4. </a:t>
            </a:r>
            <a:r>
              <a:rPr lang="en-GB"/>
              <a:t>What OSOL will benefit Riverty and Bertelsmann?</a:t>
            </a:r>
            <a:br>
              <a:rPr lang="en-GB"/>
            </a:br>
            <a:br>
              <a:rPr lang="en-GB"/>
            </a:br>
            <a:br>
              <a:rPr lang="en-DE"/>
            </a:b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F73005-6BC4-3B8B-F788-FBF24B16C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/>
              <a:t>Hier steht der übergeordnete Präsentationstitel (Einfügen → Kopf- und Fußzeile)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C9EB0-E2B1-7D65-3EDD-B356B94AE4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D1520-4102-DE2A-296D-E4538864F580}"/>
              </a:ext>
            </a:extLst>
          </p:cNvPr>
          <p:cNvSpPr txBox="1"/>
          <p:nvPr/>
        </p:nvSpPr>
        <p:spPr>
          <a:xfrm>
            <a:off x="828037" y="1197961"/>
            <a:ext cx="10488074" cy="4508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GB"/>
              <a:t>Increased Brand Awareness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/>
              <a:t>Brand Association with Education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/>
              <a:t>Positive Brand Perception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/>
              <a:t>Sustained Brand Visibility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/>
              <a:t>Cost-Effective Advertising</a:t>
            </a:r>
          </a:p>
          <a:p>
            <a:pPr marL="285750" indent="-285750">
              <a:buFont typeface="Wingdings" pitchFamily="2" charset="2"/>
              <a:buChar char="q"/>
            </a:pPr>
            <a:endParaRPr lang="en-GB"/>
          </a:p>
          <a:p>
            <a:pPr marL="285750" indent="-285750">
              <a:buFont typeface="Wingdings" pitchFamily="2" charset="2"/>
              <a:buChar char="q"/>
            </a:pPr>
            <a:endParaRPr lang="en-GB"/>
          </a:p>
          <a:p>
            <a:pPr marL="285750" indent="-285750">
              <a:buFont typeface="Wingdings" pitchFamily="2" charset="2"/>
              <a:buChar char="q"/>
            </a:pPr>
            <a:endParaRPr lang="en-GB"/>
          </a:p>
          <a:p>
            <a:pPr marL="285750" indent="-285750">
              <a:buFont typeface="Wingdings" pitchFamily="2" charset="2"/>
              <a:buChar char="q"/>
            </a:pPr>
            <a:endParaRPr lang="en-GB"/>
          </a:p>
          <a:p>
            <a:pPr marL="285750" indent="-285750">
              <a:buFont typeface="Wingdings" pitchFamily="2" charset="2"/>
              <a:buChar char="q"/>
            </a:pPr>
            <a:endParaRPr lang="en-GB"/>
          </a:p>
          <a:p>
            <a:pPr marL="285750" indent="-285750">
              <a:buFont typeface="Wingdings" pitchFamily="2" charset="2"/>
              <a:buChar char="q"/>
            </a:pPr>
            <a:endParaRPr lang="en-GB"/>
          </a:p>
          <a:p>
            <a:pPr marL="285750" indent="-285750">
              <a:buFont typeface="Wingdings" pitchFamily="2" charset="2"/>
              <a:buChar char="q"/>
            </a:pPr>
            <a:endParaRPr lang="en-GB"/>
          </a:p>
          <a:p>
            <a:pPr marL="285750" indent="-285750">
              <a:buFont typeface="Wingdings" pitchFamily="2" charset="2"/>
              <a:buChar char="q"/>
            </a:pPr>
            <a:endParaRPr lang="en-GB"/>
          </a:p>
          <a:p>
            <a:pPr marL="742950" lvl="1" indent="-285750">
              <a:buFont typeface="Wingdings" pitchFamily="2" charset="2"/>
              <a:buChar char="q"/>
            </a:pPr>
            <a:endParaRPr lang="en-GB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GB">
              <a:latin typeface="CMBX10"/>
            </a:endParaRPr>
          </a:p>
          <a:p>
            <a:pPr marL="1094400" lvl="2" indent="-18000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E328F-AC81-EDFA-01B4-F70A14A4F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343" y="1352602"/>
            <a:ext cx="4354286" cy="435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94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FDFF-58F8-8165-27F8-2DC1721D485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96145" y="371905"/>
            <a:ext cx="10512000" cy="609402"/>
          </a:xfrm>
        </p:spPr>
        <p:txBody>
          <a:bodyPr/>
          <a:lstStyle/>
          <a:p>
            <a:r>
              <a:rPr lang="de-DE" dirty="0"/>
              <a:t>5.1. </a:t>
            </a:r>
            <a:r>
              <a:rPr lang="de-DE" dirty="0" err="1"/>
              <a:t>How</a:t>
            </a:r>
            <a:r>
              <a:rPr lang="de-DE" dirty="0"/>
              <a:t> OSOL? - </a:t>
            </a:r>
            <a:r>
              <a:rPr lang="en-GB" dirty="0"/>
              <a:t>One IT equipment lifecycle</a:t>
            </a:r>
            <a:br>
              <a:rPr lang="en-GB" dirty="0"/>
            </a:b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D41D4-3B88-D9D4-3FD5-39C81EBFB9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F9FA6-0FB3-D725-43FE-7CFFA7DC7A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10</a:t>
            </a:fld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C51A1-7D68-3139-C75B-65CB24196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68" y="1213978"/>
            <a:ext cx="6131353" cy="502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97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B78CA-3BC3-0C4C-043F-828CDCE6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66F67-7F6D-6670-677B-441FA8A15D0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96145" y="371905"/>
            <a:ext cx="10512000" cy="789592"/>
          </a:xfrm>
        </p:spPr>
        <p:txBody>
          <a:bodyPr/>
          <a:lstStyle/>
          <a:p>
            <a:r>
              <a:rPr lang="de-DE" dirty="0"/>
              <a:t>5.1.1. </a:t>
            </a:r>
            <a:r>
              <a:rPr lang="de-DE" dirty="0" err="1"/>
              <a:t>How</a:t>
            </a:r>
            <a:r>
              <a:rPr lang="de-DE" dirty="0"/>
              <a:t> OSOL? – </a:t>
            </a:r>
            <a:r>
              <a:rPr lang="en-GB" dirty="0"/>
              <a:t>Equipment stages</a:t>
            </a:r>
            <a:br>
              <a:rPr lang="en-GB" dirty="0"/>
            </a:b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6CB8D-5993-456C-F243-8BD6AD90A9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91CBF-BF93-2C77-8896-02B2555955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A3AFE-20B6-9E4D-C879-F7221D41BA7A}"/>
              </a:ext>
            </a:extLst>
          </p:cNvPr>
          <p:cNvSpPr txBox="1"/>
          <p:nvPr/>
        </p:nvSpPr>
        <p:spPr>
          <a:xfrm>
            <a:off x="583580" y="1161497"/>
            <a:ext cx="916258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Stage 0 - In OSOL Depot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Stage 1 - In OSOL Shop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rgbClr val="000000"/>
                </a:solidFill>
                <a:effectLst/>
                <a:latin typeface="Helvetica" pitchFamily="2" charset="0"/>
              </a:rPr>
              <a:t>Hardware: basic repair, clean, disinfect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rgbClr val="000000"/>
                </a:solidFill>
                <a:effectLst/>
                <a:latin typeface="Helvetica" pitchFamily="2" charset="0"/>
              </a:rPr>
              <a:t>Software: factory reset, install ChromeOS Flex, install selected education content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Stage 2 - Distribution to Students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rgbClr val="000000"/>
                </a:solidFill>
                <a:effectLst/>
                <a:latin typeface="Helvetica" pitchFamily="2" charset="0"/>
              </a:rPr>
              <a:t>less than Grade6 or 12 years old: Tablet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rgbClr val="000000"/>
                </a:solidFill>
                <a:effectLst/>
                <a:latin typeface="Helvetica" pitchFamily="2" charset="0"/>
              </a:rPr>
              <a:t>from Grade7 or 13 years old): Laptop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Stage 3 - At </a:t>
            </a: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Riverty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Computer 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Centre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(RCC)</a:t>
            </a:r>
          </a:p>
        </p:txBody>
      </p:sp>
    </p:spTree>
    <p:extLst>
      <p:ext uri="{BB962C8B-B14F-4D97-AF65-F5344CB8AC3E}">
        <p14:creationId xmlns:p14="http://schemas.microsoft.com/office/powerpoint/2010/main" val="2506342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27768-6B5F-EA59-F53E-4A8CB9E1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B071D-E4A6-40EC-B181-9ABF7E7E174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96145" y="371905"/>
            <a:ext cx="10512000" cy="676310"/>
          </a:xfrm>
        </p:spPr>
        <p:txBody>
          <a:bodyPr/>
          <a:lstStyle/>
          <a:p>
            <a:r>
              <a:rPr lang="de-DE" dirty="0"/>
              <a:t>5.1.2. </a:t>
            </a:r>
            <a:r>
              <a:rPr lang="de-DE" dirty="0" err="1"/>
              <a:t>How</a:t>
            </a:r>
            <a:r>
              <a:rPr lang="de-DE" dirty="0"/>
              <a:t> OSOL? – </a:t>
            </a:r>
            <a:r>
              <a:rPr lang="en-GB" dirty="0"/>
              <a:t>Equipment score</a:t>
            </a:r>
            <a:br>
              <a:rPr lang="en-GB" dirty="0"/>
            </a:b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CEAD7D-3590-7C76-10B9-4DE5E7F256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676AB-FC64-32FA-2028-7DFD64CFC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01440-0C7B-88B6-22C4-02FB174ADE4C}"/>
              </a:ext>
            </a:extLst>
          </p:cNvPr>
          <p:cNvSpPr txBox="1"/>
          <p:nvPr/>
        </p:nvSpPr>
        <p:spPr>
          <a:xfrm>
            <a:off x="583580" y="1237327"/>
            <a:ext cx="91625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Each device have an integer score to express this device performance and usability.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Each model (</a:t>
            </a:r>
            <a:r>
              <a:rPr lang="en-GB" dirty="0" err="1"/>
              <a:t>cpu</a:t>
            </a:r>
            <a:r>
              <a:rPr lang="en-GB" dirty="0"/>
              <a:t>, </a:t>
            </a:r>
            <a:r>
              <a:rPr lang="en-GB" dirty="0" err="1"/>
              <a:t>gpu</a:t>
            </a:r>
            <a:r>
              <a:rPr lang="en-GB" dirty="0"/>
              <a:t>, laptop, tablet, mouse, keyboard, monitor) have an integer score to express this IT model performance.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The device score is decided by model score, production date and current equipment status.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Large score mentions high performance and good equipment status.</a:t>
            </a:r>
          </a:p>
        </p:txBody>
      </p:sp>
    </p:spTree>
    <p:extLst>
      <p:ext uri="{BB962C8B-B14F-4D97-AF65-F5344CB8AC3E}">
        <p14:creationId xmlns:p14="http://schemas.microsoft.com/office/powerpoint/2010/main" val="32338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B040B-FA5E-3759-7DF6-52CE793F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43D5-2DCB-3B4F-CEED-6FF5C38DC94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96145" y="371905"/>
            <a:ext cx="10512000" cy="687461"/>
          </a:xfrm>
        </p:spPr>
        <p:txBody>
          <a:bodyPr/>
          <a:lstStyle/>
          <a:p>
            <a:r>
              <a:rPr lang="de-DE" dirty="0"/>
              <a:t>5.1.3. </a:t>
            </a:r>
            <a:r>
              <a:rPr lang="de-DE" dirty="0" err="1"/>
              <a:t>How</a:t>
            </a:r>
            <a:r>
              <a:rPr lang="de-DE" dirty="0"/>
              <a:t> OSOL? – </a:t>
            </a:r>
            <a:r>
              <a:rPr lang="en-GB" dirty="0"/>
              <a:t>Equipment annual check</a:t>
            </a:r>
            <a:br>
              <a:rPr lang="en-GB" dirty="0"/>
            </a:b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00075C-C70E-7078-F70F-BA2115577C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DF745-0AC2-D547-BF4A-FCDFA6ECBA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8775F-24F0-C779-D7FF-C19C7C43132C}"/>
              </a:ext>
            </a:extLst>
          </p:cNvPr>
          <p:cNvSpPr txBox="1"/>
          <p:nvPr/>
        </p:nvSpPr>
        <p:spPr>
          <a:xfrm>
            <a:off x="583580" y="1161497"/>
            <a:ext cx="91625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Each year, we could decide on one device score for each equipment type; the device whose score is less than the current-year score will be disused.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The disused device will be collected and sent to </a:t>
            </a:r>
            <a:r>
              <a:rPr lang="en-GB" dirty="0" err="1"/>
              <a:t>Riverty</a:t>
            </a:r>
            <a:r>
              <a:rPr lang="en-GB" dirty="0"/>
              <a:t> Computer Centre (RCC).</a:t>
            </a:r>
          </a:p>
          <a:p>
            <a:pPr>
              <a:buNone/>
            </a:pP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579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1B355-F8F5-1629-8CA6-EB53D4530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1AC21-4FD1-1C44-0E4B-0BCB776404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96145" y="371905"/>
            <a:ext cx="10512000" cy="665158"/>
          </a:xfrm>
        </p:spPr>
        <p:txBody>
          <a:bodyPr/>
          <a:lstStyle/>
          <a:p>
            <a:r>
              <a:rPr lang="de-DE" dirty="0"/>
              <a:t>5.2. OSOL 2D </a:t>
            </a:r>
            <a:r>
              <a:rPr lang="de-DE" dirty="0" err="1"/>
              <a:t>barcode</a:t>
            </a:r>
            <a:r>
              <a:rPr lang="de-DE" dirty="0"/>
              <a:t> on IT </a:t>
            </a:r>
            <a:r>
              <a:rPr lang="de-DE" dirty="0" err="1"/>
              <a:t>equipment</a:t>
            </a:r>
            <a:br>
              <a:rPr lang="en-GB" dirty="0"/>
            </a:b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C9CA6-E89B-EA54-ABA1-B444F2804F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57D65-F05C-805C-A296-559EE9760B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CC370-97EF-E4C9-09D8-DD3DFD8BE22A}"/>
              </a:ext>
            </a:extLst>
          </p:cNvPr>
          <p:cNvSpPr txBox="1"/>
          <p:nvPr/>
        </p:nvSpPr>
        <p:spPr>
          <a:xfrm>
            <a:off x="583580" y="1161497"/>
            <a:ext cx="91625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Stage 0 2D barcode data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Stage 1 2D barcode data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Stage 2 2D barcode data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dirty="0"/>
              <a:t>Stage 3 2D barcode data</a:t>
            </a:r>
          </a:p>
          <a:p>
            <a:pPr marL="285750" indent="-285750">
              <a:buFont typeface="Wingdings" pitchFamily="2" charset="2"/>
              <a:buChar char="q"/>
            </a:pPr>
            <a:endParaRPr lang="en-GB" dirty="0"/>
          </a:p>
          <a:p>
            <a:pPr>
              <a:buNone/>
            </a:pP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284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FDFF-58F8-8165-27F8-2DC1721D485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61277" y="403534"/>
            <a:ext cx="10512000" cy="498598"/>
          </a:xfrm>
        </p:spPr>
        <p:txBody>
          <a:bodyPr/>
          <a:lstStyle/>
          <a:p>
            <a:r>
              <a:rPr lang="de-DE" dirty="0">
                <a:solidFill>
                  <a:srgbClr val="161616"/>
                </a:solidFill>
                <a:latin typeface="Segoe UI" panose="020B0502040204020203" pitchFamily="34" charset="0"/>
              </a:rPr>
              <a:t>5.3. OSOL </a:t>
            </a:r>
            <a:r>
              <a:rPr lang="de-DE" dirty="0" err="1">
                <a:solidFill>
                  <a:srgbClr val="161616"/>
                </a:solidFill>
                <a:latin typeface="Segoe UI" panose="020B0502040204020203" pitchFamily="34" charset="0"/>
              </a:rPr>
              <a:t>preinstalled</a:t>
            </a:r>
            <a:r>
              <a:rPr lang="de-DE" dirty="0">
                <a:solidFill>
                  <a:srgbClr val="161616"/>
                </a:solidFill>
                <a:latin typeface="Segoe UI" panose="020B0502040204020203" pitchFamily="34" charset="0"/>
              </a:rPr>
              <a:t> </a:t>
            </a:r>
            <a:r>
              <a:rPr lang="de-DE" dirty="0" err="1">
                <a:solidFill>
                  <a:srgbClr val="161616"/>
                </a:solidFill>
                <a:latin typeface="Segoe UI" panose="020B0502040204020203" pitchFamily="34" charset="0"/>
              </a:rPr>
              <a:t>education</a:t>
            </a:r>
            <a:r>
              <a:rPr lang="de-DE" dirty="0">
                <a:solidFill>
                  <a:srgbClr val="161616"/>
                </a:solidFill>
                <a:latin typeface="Segoe UI" panose="020B0502040204020203" pitchFamily="34" charset="0"/>
              </a:rPr>
              <a:t> </a:t>
            </a:r>
            <a:r>
              <a:rPr lang="de-DE" dirty="0" err="1">
                <a:solidFill>
                  <a:srgbClr val="161616"/>
                </a:solidFill>
                <a:latin typeface="Segoe UI" panose="020B0502040204020203" pitchFamily="34" charset="0"/>
              </a:rPr>
              <a:t>content</a:t>
            </a: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D41D4-3B88-D9D4-3FD5-39C81EBFB9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F9FA6-0FB3-D725-43FE-7CFFA7DC7A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AB760-126F-35B7-9933-4792F227C9C0}"/>
              </a:ext>
            </a:extLst>
          </p:cNvPr>
          <p:cNvSpPr txBox="1"/>
          <p:nvPr/>
        </p:nvSpPr>
        <p:spPr>
          <a:xfrm>
            <a:off x="998806" y="1209822"/>
            <a:ext cx="10074471" cy="34009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DE" dirty="0"/>
              <a:t>Online education content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hlinkClick r:id="rId2"/>
              </a:rPr>
              <a:t>Math-</a:t>
            </a:r>
            <a:r>
              <a:rPr lang="en-GB" dirty="0" err="1">
                <a:hlinkClick r:id="rId2"/>
              </a:rPr>
              <a:t>desmos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hlinkClick r:id="rId3"/>
              </a:rPr>
              <a:t>OpenAI ChatGPT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hlinkClick r:id="rId4"/>
              </a:rPr>
              <a:t>Google Gemini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hlinkClick r:id="rId5"/>
              </a:rPr>
              <a:t>Claude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hlinkClick r:id="rId6"/>
              </a:rPr>
              <a:t>Open Educational Resources Commons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hlinkClick r:id="rId7"/>
              </a:rPr>
              <a:t>Khan Academy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hlinkClick r:id="rId8"/>
              </a:rPr>
              <a:t>OpenStax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hlinkClick r:id="rId9"/>
              </a:rPr>
              <a:t>MIT </a:t>
            </a:r>
            <a:r>
              <a:rPr lang="en-GB" dirty="0" err="1">
                <a:hlinkClick r:id="rId9"/>
              </a:rPr>
              <a:t>OpenCourseWare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>
                <a:hlinkClick r:id="rId10"/>
              </a:rPr>
              <a:t>ResearchGate</a:t>
            </a: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 </a:t>
            </a:r>
            <a:r>
              <a:rPr lang="en-GB" dirty="0" err="1">
                <a:hlinkClick r:id="rId11"/>
              </a:rPr>
              <a:t>arXiv</a:t>
            </a:r>
            <a:endParaRPr lang="en-DE" dirty="0"/>
          </a:p>
          <a:p>
            <a:pPr marL="180000" indent="-180000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DE" dirty="0"/>
              <a:t>Offline education content</a:t>
            </a:r>
          </a:p>
        </p:txBody>
      </p:sp>
    </p:spTree>
    <p:extLst>
      <p:ext uri="{BB962C8B-B14F-4D97-AF65-F5344CB8AC3E}">
        <p14:creationId xmlns:p14="http://schemas.microsoft.com/office/powerpoint/2010/main" val="1772860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FDFF-58F8-8165-27F8-2DC1721D485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34117" y="469087"/>
            <a:ext cx="10512000" cy="498598"/>
          </a:xfrm>
        </p:spPr>
        <p:txBody>
          <a:bodyPr/>
          <a:lstStyle/>
          <a:p>
            <a:r>
              <a:rPr lang="de-DE" dirty="0"/>
              <a:t>5.4.1. OSOL Tracer - Architecture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D41D4-3B88-D9D4-3FD5-39C81EBFB9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F9FA6-0FB3-D725-43FE-7CFFA7DC7A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16</a:t>
            </a:fld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8B3C9D-E609-4C6A-B106-B39A715AF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50455"/>
            <a:ext cx="7772400" cy="513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51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FDFF-58F8-8165-27F8-2DC1721D485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70330" y="371905"/>
            <a:ext cx="10512000" cy="498598"/>
          </a:xfrm>
        </p:spPr>
        <p:txBody>
          <a:bodyPr/>
          <a:lstStyle/>
          <a:p>
            <a:r>
              <a:rPr lang="de-DE" dirty="0"/>
              <a:t>5.4.2. OSOL-T Database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D41D4-3B88-D9D4-3FD5-39C81EBFB9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F9FA6-0FB3-D725-43FE-7CFFA7DC7A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ADCB7A-A551-400B-0C6A-93F4BCEDCC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84375B-CB14-546D-4D91-AB6692CD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168" y="933694"/>
            <a:ext cx="7772400" cy="561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69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F1EEE-905E-E3F0-A185-ED873741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FBA2C-5A08-58EA-A6BE-FC9EABFE708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70330" y="371905"/>
            <a:ext cx="10512000" cy="498598"/>
          </a:xfrm>
        </p:spPr>
        <p:txBody>
          <a:bodyPr/>
          <a:lstStyle/>
          <a:p>
            <a:r>
              <a:rPr lang="de-DE" dirty="0"/>
              <a:t>5.4.3. OSOL-T API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1217ED-3171-0B91-B16D-9F7AAD5704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9F2EA-7ED5-89C0-B329-73752C0B52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739175-3982-1E59-5038-D8B33C6F68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0263" y="1348601"/>
            <a:ext cx="10211474" cy="4644000"/>
          </a:xfrm>
        </p:spPr>
        <p:txBody>
          <a:bodyPr/>
          <a:lstStyle/>
          <a:p>
            <a:pPr marL="342900" indent="-342900">
              <a:buFont typeface="Wingdings" pitchFamily="2" charset="2"/>
              <a:buChar char="q"/>
            </a:pPr>
            <a:r>
              <a:rPr lang="en-GB" sz="1800" dirty="0"/>
              <a:t>OSOL-T API is Restful API for each database object CRUD operations.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GB" sz="1800" dirty="0"/>
              <a:t>OSOL-T API will be deployed as MS Azure Function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12104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58BC1-0D87-7A11-DF91-9F942B6A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40808-5302-0BC6-FC08-F1537C5CEDC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70330" y="371905"/>
            <a:ext cx="10512000" cy="498598"/>
          </a:xfrm>
        </p:spPr>
        <p:txBody>
          <a:bodyPr/>
          <a:lstStyle/>
          <a:p>
            <a:r>
              <a:rPr lang="de-DE" dirty="0"/>
              <a:t>5.4.4. OSOL-T API Management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549A17-5B75-AA83-DB63-2029C9EA01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A5D13-8FDA-E79B-8C90-6593FA5CFC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F4CD96-E35D-D2A1-8ADD-AD42F294DA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27AA63-AFDC-9A92-50BC-9008076F1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103" y="1358892"/>
            <a:ext cx="8872530" cy="47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57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B984A-432A-6FAC-2791-3AC2B5303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A8E6-F2F8-C8A9-CCB9-727B11B293B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70330" y="371905"/>
            <a:ext cx="10512000" cy="498598"/>
          </a:xfrm>
        </p:spPr>
        <p:txBody>
          <a:bodyPr/>
          <a:lstStyle/>
          <a:p>
            <a:r>
              <a:rPr lang="de-DE" dirty="0"/>
              <a:t>5.4.5. OSOL-T GUI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14BD7-80A4-4475-CC0F-398433FF1E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6FF26-F72D-BDC6-DDE6-0B44E4D92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245DB-4D73-BCAC-6B75-7FC90C7084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1103086"/>
            <a:ext cx="10167930" cy="5133710"/>
          </a:xfrm>
        </p:spPr>
        <p:txBody>
          <a:bodyPr/>
          <a:lstStyle/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sz="1800" dirty="0"/>
              <a:t>Multi-Platform - mobile, web - will be implemented with Flutter/Dart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sz="1800" dirty="0"/>
              <a:t>Search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sz="1800" dirty="0"/>
              <a:t>Equip page (CRUD)</a:t>
            </a:r>
          </a:p>
          <a:p>
            <a:pPr marL="522900" lvl="2" indent="-342900">
              <a:spcBef>
                <a:spcPts val="0"/>
              </a:spcBef>
              <a:buFont typeface="+mj-lt"/>
              <a:buAutoNum type="alphaLcPeriod"/>
            </a:pPr>
            <a:r>
              <a:rPr lang="en-GB" sz="1600" dirty="0"/>
              <a:t>(a) Laptop page (CRUD)</a:t>
            </a:r>
          </a:p>
          <a:p>
            <a:pPr marL="760050" lvl="3" indent="-400050">
              <a:spcBef>
                <a:spcPts val="0"/>
              </a:spcBef>
              <a:buFont typeface="+mj-lt"/>
              <a:buAutoNum type="romanLcPeriod"/>
            </a:pPr>
            <a:r>
              <a:rPr lang="en-GB" sz="1400" dirty="0"/>
              <a:t>CPU page (CRUD)</a:t>
            </a:r>
          </a:p>
          <a:p>
            <a:pPr marL="760050" lvl="3" indent="-400050">
              <a:spcBef>
                <a:spcPts val="0"/>
              </a:spcBef>
              <a:buFont typeface="+mj-lt"/>
              <a:buAutoNum type="romanLcPeriod"/>
            </a:pPr>
            <a:r>
              <a:rPr lang="en-GB" sz="1400" dirty="0"/>
              <a:t>GPU page (CRUD)</a:t>
            </a:r>
          </a:p>
          <a:p>
            <a:pPr marL="522900" lvl="2" indent="-342900">
              <a:spcBef>
                <a:spcPts val="0"/>
              </a:spcBef>
              <a:buFont typeface="+mj-lt"/>
              <a:buAutoNum type="alphaLcPeriod"/>
            </a:pPr>
            <a:r>
              <a:rPr lang="en-GB" sz="1600" dirty="0"/>
              <a:t>(b) Monitor page (CRUD)</a:t>
            </a:r>
          </a:p>
          <a:p>
            <a:pPr marL="522900" lvl="2" indent="-342900">
              <a:spcBef>
                <a:spcPts val="0"/>
              </a:spcBef>
              <a:buFont typeface="+mj-lt"/>
              <a:buAutoNum type="alphaLcPeriod"/>
            </a:pPr>
            <a:r>
              <a:rPr lang="en-GB" sz="1600" dirty="0"/>
              <a:t>(c) Keyboard page (CRUD)</a:t>
            </a:r>
          </a:p>
          <a:p>
            <a:pPr marL="522900" lvl="2" indent="-342900">
              <a:spcBef>
                <a:spcPts val="0"/>
              </a:spcBef>
              <a:buFont typeface="+mj-lt"/>
              <a:buAutoNum type="alphaLcPeriod"/>
            </a:pPr>
            <a:r>
              <a:rPr lang="en-GB" sz="1600" dirty="0"/>
              <a:t>(d) Mouse page (CRUD)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sz="1800" dirty="0"/>
              <a:t>Person page (CRUD)</a:t>
            </a:r>
          </a:p>
          <a:p>
            <a:pPr marL="522900" lvl="2" indent="-342900">
              <a:spcBef>
                <a:spcPts val="0"/>
              </a:spcBef>
              <a:buFont typeface="+mj-lt"/>
              <a:buAutoNum type="alphaLcPeriod"/>
            </a:pPr>
            <a:r>
              <a:rPr lang="en-GB" sz="1600" dirty="0"/>
              <a:t>Address page (CRUD)</a:t>
            </a:r>
          </a:p>
          <a:p>
            <a:pPr marL="522900" lvl="2" indent="-342900">
              <a:spcBef>
                <a:spcPts val="0"/>
              </a:spcBef>
              <a:buFont typeface="+mj-lt"/>
              <a:buAutoNum type="alphaLcPeriod"/>
            </a:pPr>
            <a:r>
              <a:rPr lang="en-GB" sz="1600" dirty="0"/>
              <a:t>Communication page (CRUD)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sz="1800" dirty="0"/>
              <a:t>Action page (CRUD)</a:t>
            </a:r>
          </a:p>
          <a:p>
            <a:pPr marL="522900" lvl="2" indent="-342900">
              <a:spcBef>
                <a:spcPts val="0"/>
              </a:spcBef>
              <a:buFont typeface="+mj-lt"/>
              <a:buAutoNum type="alphaLcPeriod"/>
            </a:pPr>
            <a:r>
              <a:rPr lang="en-GB" sz="1600" dirty="0"/>
              <a:t>Print equip stage 2D barcode sticker from one action page</a:t>
            </a:r>
          </a:p>
          <a:p>
            <a:pPr marL="522900" lvl="2" indent="-342900">
              <a:spcBef>
                <a:spcPts val="0"/>
              </a:spcBef>
              <a:buFont typeface="+mj-lt"/>
              <a:buAutoNum type="alphaLcPeriod"/>
            </a:pPr>
            <a:r>
              <a:rPr lang="en-GB" sz="1600" dirty="0"/>
              <a:t>Document page (CRUD)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sz="1800" dirty="0"/>
              <a:t>Scan 2D barcode, show data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sz="1800" dirty="0"/>
              <a:t>AI-powered chatbot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09154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F548-CE30-9261-570E-2355EA335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D5A61-CA74-E5FF-B08C-9FA2CEC271D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70330" y="371905"/>
            <a:ext cx="10512000" cy="498598"/>
          </a:xfrm>
        </p:spPr>
        <p:txBody>
          <a:bodyPr/>
          <a:lstStyle/>
          <a:p>
            <a:r>
              <a:rPr lang="de-DE" dirty="0"/>
              <a:t>5.5. </a:t>
            </a:r>
            <a:r>
              <a:rPr lang="de-DE" dirty="0" err="1"/>
              <a:t>Riverty</a:t>
            </a:r>
            <a:r>
              <a:rPr lang="de-DE" dirty="0"/>
              <a:t> Computer </a:t>
            </a:r>
            <a:r>
              <a:rPr lang="de-DE" dirty="0" err="1"/>
              <a:t>Centre</a:t>
            </a:r>
            <a:r>
              <a:rPr lang="de-DE" dirty="0"/>
              <a:t> (RCC)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3D40E-5844-D8B3-DDA4-43BD79E44C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139F8-4FCE-79FD-F239-C213729FC0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0B7F02-174C-639A-985A-D5678A70BD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1103086"/>
            <a:ext cx="10167930" cy="5133710"/>
          </a:xfrm>
        </p:spPr>
        <p:txBody>
          <a:bodyPr/>
          <a:lstStyle/>
          <a:p>
            <a:r>
              <a:rPr lang="en-GB" dirty="0"/>
              <a:t>The RCC provides centralised computing power and data storage for </a:t>
            </a:r>
            <a:r>
              <a:rPr lang="en-GB" dirty="0" err="1"/>
              <a:t>Riverty</a:t>
            </a:r>
            <a:r>
              <a:rPr lang="en-GB" dirty="0"/>
              <a:t> by repurposing older, end-of-life IT equipment.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97488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EB297-0226-A4D5-4A75-297B4263E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9FCE-DAEC-9A55-B485-F0CCCD2436F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70330" y="371905"/>
            <a:ext cx="10512000" cy="498598"/>
          </a:xfrm>
        </p:spPr>
        <p:txBody>
          <a:bodyPr/>
          <a:lstStyle/>
          <a:p>
            <a:r>
              <a:rPr lang="de-DE" dirty="0"/>
              <a:t>5.6. General Rules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04246B-CD56-2C69-7C40-9BBAB779FE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31070-AF46-1FD4-A474-B437643E4C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9A5D08-15E7-BC88-FC12-027414927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1103086"/>
            <a:ext cx="10167930" cy="513371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sz="1800" dirty="0"/>
              <a:t>OSOL provides IT equipment to students and schools free of charge.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OSOL retains ownership of all provided IT equipment.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In the event that equipment is lost, the student or school will not be charged. However, a replacement will only be provided when the lost item was scheduled to be recalled, typically after 2 to 3 years.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53960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2B807-8B88-DCE9-E5EF-071E90A82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E58A-6EB3-E109-2A22-4DAB493B832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70330" y="371905"/>
            <a:ext cx="10512000" cy="498598"/>
          </a:xfrm>
        </p:spPr>
        <p:txBody>
          <a:bodyPr/>
          <a:lstStyle/>
          <a:p>
            <a:r>
              <a:rPr lang="de-DE" dirty="0"/>
              <a:t>6. </a:t>
            </a:r>
            <a:r>
              <a:rPr lang="de-DE" dirty="0" err="1"/>
              <a:t>When</a:t>
            </a:r>
            <a:r>
              <a:rPr lang="de-DE" dirty="0"/>
              <a:t> OSOL - Schedule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0F0D8-8518-2D54-B01B-6997148B41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54E6-3D30-D7FD-E132-DC1D1DCD23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169DED-D9FE-6A48-D4B8-D235F7A3B5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1103086"/>
            <a:ext cx="10167930" cy="5133710"/>
          </a:xfrm>
        </p:spPr>
        <p:txBody>
          <a:bodyPr/>
          <a:lstStyle/>
          <a:p>
            <a:r>
              <a:rPr lang="en-DE" dirty="0"/>
              <a:t>Step1: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One place to store these out-of-date IT equipment.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/>
              <a:t>Two persons to confirm and monitor each other.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2172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DB35B-5562-7CBB-5A15-4B7B43E4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4563-DB6F-E671-7974-D00FAB3B013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70330" y="371905"/>
            <a:ext cx="10512000" cy="498598"/>
          </a:xfrm>
        </p:spPr>
        <p:txBody>
          <a:bodyPr/>
          <a:lstStyle/>
          <a:p>
            <a:r>
              <a:rPr lang="de-DE" dirty="0"/>
              <a:t>7. OSOL Budget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69142A-19BE-85EB-C3B1-8D754F6883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B31EB-A110-B4AE-44C3-C683DD5042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F07F3A-3C4D-8503-A13A-7680574DB2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20466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D743-78CB-BACE-2CD3-21B9145D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AA055-83FF-FF45-0E26-7F1739F22BC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70330" y="371905"/>
            <a:ext cx="10512000" cy="498598"/>
          </a:xfrm>
        </p:spPr>
        <p:txBody>
          <a:bodyPr/>
          <a:lstStyle/>
          <a:p>
            <a:r>
              <a:rPr lang="de-DE" dirty="0"/>
              <a:t>Appendix A. OSOL–T </a:t>
            </a:r>
            <a:r>
              <a:rPr lang="de-DE" dirty="0" err="1"/>
              <a:t>database</a:t>
            </a:r>
            <a:r>
              <a:rPr lang="de-DE" dirty="0"/>
              <a:t> </a:t>
            </a:r>
            <a:r>
              <a:rPr lang="de-DE" dirty="0" err="1"/>
              <a:t>metadata</a:t>
            </a: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735FA-AFD7-F6F2-DFAA-C297403CF1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911A9-25D8-9CF3-6833-25E40F1A81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5004D7-537B-00DC-ACC0-80D28F527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1103086"/>
            <a:ext cx="10167930" cy="5133710"/>
          </a:xfrm>
        </p:spPr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73386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3299D-A1E7-1F60-8B84-530C30A5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932F-D310-9FF6-5276-438BE15F8FF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70330" y="371905"/>
            <a:ext cx="10512000" cy="498598"/>
          </a:xfrm>
        </p:spPr>
        <p:txBody>
          <a:bodyPr/>
          <a:lstStyle/>
          <a:p>
            <a:r>
              <a:rPr lang="de-DE" dirty="0"/>
              <a:t>Appendix B. OSOL–T </a:t>
            </a:r>
            <a:r>
              <a:rPr lang="de-DE" dirty="0" err="1"/>
              <a:t>architecture</a:t>
            </a:r>
            <a:r>
              <a:rPr lang="de-DE" dirty="0"/>
              <a:t> – </a:t>
            </a: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queue</a:t>
            </a:r>
            <a:r>
              <a:rPr lang="de-DE" dirty="0"/>
              <a:t>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E0EC5-3BE7-93E2-2309-9559F656AF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576BD-7CBE-9904-D421-648CB3FE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D6311A-54D2-25AD-DBFC-C7E5C328C8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400" y="1103086"/>
            <a:ext cx="10167930" cy="5133710"/>
          </a:xfrm>
        </p:spPr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67709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FDFF-58F8-8165-27F8-2DC1721D485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79384" y="505301"/>
            <a:ext cx="10512000" cy="498598"/>
          </a:xfrm>
        </p:spPr>
        <p:txBody>
          <a:bodyPr/>
          <a:lstStyle/>
          <a:p>
            <a:r>
              <a:rPr lang="de-DE" dirty="0"/>
              <a:t>References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D41D4-3B88-D9D4-3FD5-39C81EBFB9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de-DE" dirty="0"/>
              <a:t>Hier steht der übergeordnete Präsentationstitel (Einfügen → Kopf- und Fußzeile)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F9FA6-0FB3-D725-43FE-7CFFA7DC7A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5438FF58-A5B1-455A-BA0C-D8E0E4C71076}" type="slidenum">
              <a:rPr lang="de-DE" smtClean="0"/>
              <a:pPr/>
              <a:t>27</a:t>
            </a:fld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DE9D1-5746-FABD-4A8B-0B8BC601E1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579384" y="1157787"/>
            <a:ext cx="11204628" cy="5194912"/>
          </a:xfrm>
        </p:spPr>
        <p:txBody>
          <a:bodyPr/>
          <a:lstStyle/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Gpt4all documentation. https://docs.gpt4all.io/</a:t>
            </a:r>
            <a:r>
              <a:rPr lang="en-GB" sz="1400" dirty="0" err="1"/>
              <a:t>index.html</a:t>
            </a:r>
            <a:r>
              <a:rPr lang="en-GB" sz="1400" dirty="0"/>
              <a:t>, 2024.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 err="1"/>
              <a:t>Nwabugwu</a:t>
            </a:r>
            <a:r>
              <a:rPr lang="en-GB" sz="1400" dirty="0"/>
              <a:t>. How education can change your life and the world: A guide to unlocking your potential and fulfilling your purpose. https://</a:t>
            </a:r>
            <a:r>
              <a:rPr lang="en-GB" sz="1400" dirty="0" err="1"/>
              <a:t>araceliaidfoundation.org</a:t>
            </a:r>
            <a:r>
              <a:rPr lang="en-GB" sz="1400" dirty="0"/>
              <a:t>/education/how-education-can-change-your-life-and-the-world-a-guide-to-unlocking-your-potential-and-fulfilling-your-purpose/.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Kumar Shivam. How the internet is beneficial to students. https://www.21kschool.com/in/blog/how-the-internet-is-beneficial-to-students/.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Jeff Schultz. How much data is created on the internet each day? https://</a:t>
            </a:r>
            <a:r>
              <a:rPr lang="en-GB" sz="1400" dirty="0" err="1"/>
              <a:t>blogs.opentext.com</a:t>
            </a:r>
            <a:r>
              <a:rPr lang="en-GB" sz="1400" dirty="0"/>
              <a:t>/how-much-data-is-created-on-the-internet-each-day/, 8 2019.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Khadga Niraula. School students’ experience of using the internet. https://</a:t>
            </a:r>
            <a:r>
              <a:rPr lang="en-GB" sz="1400" dirty="0" err="1"/>
              <a:t>www.researchgate.net</a:t>
            </a:r>
            <a:r>
              <a:rPr lang="en-GB" sz="1400" dirty="0"/>
              <a:t>/publication/373499349 School Students’ Experience of Using the Internet, 07 2023.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The Internet and why it’s beneficial for students. https://</a:t>
            </a:r>
            <a:r>
              <a:rPr lang="en-GB" sz="1400" dirty="0" err="1"/>
              <a:t>coniferinternet.com</a:t>
            </a:r>
            <a:r>
              <a:rPr lang="en-GB" sz="1400" dirty="0"/>
              <a:t>/the-internet-and-beneficial-for-students/.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The importance of reliable internet for students. https://www.e8internet.com/blog-post/the-importance-of-reliable-internet-for-students.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Skyler Watkins. Role of the internet in education. https://</a:t>
            </a:r>
            <a:r>
              <a:rPr lang="en-GB" sz="1400" dirty="0" err="1"/>
              <a:t>www.grantford.org</a:t>
            </a:r>
            <a:r>
              <a:rPr lang="en-GB" sz="1400" dirty="0"/>
              <a:t>/post/role-of-the-internet-in-education.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Ai in education. https://www.21kschool.com/in/pillar/ai-in-education/.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Wikipedia. One Laptop per Child — Wikipedia, the free </a:t>
            </a:r>
            <a:r>
              <a:rPr lang="en-GB" sz="1400" dirty="0" err="1"/>
              <a:t>encyclopedia</a:t>
            </a:r>
            <a:r>
              <a:rPr lang="en-GB" sz="1400" dirty="0"/>
              <a:t>. http://</a:t>
            </a:r>
            <a:r>
              <a:rPr lang="en-GB" sz="1400" dirty="0" err="1"/>
              <a:t>en.wikipedia.org</a:t>
            </a:r>
            <a:r>
              <a:rPr lang="en-GB" sz="1400" dirty="0"/>
              <a:t>/w/</a:t>
            </a:r>
            <a:r>
              <a:rPr lang="en-GB" sz="1400" dirty="0" err="1"/>
              <a:t>index.php?title</a:t>
            </a:r>
            <a:r>
              <a:rPr lang="en-GB" sz="1400" dirty="0"/>
              <a:t>=One%20Laptop%20per%20Child&amp;oldid=1272725415,2025. 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Wikipedia. World Computer Exchange — Wikipedia, the free </a:t>
            </a:r>
            <a:r>
              <a:rPr lang="en-GB" sz="1400" dirty="0" err="1"/>
              <a:t>encyclopedia</a:t>
            </a:r>
            <a:r>
              <a:rPr lang="en-GB" sz="1400" dirty="0"/>
              <a:t>. http://</a:t>
            </a:r>
            <a:r>
              <a:rPr lang="en-GB" sz="1400" dirty="0" err="1"/>
              <a:t>en.wikipedia.org</a:t>
            </a:r>
            <a:r>
              <a:rPr lang="en-GB" sz="1400" dirty="0"/>
              <a:t>/w/</a:t>
            </a:r>
            <a:r>
              <a:rPr lang="en-GB" sz="1400" dirty="0" err="1"/>
              <a:t>index.php?title</a:t>
            </a:r>
            <a:r>
              <a:rPr lang="en-GB" sz="1400" dirty="0"/>
              <a:t>=World%20Computer%20Exchange&amp;oldid=1272801766, 2025. 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Education transforms lives. https://</a:t>
            </a:r>
            <a:r>
              <a:rPr lang="en-GB" sz="1400" dirty="0" err="1"/>
              <a:t>www.unesco.org</a:t>
            </a:r>
            <a:r>
              <a:rPr lang="en-GB" sz="1400" dirty="0"/>
              <a:t>/</a:t>
            </a:r>
            <a:r>
              <a:rPr lang="en-GB" sz="1400" dirty="0" err="1"/>
              <a:t>en</a:t>
            </a:r>
            <a:r>
              <a:rPr lang="en-GB" sz="1400" dirty="0"/>
              <a:t>/education.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Artificial intelligence. https://</a:t>
            </a:r>
            <a:r>
              <a:rPr lang="en-GB" sz="1400" dirty="0" err="1"/>
              <a:t>www.unesco.org</a:t>
            </a:r>
            <a:r>
              <a:rPr lang="en-GB" sz="1400" dirty="0"/>
              <a:t>/</a:t>
            </a:r>
            <a:r>
              <a:rPr lang="en-GB" sz="1400" dirty="0" err="1"/>
              <a:t>en</a:t>
            </a:r>
            <a:r>
              <a:rPr lang="en-GB" sz="1400" dirty="0"/>
              <a:t>/artificial-intelligence.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Andrew Harvey. Architect scalable e-commerce web app. https://</a:t>
            </a:r>
            <a:r>
              <a:rPr lang="en-GB" sz="1400" dirty="0" err="1"/>
              <a:t>learn.microsoft.com</a:t>
            </a:r>
            <a:r>
              <a:rPr lang="en-GB" sz="1400" dirty="0"/>
              <a:t>/</a:t>
            </a:r>
            <a:r>
              <a:rPr lang="en-GB" sz="1400" dirty="0" err="1"/>
              <a:t>en</a:t>
            </a:r>
            <a:r>
              <a:rPr lang="en-GB" sz="1400" dirty="0"/>
              <a:t>-us/azure/architecture/web-apps/idea/scalable-ecommerce-web-app.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/>
            </a:pPr>
            <a:r>
              <a:rPr lang="en-GB" sz="1400" dirty="0"/>
              <a:t>Serverless web application. https://</a:t>
            </a:r>
            <a:r>
              <a:rPr lang="en-GB" sz="1400" dirty="0" err="1"/>
              <a:t>learn.microsoft.com</a:t>
            </a:r>
            <a:r>
              <a:rPr lang="en-GB" sz="1400" dirty="0"/>
              <a:t>/</a:t>
            </a:r>
            <a:r>
              <a:rPr lang="en-GB" sz="1400" dirty="0" err="1"/>
              <a:t>en</a:t>
            </a:r>
            <a:r>
              <a:rPr lang="en-GB" sz="1400" dirty="0"/>
              <a:t>-us/azure/architecture/web-apps/serverless/architectures/web-app.</a:t>
            </a:r>
          </a:p>
          <a:p>
            <a:pPr marL="342900" lvl="1" indent="-342900">
              <a:buFont typeface="+mj-lt"/>
              <a:buAutoNum type="arabicPeriod"/>
            </a:pPr>
            <a:endParaRPr lang="en-GB" dirty="0">
              <a:hlinkClick r:id="rId3"/>
            </a:endParaRPr>
          </a:p>
          <a:p>
            <a:pPr marL="342900" lvl="1" indent="-342900">
              <a:buFont typeface="+mj-lt"/>
              <a:buAutoNum type="arabicPeriod"/>
            </a:pPr>
            <a:endParaRPr lang="en-GB" dirty="0"/>
          </a:p>
          <a:p>
            <a:pPr lvl="1"/>
            <a:endParaRPr lang="en-GB" dirty="0"/>
          </a:p>
          <a:p>
            <a:pPr marL="342900" lvl="1" indent="-342900">
              <a:buFont typeface="+mj-lt"/>
              <a:buAutoNum type="arabicPeriod" startAt="4"/>
            </a:pPr>
            <a:endParaRPr lang="en-GB" dirty="0"/>
          </a:p>
          <a:p>
            <a:pPr marL="342900" lvl="1" indent="-342900">
              <a:buFont typeface="+mj-lt"/>
              <a:buAutoNum type="arabicPeriod" startAt="4"/>
            </a:pPr>
            <a:endParaRPr lang="en-GB" dirty="0"/>
          </a:p>
          <a:p>
            <a:pPr marL="342900" lvl="1" indent="-342900">
              <a:buFont typeface="+mj-lt"/>
              <a:buAutoNum type="arabicPeriod" startAt="4"/>
            </a:pPr>
            <a:endParaRPr lang="en-GB" dirty="0"/>
          </a:p>
          <a:p>
            <a:pPr marL="342900" lvl="1" indent="-342900">
              <a:buFont typeface="+mj-lt"/>
              <a:buAutoNum type="arabicPeriod" startAt="4"/>
            </a:pPr>
            <a:endParaRPr lang="de-DE" dirty="0"/>
          </a:p>
          <a:p>
            <a:pPr marL="180000" lvl="3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1362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3C607D-14A5-8C01-AA60-148C0EE74E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56000" y="1957116"/>
            <a:ext cx="8280000" cy="2659190"/>
          </a:xfrm>
        </p:spPr>
        <p:txBody>
          <a:bodyPr/>
          <a:lstStyle/>
          <a:p>
            <a:pPr marL="457200" lvl="1" indent="0" algn="ctr">
              <a:buNone/>
            </a:pPr>
            <a:r>
              <a:rPr lang="de-DE" dirty="0"/>
              <a:t>Questions?</a:t>
            </a:r>
          </a:p>
          <a:p>
            <a:pPr marL="457200" lvl="1" indent="0" algn="ctr">
              <a:buNone/>
            </a:pPr>
            <a:endParaRPr lang="de-DE" dirty="0"/>
          </a:p>
          <a:p>
            <a:pPr marL="457200" lvl="1" indent="0" algn="ctr">
              <a:buNone/>
            </a:pPr>
            <a:endParaRPr lang="de-DE" dirty="0"/>
          </a:p>
          <a:p>
            <a:pPr marL="457200" lvl="1" indent="0" algn="ctr">
              <a:buNone/>
            </a:pPr>
            <a:r>
              <a:rPr lang="de-DE" sz="4800" dirty="0" err="1"/>
              <a:t>Thank</a:t>
            </a:r>
            <a:r>
              <a:rPr lang="de-DE" sz="4800" dirty="0"/>
              <a:t> </a:t>
            </a:r>
            <a:r>
              <a:rPr lang="de-DE" sz="4800" dirty="0" err="1"/>
              <a:t>You</a:t>
            </a:r>
            <a:r>
              <a:rPr lang="de-DE" sz="4800" dirty="0"/>
              <a:t> </a:t>
            </a:r>
            <a:r>
              <a:rPr lang="de-DE" sz="4800" dirty="0" err="1"/>
              <a:t>For</a:t>
            </a:r>
            <a:r>
              <a:rPr lang="de-DE" sz="4800" dirty="0"/>
              <a:t> </a:t>
            </a:r>
            <a:r>
              <a:rPr lang="de-DE" sz="4800" dirty="0" err="1"/>
              <a:t>Attendance</a:t>
            </a:r>
            <a:r>
              <a:rPr lang="de-DE" sz="4800" dirty="0"/>
              <a:t>!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12522686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Riverty PPT Master (Haze)">
  <a:themeElements>
    <a:clrScheme name="riverty 2022">
      <a:dk1>
        <a:srgbClr val="282828"/>
      </a:dk1>
      <a:lt1>
        <a:srgbClr val="F3F1F0"/>
      </a:lt1>
      <a:dk2>
        <a:srgbClr val="686868"/>
      </a:dk2>
      <a:lt2>
        <a:srgbClr val="C9C9C9"/>
      </a:lt2>
      <a:accent1>
        <a:srgbClr val="527A42"/>
      </a:accent1>
      <a:accent2>
        <a:srgbClr val="282828"/>
      </a:accent2>
      <a:accent3>
        <a:srgbClr val="E7E4E2"/>
      </a:accent3>
      <a:accent4>
        <a:srgbClr val="EF706B"/>
      </a:accent4>
      <a:accent5>
        <a:srgbClr val="F49B97"/>
      </a:accent5>
      <a:accent6>
        <a:srgbClr val="86A27B"/>
      </a:accent6>
      <a:hlink>
        <a:srgbClr val="282828"/>
      </a:hlink>
      <a:folHlink>
        <a:srgbClr val="686868"/>
      </a:folHlink>
    </a:clrScheme>
    <a:fontScheme name="riverty 202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72000" tIns="72000" rIns="72000" bIns="72000" rtlCol="0" anchor="t"/>
      <a:lstStyle>
        <a:defPPr marL="180000" indent="-180000" algn="l">
          <a:spcBef>
            <a:spcPts val="600"/>
          </a:spcBef>
          <a:buFont typeface="Wingdings" panose="05000000000000000000" pitchFamily="2" charset="2"/>
          <a:buChar char="§"/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spcBef>
            <a:spcPts val="600"/>
          </a:spcBef>
          <a:buFont typeface="Wingdings" panose="05000000000000000000" pitchFamily="2" charset="2"/>
          <a:buChar char="§"/>
          <a:defRPr dirty="0" err="1" smtClean="0"/>
        </a:defPPr>
      </a:lstStyle>
    </a:txDef>
  </a:objectDefaults>
  <a:extraClrSchemeLst/>
  <a:custClrLst>
    <a:custClr>
      <a:srgbClr val="FFFFFF"/>
    </a:custClr>
    <a:custClr>
      <a:srgbClr val="F9C6C4"/>
    </a:custClr>
    <a:custClr>
      <a:srgbClr val="CBD7C6"/>
    </a:custClr>
  </a:custClrLst>
  <a:extLst>
    <a:ext uri="{05A4C25C-085E-4340-85A3-A5531E510DB2}">
      <thm15:themeFamily xmlns:thm15="http://schemas.microsoft.com/office/thememl/2012/main" name="Riverty_Master und Musterfolien_scr02.potx" id="{C3730BA8-3599-41ED-872F-7036A902CA2A}" vid="{B004AC05-DFC4-42E6-A584-0EAFAEC55952}"/>
    </a:ext>
  </a:extLst>
</a:theme>
</file>

<file path=ppt/theme/theme2.xml><?xml version="1.0" encoding="utf-8"?>
<a:theme xmlns:a="http://schemas.openxmlformats.org/drawingml/2006/main" name="Riverty PPT Master (Vanguard)">
  <a:themeElements>
    <a:clrScheme name="riverty 2022">
      <a:dk1>
        <a:srgbClr val="282828"/>
      </a:dk1>
      <a:lt1>
        <a:srgbClr val="F3F1F0"/>
      </a:lt1>
      <a:dk2>
        <a:srgbClr val="686868"/>
      </a:dk2>
      <a:lt2>
        <a:srgbClr val="C9C9C9"/>
      </a:lt2>
      <a:accent1>
        <a:srgbClr val="527A42"/>
      </a:accent1>
      <a:accent2>
        <a:srgbClr val="282828"/>
      </a:accent2>
      <a:accent3>
        <a:srgbClr val="E7E4E2"/>
      </a:accent3>
      <a:accent4>
        <a:srgbClr val="EF706B"/>
      </a:accent4>
      <a:accent5>
        <a:srgbClr val="F49B97"/>
      </a:accent5>
      <a:accent6>
        <a:srgbClr val="86A27B"/>
      </a:accent6>
      <a:hlink>
        <a:srgbClr val="282828"/>
      </a:hlink>
      <a:folHlink>
        <a:srgbClr val="686868"/>
      </a:folHlink>
    </a:clrScheme>
    <a:fontScheme name="riverty 202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72000" tIns="72000" rIns="72000" bIns="72000" rtlCol="0" anchor="t"/>
      <a:lstStyle>
        <a:defPPr marL="180000" indent="-180000" algn="l">
          <a:spcBef>
            <a:spcPts val="600"/>
          </a:spcBef>
          <a:buFont typeface="Wingdings" panose="05000000000000000000" pitchFamily="2" charset="2"/>
          <a:buChar char="§"/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spcBef>
            <a:spcPts val="600"/>
          </a:spcBef>
          <a:buFont typeface="Wingdings" panose="05000000000000000000" pitchFamily="2" charset="2"/>
          <a:buChar char="§"/>
          <a:defRPr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>
      <a:srgbClr val="FFFFFF"/>
    </a:custClr>
    <a:custClr>
      <a:srgbClr val="F9C6C4"/>
    </a:custClr>
    <a:custClr>
      <a:srgbClr val="CBD7C6"/>
    </a:custClr>
  </a:custClrLst>
  <a:extLst>
    <a:ext uri="{05A4C25C-085E-4340-85A3-A5531E510DB2}">
      <thm15:themeFamily xmlns:thm15="http://schemas.microsoft.com/office/thememl/2012/main" name="Riverty_Master und Musterfolien_scr02.potx" id="{C3730BA8-3599-41ED-872F-7036A902CA2A}" vid="{B258800F-404B-4ADF-BAD9-9B6F1458D797}"/>
    </a:ext>
  </a:extLst>
</a:theme>
</file>

<file path=ppt/theme/theme3.xml><?xml version="1.0" encoding="utf-8"?>
<a:theme xmlns:a="http://schemas.openxmlformats.org/drawingml/2006/main" name="Riverty PPT Master (Charcoal)">
  <a:themeElements>
    <a:clrScheme name="riverty 2022">
      <a:dk1>
        <a:srgbClr val="282828"/>
      </a:dk1>
      <a:lt1>
        <a:srgbClr val="F3F1F0"/>
      </a:lt1>
      <a:dk2>
        <a:srgbClr val="686868"/>
      </a:dk2>
      <a:lt2>
        <a:srgbClr val="C9C9C9"/>
      </a:lt2>
      <a:accent1>
        <a:srgbClr val="527A42"/>
      </a:accent1>
      <a:accent2>
        <a:srgbClr val="282828"/>
      </a:accent2>
      <a:accent3>
        <a:srgbClr val="E7E4E2"/>
      </a:accent3>
      <a:accent4>
        <a:srgbClr val="EF706B"/>
      </a:accent4>
      <a:accent5>
        <a:srgbClr val="F49B97"/>
      </a:accent5>
      <a:accent6>
        <a:srgbClr val="86A27B"/>
      </a:accent6>
      <a:hlink>
        <a:srgbClr val="282828"/>
      </a:hlink>
      <a:folHlink>
        <a:srgbClr val="686868"/>
      </a:folHlink>
    </a:clrScheme>
    <a:fontScheme name="riverty 202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72000" tIns="72000" rIns="72000" bIns="72000" rtlCol="0" anchor="t"/>
      <a:lstStyle>
        <a:defPPr marL="180000" indent="-180000" algn="l">
          <a:spcBef>
            <a:spcPts val="600"/>
          </a:spcBef>
          <a:buFont typeface="Wingdings" panose="05000000000000000000" pitchFamily="2" charset="2"/>
          <a:buChar char="§"/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spcBef>
            <a:spcPts val="600"/>
          </a:spcBef>
          <a:buFont typeface="Wingdings" panose="05000000000000000000" pitchFamily="2" charset="2"/>
          <a:buChar char="§"/>
          <a:defRPr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>
      <a:srgbClr val="FFFFFF"/>
    </a:custClr>
    <a:custClr>
      <a:srgbClr val="F9C6C4"/>
    </a:custClr>
    <a:custClr>
      <a:srgbClr val="CBD7C6"/>
    </a:custClr>
  </a:custClrLst>
  <a:extLst>
    <a:ext uri="{05A4C25C-085E-4340-85A3-A5531E510DB2}">
      <thm15:themeFamily xmlns:thm15="http://schemas.microsoft.com/office/thememl/2012/main" name="Riverty_Master und Musterfolien_scr02.potx" id="{C3730BA8-3599-41ED-872F-7036A902CA2A}" vid="{258DFB4D-E26B-4CEC-92D4-8D1E95DE0566}"/>
    </a:ext>
  </a:extLst>
</a:theme>
</file>

<file path=ppt/theme/theme4.xml><?xml version="1.0" encoding="utf-8"?>
<a:theme xmlns:a="http://schemas.openxmlformats.org/drawingml/2006/main" name="Office Theme">
  <a:themeElements>
    <a:clrScheme name="riverty 2022">
      <a:dk1>
        <a:srgbClr val="282828"/>
      </a:dk1>
      <a:lt1>
        <a:srgbClr val="F3F1F0"/>
      </a:lt1>
      <a:dk2>
        <a:srgbClr val="686868"/>
      </a:dk2>
      <a:lt2>
        <a:srgbClr val="C9C9C9"/>
      </a:lt2>
      <a:accent1>
        <a:srgbClr val="527A42"/>
      </a:accent1>
      <a:accent2>
        <a:srgbClr val="282828"/>
      </a:accent2>
      <a:accent3>
        <a:srgbClr val="E7E4E2"/>
      </a:accent3>
      <a:accent4>
        <a:srgbClr val="EF706B"/>
      </a:accent4>
      <a:accent5>
        <a:srgbClr val="F49B97"/>
      </a:accent5>
      <a:accent6>
        <a:srgbClr val="86A27B"/>
      </a:accent6>
      <a:hlink>
        <a:srgbClr val="282828"/>
      </a:hlink>
      <a:folHlink>
        <a:srgbClr val="686868"/>
      </a:folHlink>
    </a:clrScheme>
    <a:fontScheme name="riverty 202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riverty 2022">
      <a:dk1>
        <a:srgbClr val="282828"/>
      </a:dk1>
      <a:lt1>
        <a:srgbClr val="F3F1F0"/>
      </a:lt1>
      <a:dk2>
        <a:srgbClr val="686868"/>
      </a:dk2>
      <a:lt2>
        <a:srgbClr val="C9C9C9"/>
      </a:lt2>
      <a:accent1>
        <a:srgbClr val="527A42"/>
      </a:accent1>
      <a:accent2>
        <a:srgbClr val="282828"/>
      </a:accent2>
      <a:accent3>
        <a:srgbClr val="E7E4E2"/>
      </a:accent3>
      <a:accent4>
        <a:srgbClr val="EF706B"/>
      </a:accent4>
      <a:accent5>
        <a:srgbClr val="F49B97"/>
      </a:accent5>
      <a:accent6>
        <a:srgbClr val="86A27B"/>
      </a:accent6>
      <a:hlink>
        <a:srgbClr val="282828"/>
      </a:hlink>
      <a:folHlink>
        <a:srgbClr val="686868"/>
      </a:folHlink>
    </a:clrScheme>
    <a:fontScheme name="riverty 202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Async Programming in C#</Template>
  <TotalTime>367</TotalTime>
  <Words>1842</Words>
  <Application>Microsoft Macintosh PowerPoint</Application>
  <PresentationFormat>Widescreen</PresentationFormat>
  <Paragraphs>252</Paragraphs>
  <Slides>28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CMBX10</vt:lpstr>
      <vt:lpstr>CMR10</vt:lpstr>
      <vt:lpstr>Courier New</vt:lpstr>
      <vt:lpstr>Helvetica</vt:lpstr>
      <vt:lpstr>Segoe UI</vt:lpstr>
      <vt:lpstr>Skeena</vt:lpstr>
      <vt:lpstr>Symbol</vt:lpstr>
      <vt:lpstr>Wingdings</vt:lpstr>
      <vt:lpstr>Riverty PPT Master (Haze)</vt:lpstr>
      <vt:lpstr>Riverty PPT Master (Vanguard)</vt:lpstr>
      <vt:lpstr>Riverty PPT Master (Charcoal)</vt:lpstr>
      <vt:lpstr>think-cell Slide</vt:lpstr>
      <vt:lpstr>One Student One Laptop (OSOL)</vt:lpstr>
      <vt:lpstr>PowerPoint Presentation</vt:lpstr>
      <vt:lpstr>1. What is One Student One Laptop (OSOL)?</vt:lpstr>
      <vt:lpstr>1. What is One Student One Laptop (OSOL)?</vt:lpstr>
      <vt:lpstr>2.1. Why OSOL? - Education would change one life </vt:lpstr>
      <vt:lpstr>2.2. Why OSOL? – The Internet and Education </vt:lpstr>
      <vt:lpstr>2.3. Why OSOL? – The Impact of Artificial Intelligence on Education  </vt:lpstr>
      <vt:lpstr>3. Related Resources  </vt:lpstr>
      <vt:lpstr>4. What OSOL will benefit Riverty and Bertelsmann?   </vt:lpstr>
      <vt:lpstr>5.1. How OSOL? - One IT equipment lifecycle </vt:lpstr>
      <vt:lpstr>5.1.1. How OSOL? – Equipment stages </vt:lpstr>
      <vt:lpstr>5.1.2. How OSOL? – Equipment score </vt:lpstr>
      <vt:lpstr>5.1.3. How OSOL? – Equipment annual check </vt:lpstr>
      <vt:lpstr>5.2. OSOL 2D barcode on IT equipment </vt:lpstr>
      <vt:lpstr>5.3. OSOL preinstalled education content</vt:lpstr>
      <vt:lpstr>5.4.1. OSOL Tracer - Architecture</vt:lpstr>
      <vt:lpstr>5.4.2. OSOL-T Database</vt:lpstr>
      <vt:lpstr>5.4.3. OSOL-T API</vt:lpstr>
      <vt:lpstr>5.4.4. OSOL-T API Management</vt:lpstr>
      <vt:lpstr>5.4.5. OSOL-T GUI</vt:lpstr>
      <vt:lpstr>5.5. Riverty Computer Centre (RCC)</vt:lpstr>
      <vt:lpstr>5.6. General Rules</vt:lpstr>
      <vt:lpstr>6. When OSOL - Schedule</vt:lpstr>
      <vt:lpstr>7. OSOL Budget</vt:lpstr>
      <vt:lpstr>Appendix A. OSOL–T database metadata</vt:lpstr>
      <vt:lpstr>Appendix B. OSOL–T architecture – why use queue?</vt:lpstr>
      <vt:lpstr>References</vt:lpstr>
      <vt:lpstr>PowerPoint Presentation</vt:lpstr>
    </vt:vector>
  </TitlesOfParts>
  <Manager>Vorname Nachname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Programming  in C#</dc:title>
  <dc:creator>Yang, Han</dc:creator>
  <dc:description>Optimiert für die PowerPoint Version Office 365</dc:description>
  <cp:lastModifiedBy>Han Yang</cp:lastModifiedBy>
  <cp:revision>173</cp:revision>
  <dcterms:created xsi:type="dcterms:W3CDTF">2023-11-30T10:34:55Z</dcterms:created>
  <dcterms:modified xsi:type="dcterms:W3CDTF">2025-06-19T19:37:29Z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1eb46ce-67e3-4023-9bb7-2cf97845c0ca_Enabled">
    <vt:lpwstr>true</vt:lpwstr>
  </property>
  <property fmtid="{D5CDD505-2E9C-101B-9397-08002B2CF9AE}" pid="3" name="MSIP_Label_d1eb46ce-67e3-4023-9bb7-2cf97845c0ca_SetDate">
    <vt:lpwstr>2023-11-30T11:36:25Z</vt:lpwstr>
  </property>
  <property fmtid="{D5CDD505-2E9C-101B-9397-08002B2CF9AE}" pid="4" name="MSIP_Label_d1eb46ce-67e3-4023-9bb7-2cf97845c0ca_Method">
    <vt:lpwstr>Standard</vt:lpwstr>
  </property>
  <property fmtid="{D5CDD505-2E9C-101B-9397-08002B2CF9AE}" pid="5" name="MSIP_Label_d1eb46ce-67e3-4023-9bb7-2cf97845c0ca_Name">
    <vt:lpwstr>d1eb46ce-67e3-4023-9bb7-2cf97845c0ca</vt:lpwstr>
  </property>
  <property fmtid="{D5CDD505-2E9C-101B-9397-08002B2CF9AE}" pid="6" name="MSIP_Label_d1eb46ce-67e3-4023-9bb7-2cf97845c0ca_SiteId">
    <vt:lpwstr>1ca8bd94-3c97-4fc6-8955-bad266b43f0b</vt:lpwstr>
  </property>
  <property fmtid="{D5CDD505-2E9C-101B-9397-08002B2CF9AE}" pid="7" name="MSIP_Label_d1eb46ce-67e3-4023-9bb7-2cf97845c0ca_ActionId">
    <vt:lpwstr>99f273e5-6de9-4ffb-9eff-5589f0871ae7</vt:lpwstr>
  </property>
  <property fmtid="{D5CDD505-2E9C-101B-9397-08002B2CF9AE}" pid="8" name="MSIP_Label_d1eb46ce-67e3-4023-9bb7-2cf97845c0ca_ContentBits">
    <vt:lpwstr>0</vt:lpwstr>
  </property>
</Properties>
</file>