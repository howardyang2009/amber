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2.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theme/theme3.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75" r:id="rId2"/>
    <p:sldMasterId id="2147483702" r:id="rId3"/>
  </p:sldMasterIdLst>
  <p:notesMasterIdLst>
    <p:notesMasterId r:id="rId40"/>
  </p:notesMasterIdLst>
  <p:handoutMasterIdLst>
    <p:handoutMasterId r:id="rId41"/>
  </p:handoutMasterIdLst>
  <p:sldIdLst>
    <p:sldId id="386" r:id="rId4"/>
    <p:sldId id="260" r:id="rId5"/>
    <p:sldId id="390" r:id="rId6"/>
    <p:sldId id="421" r:id="rId7"/>
    <p:sldId id="422" r:id="rId8"/>
    <p:sldId id="388" r:id="rId9"/>
    <p:sldId id="427" r:id="rId10"/>
    <p:sldId id="407" r:id="rId11"/>
    <p:sldId id="423" r:id="rId12"/>
    <p:sldId id="424" r:id="rId13"/>
    <p:sldId id="425" r:id="rId14"/>
    <p:sldId id="426" r:id="rId15"/>
    <p:sldId id="389" r:id="rId16"/>
    <p:sldId id="392" r:id="rId17"/>
    <p:sldId id="404" r:id="rId18"/>
    <p:sldId id="429" r:id="rId19"/>
    <p:sldId id="430" r:id="rId20"/>
    <p:sldId id="431" r:id="rId21"/>
    <p:sldId id="428" r:id="rId22"/>
    <p:sldId id="432" r:id="rId23"/>
    <p:sldId id="420" r:id="rId24"/>
    <p:sldId id="410" r:id="rId25"/>
    <p:sldId id="411" r:id="rId26"/>
    <p:sldId id="412" r:id="rId27"/>
    <p:sldId id="413" r:id="rId28"/>
    <p:sldId id="414" r:id="rId29"/>
    <p:sldId id="415" r:id="rId30"/>
    <p:sldId id="416" r:id="rId31"/>
    <p:sldId id="405" r:id="rId32"/>
    <p:sldId id="406" r:id="rId33"/>
    <p:sldId id="418" r:id="rId34"/>
    <p:sldId id="419" r:id="rId35"/>
    <p:sldId id="408" r:id="rId36"/>
    <p:sldId id="387" r:id="rId37"/>
    <p:sldId id="409" r:id="rId38"/>
    <p:sldId id="403" r:id="rId39"/>
  </p:sldIdLst>
  <p:sldSz cx="12192000" cy="6858000"/>
  <p:notesSz cx="6858000" cy="9144000"/>
  <p:custDataLst>
    <p:tags r:id="rId4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rläuterungsfolien" id="{902F8F79-027B-4F5B-9A99-91E609AF7220}">
          <p14:sldIdLst>
            <p14:sldId id="386"/>
            <p14:sldId id="260"/>
            <p14:sldId id="390"/>
            <p14:sldId id="421"/>
            <p14:sldId id="422"/>
            <p14:sldId id="388"/>
            <p14:sldId id="427"/>
            <p14:sldId id="407"/>
            <p14:sldId id="423"/>
            <p14:sldId id="424"/>
            <p14:sldId id="425"/>
            <p14:sldId id="426"/>
            <p14:sldId id="389"/>
            <p14:sldId id="392"/>
            <p14:sldId id="404"/>
            <p14:sldId id="429"/>
            <p14:sldId id="430"/>
            <p14:sldId id="431"/>
            <p14:sldId id="428"/>
            <p14:sldId id="432"/>
            <p14:sldId id="420"/>
            <p14:sldId id="410"/>
            <p14:sldId id="411"/>
            <p14:sldId id="412"/>
            <p14:sldId id="413"/>
            <p14:sldId id="414"/>
            <p14:sldId id="415"/>
            <p14:sldId id="416"/>
            <p14:sldId id="405"/>
            <p14:sldId id="406"/>
            <p14:sldId id="418"/>
            <p14:sldId id="419"/>
            <p14:sldId id="408"/>
            <p14:sldId id="387"/>
            <p14:sldId id="409"/>
            <p14:sldId id="403"/>
          </p14:sldIdLst>
        </p14:section>
        <p14:section name="Template 01 (Haze Design)" id="{EE9B8B85-1C33-44A4-A67E-61C68D16700B}">
          <p14:sldIdLst/>
        </p14:section>
        <p14:section name="Template 02 (Vanguard Design)" id="{053DB345-6907-45AF-8F3F-EFD9F26E5961}">
          <p14:sldIdLst/>
        </p14:section>
        <p14:section name="Template 03 (Charcoal Design)" id="{B8FD5535-8386-4E39-BFD4-C2BF49B97381}">
          <p14:sldIdLst/>
        </p14:section>
      </p14:sectionLst>
    </p:ext>
    <p:ext uri="{EFAFB233-063F-42B5-8137-9DF3F51BA10A}">
      <p15:sldGuideLst xmlns:p15="http://schemas.microsoft.com/office/powerpoint/2012/main">
        <p15:guide id="1" orient="horz" pos="1003" userDrawn="1">
          <p15:clr>
            <a:srgbClr val="A4A3A4"/>
          </p15:clr>
        </p15:guide>
        <p15:guide id="2" pos="3704" userDrawn="1">
          <p15:clr>
            <a:srgbClr val="A4A3A4"/>
          </p15:clr>
        </p15:guide>
        <p15:guide id="3" orient="horz" pos="3929" userDrawn="1">
          <p15:clr>
            <a:srgbClr val="A4A3A4"/>
          </p15:clr>
        </p15:guide>
        <p15:guide id="4" pos="2729" userDrawn="1">
          <p15:clr>
            <a:srgbClr val="A4A3A4"/>
          </p15:clr>
        </p15:guide>
        <p15:guide id="5" pos="2479" userDrawn="1">
          <p15:clr>
            <a:srgbClr val="A4A3A4"/>
          </p15:clr>
        </p15:guide>
        <p15:guide id="6" pos="257" userDrawn="1">
          <p15:clr>
            <a:srgbClr val="A4A3A4"/>
          </p15:clr>
        </p15:guide>
        <p15:guide id="7" pos="4951" userDrawn="1">
          <p15:clr>
            <a:srgbClr val="A4A3A4"/>
          </p15:clr>
        </p15:guide>
        <p15:guide id="8" pos="3976" userDrawn="1">
          <p15:clr>
            <a:srgbClr val="A4A3A4"/>
          </p15:clr>
        </p15:guide>
        <p15:guide id="9" pos="5201" userDrawn="1">
          <p15:clr>
            <a:srgbClr val="A4A3A4"/>
          </p15:clr>
        </p15:guide>
        <p15:guide id="10" pos="7423"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226" autoAdjust="0"/>
    <p:restoredTop sz="86930" autoAdjust="0"/>
  </p:normalViewPr>
  <p:slideViewPr>
    <p:cSldViewPr snapToGrid="0" showGuides="1">
      <p:cViewPr varScale="1">
        <p:scale>
          <a:sx n="86" d="100"/>
          <a:sy n="86" d="100"/>
        </p:scale>
        <p:origin x="240" y="984"/>
      </p:cViewPr>
      <p:guideLst>
        <p:guide orient="horz" pos="1003"/>
        <p:guide pos="3704"/>
        <p:guide orient="horz" pos="3929"/>
        <p:guide pos="2729"/>
        <p:guide pos="2479"/>
        <p:guide pos="257"/>
        <p:guide pos="4951"/>
        <p:guide pos="3976"/>
        <p:guide pos="5201"/>
        <p:guide pos="7423"/>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40" d="100"/>
        <a:sy n="40" d="100"/>
      </p:scale>
      <p:origin x="0" y="-2484"/>
    </p:cViewPr>
  </p:sorterViewPr>
  <p:notesViewPr>
    <p:cSldViewPr snapToGrid="0" showGuides="1">
      <p:cViewPr varScale="1">
        <p:scale>
          <a:sx n="79" d="100"/>
          <a:sy n="79" d="100"/>
        </p:scale>
        <p:origin x="3942"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tags" Target="tags/tag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presProps" Target="presProp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tableStyles" Target="tableStyles.xml"/><Relationship Id="rId20" Type="http://schemas.openxmlformats.org/officeDocument/2006/relationships/slide" Target="slides/slide17.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E6597329-55CD-3BF0-6DD4-152A79D72E20}"/>
              </a:ext>
            </a:extLst>
          </p:cNvPr>
          <p:cNvSpPr>
            <a:spLocks noGrp="1"/>
          </p:cNvSpPr>
          <p:nvPr>
            <p:ph type="ftr" sz="quarter" idx="2"/>
          </p:nvPr>
        </p:nvSpPr>
        <p:spPr>
          <a:xfrm>
            <a:off x="476672" y="8661357"/>
            <a:ext cx="5364596" cy="123111"/>
          </a:xfrm>
          <a:prstGeom prst="rect">
            <a:avLst/>
          </a:prstGeom>
        </p:spPr>
        <p:txBody>
          <a:bodyPr vert="horz" wrap="square" lIns="0" tIns="0" rIns="0" bIns="0" rtlCol="0" anchor="b">
            <a:spAutoFit/>
          </a:bodyPr>
          <a:lstStyle>
            <a:lvl1pPr algn="l">
              <a:defRPr sz="1200"/>
            </a:lvl1pPr>
          </a:lstStyle>
          <a:p>
            <a:r>
              <a:rPr lang="de-DE" sz="800"/>
              <a:t>Hier steht der übergeordnete Präsentationstitel (Einfügen → Kopf- und Fußzeile)</a:t>
            </a:r>
          </a:p>
        </p:txBody>
      </p:sp>
      <p:sp>
        <p:nvSpPr>
          <p:cNvPr id="5" name="Slide Number Placeholder 4">
            <a:extLst>
              <a:ext uri="{FF2B5EF4-FFF2-40B4-BE49-F238E27FC236}">
                <a16:creationId xmlns:a16="http://schemas.microsoft.com/office/drawing/2014/main" id="{7C2F031F-0277-42D3-CD32-E31CE398BADF}"/>
              </a:ext>
            </a:extLst>
          </p:cNvPr>
          <p:cNvSpPr>
            <a:spLocks noGrp="1"/>
          </p:cNvSpPr>
          <p:nvPr>
            <p:ph type="sldNum" sz="quarter" idx="3"/>
          </p:nvPr>
        </p:nvSpPr>
        <p:spPr>
          <a:xfrm>
            <a:off x="6165304" y="8661357"/>
            <a:ext cx="216024" cy="123111"/>
          </a:xfrm>
          <a:prstGeom prst="rect">
            <a:avLst/>
          </a:prstGeom>
        </p:spPr>
        <p:txBody>
          <a:bodyPr vert="horz" wrap="square" lIns="0" tIns="0" rIns="0" bIns="0" rtlCol="0" anchor="b">
            <a:spAutoFit/>
          </a:bodyPr>
          <a:lstStyle>
            <a:lvl1pPr algn="r">
              <a:defRPr sz="1200"/>
            </a:lvl1pPr>
          </a:lstStyle>
          <a:p>
            <a:fld id="{6CF860AA-2B3F-4E46-92A3-DBA59BB00598}" type="slidenum">
              <a:rPr lang="de-DE" sz="800" smtClean="0"/>
              <a:t>‹#›</a:t>
            </a:fld>
            <a:endParaRPr lang="de-DE" sz="800" dirty="0"/>
          </a:p>
        </p:txBody>
      </p:sp>
      <p:sp>
        <p:nvSpPr>
          <p:cNvPr id="6" name="Text Placeholder 10">
            <a:extLst>
              <a:ext uri="{FF2B5EF4-FFF2-40B4-BE49-F238E27FC236}">
                <a16:creationId xmlns:a16="http://schemas.microsoft.com/office/drawing/2014/main" id="{EFD3BAA2-2C8B-0A5A-762F-55FDAA0AB69E}"/>
              </a:ext>
            </a:extLst>
          </p:cNvPr>
          <p:cNvSpPr txBox="1">
            <a:spLocks/>
          </p:cNvSpPr>
          <p:nvPr/>
        </p:nvSpPr>
        <p:spPr bwMode="gray">
          <a:xfrm>
            <a:off x="4653136" y="359532"/>
            <a:ext cx="1728192" cy="194179"/>
          </a:xfrm>
          <a:prstGeom prst="rect">
            <a:avLst/>
          </a:prstGeom>
          <a:blipFill>
            <a:blip r:embed="rId2"/>
            <a:stretch>
              <a:fillRect/>
            </a:stretch>
          </a:blipFill>
        </p:spPr>
        <p:txBody>
          <a:bodyPr/>
          <a:lstStyle>
            <a:lvl1pPr marL="0" indent="0" algn="l" defTabSz="914400" rtl="0" eaLnBrk="1" latinLnBrk="0" hangingPunct="1">
              <a:lnSpc>
                <a:spcPct val="100000"/>
              </a:lnSpc>
              <a:spcBef>
                <a:spcPts val="0"/>
              </a:spcBef>
              <a:buFont typeface="Skeena" panose="020B0604020202020204" pitchFamily="34" charset="0"/>
              <a:buNone/>
              <a:defRPr sz="100" b="0" kern="1200">
                <a:noFill/>
                <a:latin typeface="+mn-lt"/>
                <a:ea typeface="+mn-ea"/>
                <a:cs typeface="+mn-cs"/>
              </a:defRPr>
            </a:lvl1pPr>
            <a:lvl2pPr marL="0" indent="0" algn="l" defTabSz="914400" rtl="0" eaLnBrk="1" latinLnBrk="0" hangingPunct="1">
              <a:lnSpc>
                <a:spcPct val="100000"/>
              </a:lnSpc>
              <a:spcBef>
                <a:spcPts val="0"/>
              </a:spcBef>
              <a:buFont typeface="Skeena" panose="020B0604020202020204" pitchFamily="34" charset="0"/>
              <a:buNone/>
              <a:defRPr sz="100" b="0" kern="1200">
                <a:noFill/>
                <a:latin typeface="+mn-lt"/>
                <a:ea typeface="+mn-ea"/>
                <a:cs typeface="+mn-cs"/>
              </a:defRPr>
            </a:lvl2pPr>
            <a:lvl3pPr marL="0" indent="0" algn="l" defTabSz="914400" rtl="0" eaLnBrk="1" latinLnBrk="0" hangingPunct="1">
              <a:lnSpc>
                <a:spcPct val="100000"/>
              </a:lnSpc>
              <a:spcBef>
                <a:spcPts val="0"/>
              </a:spcBef>
              <a:buFont typeface="Wingdings" panose="05000000000000000000" pitchFamily="2" charset="2"/>
              <a:buNone/>
              <a:defRPr sz="100" b="0" kern="1200">
                <a:noFill/>
                <a:latin typeface="+mn-lt"/>
                <a:ea typeface="+mn-ea"/>
                <a:cs typeface="+mn-cs"/>
              </a:defRPr>
            </a:lvl3pPr>
            <a:lvl4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4pPr>
            <a:lvl5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5pPr>
            <a:lvl6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6pPr>
            <a:lvl7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7pPr>
            <a:lvl8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8pPr>
            <a:lvl9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9pPr>
          </a:lstStyle>
          <a:p>
            <a:r>
              <a:rPr lang="en-US"/>
              <a:t> </a:t>
            </a:r>
            <a:endParaRPr lang="en-GB" dirty="0"/>
          </a:p>
        </p:txBody>
      </p:sp>
    </p:spTree>
    <p:extLst>
      <p:ext uri="{BB962C8B-B14F-4D97-AF65-F5344CB8AC3E}">
        <p14:creationId xmlns:p14="http://schemas.microsoft.com/office/powerpoint/2010/main" val="361018924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476672" y="4400550"/>
            <a:ext cx="5904656" cy="3600450"/>
          </a:xfrm>
          <a:prstGeom prst="rect">
            <a:avLst/>
          </a:prstGeom>
        </p:spPr>
        <p:txBody>
          <a:bodyPr vert="horz" lIns="0" tIns="0" rIns="0" bIns="0" rtlCol="0"/>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sp>
        <p:nvSpPr>
          <p:cNvPr id="6" name="Footer Placeholder 5"/>
          <p:cNvSpPr>
            <a:spLocks noGrp="1"/>
          </p:cNvSpPr>
          <p:nvPr>
            <p:ph type="ftr" sz="quarter" idx="4"/>
          </p:nvPr>
        </p:nvSpPr>
        <p:spPr>
          <a:xfrm>
            <a:off x="476672" y="8661357"/>
            <a:ext cx="5364596" cy="123111"/>
          </a:xfrm>
          <a:prstGeom prst="rect">
            <a:avLst/>
          </a:prstGeom>
        </p:spPr>
        <p:txBody>
          <a:bodyPr vert="horz" wrap="square" lIns="0" tIns="0" rIns="0" bIns="0" rtlCol="0" anchor="b">
            <a:spAutoFit/>
          </a:bodyPr>
          <a:lstStyle>
            <a:lvl1pPr algn="l">
              <a:defRPr sz="800"/>
            </a:lvl1pPr>
          </a:lstStyle>
          <a:p>
            <a:r>
              <a:rPr lang="de-DE" noProof="0"/>
              <a:t>Hier steht der übergeordnete Präsentationstitel (Einfügen → Kopf- und Fußzeile)</a:t>
            </a:r>
            <a:endParaRPr lang="de-DE" noProof="0" dirty="0"/>
          </a:p>
        </p:txBody>
      </p:sp>
      <p:sp>
        <p:nvSpPr>
          <p:cNvPr id="7" name="Slide Number Placeholder 6"/>
          <p:cNvSpPr>
            <a:spLocks noGrp="1"/>
          </p:cNvSpPr>
          <p:nvPr>
            <p:ph type="sldNum" sz="quarter" idx="5"/>
          </p:nvPr>
        </p:nvSpPr>
        <p:spPr>
          <a:xfrm>
            <a:off x="6172200" y="8661357"/>
            <a:ext cx="209128" cy="123111"/>
          </a:xfrm>
          <a:prstGeom prst="rect">
            <a:avLst/>
          </a:prstGeom>
        </p:spPr>
        <p:txBody>
          <a:bodyPr vert="horz" wrap="square" lIns="0" tIns="0" rIns="0" bIns="0" rtlCol="0" anchor="b">
            <a:spAutoFit/>
          </a:bodyPr>
          <a:lstStyle>
            <a:lvl1pPr algn="r">
              <a:defRPr sz="800"/>
            </a:lvl1pPr>
          </a:lstStyle>
          <a:p>
            <a:fld id="{8F1D586D-4024-4137-B34B-BAA8F76C4486}" type="slidenum">
              <a:rPr lang="de-DE" noProof="0" smtClean="0"/>
              <a:pPr/>
              <a:t>‹#›</a:t>
            </a:fld>
            <a:endParaRPr lang="de-DE" noProof="0" dirty="0"/>
          </a:p>
        </p:txBody>
      </p:sp>
      <p:sp>
        <p:nvSpPr>
          <p:cNvPr id="10" name="Text Placeholder 10">
            <a:extLst>
              <a:ext uri="{FF2B5EF4-FFF2-40B4-BE49-F238E27FC236}">
                <a16:creationId xmlns:a16="http://schemas.microsoft.com/office/drawing/2014/main" id="{F862D476-5AD3-5C88-B604-A86846816A8B}"/>
              </a:ext>
            </a:extLst>
          </p:cNvPr>
          <p:cNvSpPr txBox="1">
            <a:spLocks/>
          </p:cNvSpPr>
          <p:nvPr/>
        </p:nvSpPr>
        <p:spPr bwMode="gray">
          <a:xfrm>
            <a:off x="4653136" y="359532"/>
            <a:ext cx="1728192" cy="194179"/>
          </a:xfrm>
          <a:prstGeom prst="rect">
            <a:avLst/>
          </a:prstGeom>
          <a:blipFill>
            <a:blip r:embed="rId2"/>
            <a:stretch>
              <a:fillRect/>
            </a:stretch>
          </a:blipFill>
        </p:spPr>
        <p:txBody>
          <a:bodyPr/>
          <a:lstStyle>
            <a:lvl1pPr marL="0" indent="0" algn="l" defTabSz="914400" rtl="0" eaLnBrk="1" latinLnBrk="0" hangingPunct="1">
              <a:lnSpc>
                <a:spcPct val="100000"/>
              </a:lnSpc>
              <a:spcBef>
                <a:spcPts val="0"/>
              </a:spcBef>
              <a:buFont typeface="Skeena" panose="020B0604020202020204" pitchFamily="34" charset="0"/>
              <a:buNone/>
              <a:defRPr sz="100" b="0" kern="1200">
                <a:noFill/>
                <a:latin typeface="+mn-lt"/>
                <a:ea typeface="+mn-ea"/>
                <a:cs typeface="+mn-cs"/>
              </a:defRPr>
            </a:lvl1pPr>
            <a:lvl2pPr marL="0" indent="0" algn="l" defTabSz="914400" rtl="0" eaLnBrk="1" latinLnBrk="0" hangingPunct="1">
              <a:lnSpc>
                <a:spcPct val="100000"/>
              </a:lnSpc>
              <a:spcBef>
                <a:spcPts val="0"/>
              </a:spcBef>
              <a:buFont typeface="Skeena" panose="020B0604020202020204" pitchFamily="34" charset="0"/>
              <a:buNone/>
              <a:defRPr sz="100" b="0" kern="1200">
                <a:noFill/>
                <a:latin typeface="+mn-lt"/>
                <a:ea typeface="+mn-ea"/>
                <a:cs typeface="+mn-cs"/>
              </a:defRPr>
            </a:lvl2pPr>
            <a:lvl3pPr marL="0" indent="0" algn="l" defTabSz="914400" rtl="0" eaLnBrk="1" latinLnBrk="0" hangingPunct="1">
              <a:lnSpc>
                <a:spcPct val="100000"/>
              </a:lnSpc>
              <a:spcBef>
                <a:spcPts val="0"/>
              </a:spcBef>
              <a:buFont typeface="Wingdings" panose="05000000000000000000" pitchFamily="2" charset="2"/>
              <a:buNone/>
              <a:defRPr sz="100" b="0" kern="1200">
                <a:noFill/>
                <a:latin typeface="+mn-lt"/>
                <a:ea typeface="+mn-ea"/>
                <a:cs typeface="+mn-cs"/>
              </a:defRPr>
            </a:lvl3pPr>
            <a:lvl4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4pPr>
            <a:lvl5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5pPr>
            <a:lvl6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6pPr>
            <a:lvl7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7pPr>
            <a:lvl8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8pPr>
            <a:lvl9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9pPr>
          </a:lstStyle>
          <a:p>
            <a:r>
              <a:rPr lang="en-US"/>
              <a:t> </a:t>
            </a:r>
            <a:endParaRPr lang="en-GB" dirty="0"/>
          </a:p>
        </p:txBody>
      </p:sp>
    </p:spTree>
    <p:extLst>
      <p:ext uri="{BB962C8B-B14F-4D97-AF65-F5344CB8AC3E}">
        <p14:creationId xmlns:p14="http://schemas.microsoft.com/office/powerpoint/2010/main" val="3637349657"/>
      </p:ext>
    </p:extLst>
  </p:cSld>
  <p:clrMap bg1="lt1" tx1="dk1" bg2="lt2" tx2="dk2" accent1="accent1" accent2="accent2" accent3="accent3" accent4="accent4" accent5="accent5" accent6="accent6" hlink="hlink" folHlink="folHlink"/>
  <p:hf hdr="0" dt="0"/>
  <p:notesStyle>
    <a:lvl1pPr marL="0" algn="l" defTabSz="914400" rtl="0" eaLnBrk="1" latinLnBrk="0" hangingPunct="1">
      <a:spcBef>
        <a:spcPts val="1000"/>
      </a:spcBef>
      <a:defRPr sz="1200" b="1" kern="1200">
        <a:solidFill>
          <a:schemeClr val="tx1"/>
        </a:solidFill>
        <a:latin typeface="+mn-lt"/>
        <a:ea typeface="+mn-ea"/>
        <a:cs typeface="+mn-cs"/>
      </a:defRPr>
    </a:lvl1pPr>
    <a:lvl2pPr marL="0" indent="0" algn="l" defTabSz="914400" rtl="0" eaLnBrk="1" latinLnBrk="0" hangingPunct="1">
      <a:spcBef>
        <a:spcPts val="400"/>
      </a:spcBef>
      <a:defRPr sz="1200" kern="1200">
        <a:solidFill>
          <a:schemeClr val="tx1"/>
        </a:solidFill>
        <a:latin typeface="+mn-lt"/>
        <a:ea typeface="+mn-ea"/>
        <a:cs typeface="+mn-cs"/>
      </a:defRPr>
    </a:lvl2pPr>
    <a:lvl3pPr marL="144000" indent="-144000" algn="l" defTabSz="914400" rtl="0" eaLnBrk="1" latinLnBrk="0" hangingPunct="1">
      <a:spcBef>
        <a:spcPts val="400"/>
      </a:spcBef>
      <a:buFont typeface="Wingdings" panose="05000000000000000000" pitchFamily="2" charset="2"/>
      <a:buChar char="§"/>
      <a:defRPr sz="1200" kern="1200">
        <a:solidFill>
          <a:schemeClr val="tx1"/>
        </a:solidFill>
        <a:latin typeface="+mn-lt"/>
        <a:ea typeface="+mn-ea"/>
        <a:cs typeface="+mn-cs"/>
      </a:defRPr>
    </a:lvl3pPr>
    <a:lvl4pPr marL="288000" indent="-144000" algn="l" defTabSz="914400" rtl="0" eaLnBrk="1" latinLnBrk="0" hangingPunct="1">
      <a:spcBef>
        <a:spcPts val="200"/>
      </a:spcBef>
      <a:buFont typeface="Symbol" panose="05050102010706020507" pitchFamily="18" charset="2"/>
      <a:buChar char="-"/>
      <a:defRPr sz="1200" kern="1200">
        <a:solidFill>
          <a:schemeClr val="tx1"/>
        </a:solidFill>
        <a:latin typeface="+mn-lt"/>
        <a:ea typeface="+mn-ea"/>
        <a:cs typeface="+mn-cs"/>
      </a:defRPr>
    </a:lvl4pPr>
    <a:lvl5pPr marL="288000" indent="-144000" algn="l" defTabSz="914400" rtl="0" eaLnBrk="1" latinLnBrk="0" hangingPunct="1">
      <a:spcBef>
        <a:spcPts val="200"/>
      </a:spcBef>
      <a:buFont typeface="Symbol" panose="05050102010706020507" pitchFamily="18" charset="2"/>
      <a:buChar char="-"/>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Footer Placeholder 3"/>
          <p:cNvSpPr>
            <a:spLocks noGrp="1"/>
          </p:cNvSpPr>
          <p:nvPr>
            <p:ph type="ftr" sz="quarter" idx="4"/>
          </p:nvPr>
        </p:nvSpPr>
        <p:spPr/>
        <p:txBody>
          <a:bodyPr/>
          <a:lstStyle/>
          <a:p>
            <a:r>
              <a:rPr lang="de-DE" noProof="0"/>
              <a:t>Hier steht der übergeordnete Präsentationstitel (Einfügen → Kopf- und Fußzeile)</a:t>
            </a:r>
            <a:endParaRPr lang="de-DE" noProof="0" dirty="0"/>
          </a:p>
        </p:txBody>
      </p:sp>
      <p:sp>
        <p:nvSpPr>
          <p:cNvPr id="5" name="Slide Number Placeholder 4"/>
          <p:cNvSpPr>
            <a:spLocks noGrp="1"/>
          </p:cNvSpPr>
          <p:nvPr>
            <p:ph type="sldNum" sz="quarter" idx="5"/>
          </p:nvPr>
        </p:nvSpPr>
        <p:spPr/>
        <p:txBody>
          <a:bodyPr/>
          <a:lstStyle/>
          <a:p>
            <a:fld id="{8F1D586D-4024-4137-B34B-BAA8F76C4486}" type="slidenum">
              <a:rPr lang="de-DE" noProof="0" smtClean="0"/>
              <a:pPr/>
              <a:t>1</a:t>
            </a:fld>
            <a:endParaRPr lang="de-DE" noProof="0" dirty="0"/>
          </a:p>
        </p:txBody>
      </p:sp>
    </p:spTree>
    <p:extLst>
      <p:ext uri="{BB962C8B-B14F-4D97-AF65-F5344CB8AC3E}">
        <p14:creationId xmlns:p14="http://schemas.microsoft.com/office/powerpoint/2010/main" val="18950824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I am </a:t>
            </a:r>
            <a:r>
              <a:rPr lang="de-DE" dirty="0" err="1"/>
              <a:t>sure</a:t>
            </a:r>
            <a:r>
              <a:rPr lang="de-DE" dirty="0"/>
              <a:t> </a:t>
            </a:r>
            <a:r>
              <a:rPr lang="de-DE" dirty="0" err="1"/>
              <a:t>you</a:t>
            </a:r>
            <a:r>
              <a:rPr lang="de-DE" dirty="0"/>
              <a:t> will </a:t>
            </a:r>
            <a:r>
              <a:rPr lang="de-DE" dirty="0" err="1"/>
              <a:t>have</a:t>
            </a:r>
            <a:r>
              <a:rPr lang="de-DE" dirty="0"/>
              <a:t> a </a:t>
            </a:r>
            <a:r>
              <a:rPr lang="de-DE" dirty="0" err="1"/>
              <a:t>lot</a:t>
            </a:r>
            <a:r>
              <a:rPr lang="de-DE" dirty="0"/>
              <a:t> </a:t>
            </a:r>
            <a:r>
              <a:rPr lang="de-DE" dirty="0" err="1"/>
              <a:t>of</a:t>
            </a:r>
            <a:r>
              <a:rPr lang="de-DE" dirty="0"/>
              <a:t> </a:t>
            </a:r>
            <a:r>
              <a:rPr lang="de-DE" dirty="0" err="1"/>
              <a:t>questions</a:t>
            </a:r>
            <a:r>
              <a:rPr lang="de-DE" dirty="0"/>
              <a:t> </a:t>
            </a:r>
            <a:r>
              <a:rPr lang="de-DE" dirty="0" err="1"/>
              <a:t>during</a:t>
            </a:r>
            <a:r>
              <a:rPr lang="de-DE" dirty="0"/>
              <a:t> </a:t>
            </a:r>
            <a:r>
              <a:rPr lang="de-DE" dirty="0" err="1"/>
              <a:t>our</a:t>
            </a:r>
            <a:r>
              <a:rPr lang="de-DE" dirty="0"/>
              <a:t> </a:t>
            </a:r>
            <a:r>
              <a:rPr lang="de-DE" dirty="0" err="1"/>
              <a:t>presentation</a:t>
            </a:r>
            <a:r>
              <a:rPr lang="de-DE" dirty="0"/>
              <a:t>, but </a:t>
            </a:r>
            <a:r>
              <a:rPr lang="de-DE" dirty="0" err="1"/>
              <a:t>because</a:t>
            </a:r>
            <a:r>
              <a:rPr lang="de-DE" dirty="0"/>
              <a:t> </a:t>
            </a:r>
            <a:r>
              <a:rPr lang="de-DE" dirty="0" err="1"/>
              <a:t>we</a:t>
            </a:r>
            <a:r>
              <a:rPr lang="de-DE" dirty="0"/>
              <a:t> do not </a:t>
            </a:r>
            <a:r>
              <a:rPr lang="de-DE" dirty="0" err="1"/>
              <a:t>have</a:t>
            </a:r>
            <a:r>
              <a:rPr lang="de-DE" dirty="0"/>
              <a:t> </a:t>
            </a:r>
            <a:r>
              <a:rPr lang="de-DE" dirty="0" err="1"/>
              <a:t>too</a:t>
            </a:r>
            <a:r>
              <a:rPr lang="de-DE" dirty="0"/>
              <a:t> </a:t>
            </a:r>
            <a:r>
              <a:rPr lang="de-DE" dirty="0" err="1"/>
              <a:t>much</a:t>
            </a:r>
            <a:r>
              <a:rPr lang="de-DE" dirty="0"/>
              <a:t> time, </a:t>
            </a:r>
          </a:p>
          <a:p>
            <a:r>
              <a:rPr lang="de-DE" dirty="0"/>
              <a:t>And I will </a:t>
            </a:r>
            <a:r>
              <a:rPr lang="de-DE" dirty="0" err="1"/>
              <a:t>leave</a:t>
            </a:r>
            <a:r>
              <a:rPr lang="de-DE" dirty="0"/>
              <a:t> </a:t>
            </a:r>
            <a:r>
              <a:rPr lang="de-DE" dirty="0" err="1"/>
              <a:t>several</a:t>
            </a:r>
            <a:r>
              <a:rPr lang="de-DE" dirty="0"/>
              <a:t> </a:t>
            </a:r>
            <a:r>
              <a:rPr lang="de-DE" dirty="0" err="1"/>
              <a:t>minutes</a:t>
            </a:r>
            <a:r>
              <a:rPr lang="de-DE" dirty="0"/>
              <a:t> </a:t>
            </a:r>
            <a:r>
              <a:rPr lang="de-DE" dirty="0" err="1"/>
              <a:t>to</a:t>
            </a:r>
            <a:r>
              <a:rPr lang="de-DE" dirty="0"/>
              <a:t> </a:t>
            </a:r>
            <a:r>
              <a:rPr lang="de-DE" dirty="0" err="1"/>
              <a:t>discussion</a:t>
            </a:r>
            <a:r>
              <a:rPr lang="de-DE" dirty="0"/>
              <a:t> at </a:t>
            </a:r>
            <a:r>
              <a:rPr lang="de-DE" dirty="0" err="1"/>
              <a:t>the</a:t>
            </a:r>
            <a:r>
              <a:rPr lang="de-DE" dirty="0"/>
              <a:t> end </a:t>
            </a:r>
          </a:p>
          <a:p>
            <a:r>
              <a:rPr lang="de-DE" dirty="0" err="1"/>
              <a:t>We</a:t>
            </a:r>
            <a:r>
              <a:rPr lang="de-DE" dirty="0"/>
              <a:t> also </a:t>
            </a:r>
            <a:r>
              <a:rPr lang="de-DE" dirty="0" err="1"/>
              <a:t>could</a:t>
            </a:r>
            <a:r>
              <a:rPr lang="de-DE" dirty="0"/>
              <a:t> </a:t>
            </a:r>
            <a:r>
              <a:rPr lang="de-DE" dirty="0" err="1"/>
              <a:t>discussion</a:t>
            </a:r>
            <a:r>
              <a:rPr lang="de-DE" dirty="0"/>
              <a:t> </a:t>
            </a:r>
            <a:r>
              <a:rPr lang="de-DE" dirty="0" err="1"/>
              <a:t>later</a:t>
            </a:r>
            <a:r>
              <a:rPr lang="de-DE" dirty="0"/>
              <a:t> at </a:t>
            </a:r>
            <a:r>
              <a:rPr lang="de-DE" dirty="0" err="1"/>
              <a:t>any</a:t>
            </a:r>
            <a:r>
              <a:rPr lang="de-DE" dirty="0"/>
              <a:t> time</a:t>
            </a:r>
          </a:p>
          <a:p>
            <a:r>
              <a:rPr lang="de-DE" dirty="0" err="1"/>
              <a:t>Then</a:t>
            </a:r>
            <a:r>
              <a:rPr lang="de-DE" dirty="0"/>
              <a:t> </a:t>
            </a:r>
            <a:r>
              <a:rPr lang="de-DE" dirty="0" err="1"/>
              <a:t>Please</a:t>
            </a:r>
            <a:r>
              <a:rPr lang="de-DE" dirty="0"/>
              <a:t> do not </a:t>
            </a:r>
            <a:r>
              <a:rPr lang="de-DE" dirty="0" err="1"/>
              <a:t>interupt</a:t>
            </a:r>
            <a:r>
              <a:rPr lang="de-DE" dirty="0"/>
              <a:t> </a:t>
            </a:r>
            <a:r>
              <a:rPr lang="de-DE" dirty="0" err="1"/>
              <a:t>me</a:t>
            </a:r>
            <a:r>
              <a:rPr lang="de-DE" dirty="0"/>
              <a:t> </a:t>
            </a:r>
            <a:r>
              <a:rPr lang="de-DE" dirty="0" err="1"/>
              <a:t>during</a:t>
            </a:r>
            <a:r>
              <a:rPr lang="de-DE" dirty="0"/>
              <a:t> </a:t>
            </a:r>
            <a:r>
              <a:rPr lang="de-DE" dirty="0" err="1"/>
              <a:t>presentation</a:t>
            </a:r>
            <a:r>
              <a:rPr lang="de-DE" dirty="0"/>
              <a:t>, </a:t>
            </a:r>
            <a:r>
              <a:rPr lang="de-DE" dirty="0" err="1"/>
              <a:t>Thanks</a:t>
            </a:r>
            <a:r>
              <a:rPr lang="de-DE" dirty="0"/>
              <a:t> !</a:t>
            </a:r>
            <a:endParaRPr lang="en-GB" dirty="0"/>
          </a:p>
        </p:txBody>
      </p:sp>
      <p:sp>
        <p:nvSpPr>
          <p:cNvPr id="4" name="Footer Placeholder 3"/>
          <p:cNvSpPr>
            <a:spLocks noGrp="1"/>
          </p:cNvSpPr>
          <p:nvPr>
            <p:ph type="ftr" sz="quarter" idx="4"/>
          </p:nvPr>
        </p:nvSpPr>
        <p:spPr/>
        <p:txBody>
          <a:bodyPr/>
          <a:lstStyle/>
          <a:p>
            <a:r>
              <a:rPr lang="de-DE" noProof="0"/>
              <a:t>Hier steht der übergeordnete Präsentationstitel (Einfügen → Kopf- und Fußzeile)</a:t>
            </a:r>
            <a:endParaRPr lang="de-DE" noProof="0" dirty="0"/>
          </a:p>
        </p:txBody>
      </p:sp>
      <p:sp>
        <p:nvSpPr>
          <p:cNvPr id="5" name="Slide Number Placeholder 4"/>
          <p:cNvSpPr>
            <a:spLocks noGrp="1"/>
          </p:cNvSpPr>
          <p:nvPr>
            <p:ph type="sldNum" sz="quarter" idx="5"/>
          </p:nvPr>
        </p:nvSpPr>
        <p:spPr/>
        <p:txBody>
          <a:bodyPr/>
          <a:lstStyle/>
          <a:p>
            <a:fld id="{8F1D586D-4024-4137-B34B-BAA8F76C4486}" type="slidenum">
              <a:rPr lang="de-DE" noProof="0" smtClean="0"/>
              <a:pPr/>
              <a:t>2</a:t>
            </a:fld>
            <a:endParaRPr lang="de-DE" noProof="0" dirty="0"/>
          </a:p>
        </p:txBody>
      </p:sp>
    </p:spTree>
    <p:extLst>
      <p:ext uri="{BB962C8B-B14F-4D97-AF65-F5344CB8AC3E}">
        <p14:creationId xmlns:p14="http://schemas.microsoft.com/office/powerpoint/2010/main" val="9863997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Footer Placeholder 3"/>
          <p:cNvSpPr>
            <a:spLocks noGrp="1"/>
          </p:cNvSpPr>
          <p:nvPr>
            <p:ph type="ftr" sz="quarter" idx="4"/>
          </p:nvPr>
        </p:nvSpPr>
        <p:spPr/>
        <p:txBody>
          <a:bodyPr/>
          <a:lstStyle/>
          <a:p>
            <a:r>
              <a:rPr lang="de-DE" noProof="0"/>
              <a:t>Hier steht der übergeordnete Präsentationstitel (Einfügen → Kopf- und Fußzeile)</a:t>
            </a:r>
            <a:endParaRPr lang="de-DE" noProof="0" dirty="0"/>
          </a:p>
        </p:txBody>
      </p:sp>
      <p:sp>
        <p:nvSpPr>
          <p:cNvPr id="5" name="Slide Number Placeholder 4"/>
          <p:cNvSpPr>
            <a:spLocks noGrp="1"/>
          </p:cNvSpPr>
          <p:nvPr>
            <p:ph type="sldNum" sz="quarter" idx="5"/>
          </p:nvPr>
        </p:nvSpPr>
        <p:spPr/>
        <p:txBody>
          <a:bodyPr/>
          <a:lstStyle/>
          <a:p>
            <a:fld id="{8F1D586D-4024-4137-B34B-BAA8F76C4486}" type="slidenum">
              <a:rPr lang="de-DE" noProof="0" smtClean="0"/>
              <a:pPr/>
              <a:t>3</a:t>
            </a:fld>
            <a:endParaRPr lang="de-DE" noProof="0" dirty="0"/>
          </a:p>
        </p:txBody>
      </p:sp>
    </p:spTree>
    <p:extLst>
      <p:ext uri="{BB962C8B-B14F-4D97-AF65-F5344CB8AC3E}">
        <p14:creationId xmlns:p14="http://schemas.microsoft.com/office/powerpoint/2010/main" val="19984139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C8167-1AA0-3460-CCDF-EBF266FA81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48482F-8307-94F8-1B2B-A9361B64D3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F46409-D0E6-1964-4FDE-9735A097161C}"/>
              </a:ext>
            </a:extLst>
          </p:cNvPr>
          <p:cNvSpPr>
            <a:spLocks noGrp="1"/>
          </p:cNvSpPr>
          <p:nvPr>
            <p:ph type="body" idx="1"/>
          </p:nvPr>
        </p:nvSpPr>
        <p:spPr/>
        <p:txBody>
          <a:bodyPr/>
          <a:lstStyle/>
          <a:p>
            <a:endParaRPr lang="en-GB" dirty="0"/>
          </a:p>
        </p:txBody>
      </p:sp>
      <p:sp>
        <p:nvSpPr>
          <p:cNvPr id="4" name="Footer Placeholder 3">
            <a:extLst>
              <a:ext uri="{FF2B5EF4-FFF2-40B4-BE49-F238E27FC236}">
                <a16:creationId xmlns:a16="http://schemas.microsoft.com/office/drawing/2014/main" id="{A86FE114-F3B8-B410-7126-ADCAC4E9EC39}"/>
              </a:ext>
            </a:extLst>
          </p:cNvPr>
          <p:cNvSpPr>
            <a:spLocks noGrp="1"/>
          </p:cNvSpPr>
          <p:nvPr>
            <p:ph type="ftr" sz="quarter" idx="4"/>
          </p:nvPr>
        </p:nvSpPr>
        <p:spPr/>
        <p:txBody>
          <a:bodyPr/>
          <a:lstStyle/>
          <a:p>
            <a:r>
              <a:rPr lang="de-DE" noProof="0"/>
              <a:t>Hier steht der übergeordnete Präsentationstitel (Einfügen → Kopf- und Fußzeile)</a:t>
            </a:r>
            <a:endParaRPr lang="de-DE" noProof="0" dirty="0"/>
          </a:p>
        </p:txBody>
      </p:sp>
      <p:sp>
        <p:nvSpPr>
          <p:cNvPr id="5" name="Slide Number Placeholder 4">
            <a:extLst>
              <a:ext uri="{FF2B5EF4-FFF2-40B4-BE49-F238E27FC236}">
                <a16:creationId xmlns:a16="http://schemas.microsoft.com/office/drawing/2014/main" id="{7AD26E92-C118-2F87-AFDA-BDC86B9DD141}"/>
              </a:ext>
            </a:extLst>
          </p:cNvPr>
          <p:cNvSpPr>
            <a:spLocks noGrp="1"/>
          </p:cNvSpPr>
          <p:nvPr>
            <p:ph type="sldNum" sz="quarter" idx="5"/>
          </p:nvPr>
        </p:nvSpPr>
        <p:spPr/>
        <p:txBody>
          <a:bodyPr/>
          <a:lstStyle/>
          <a:p>
            <a:fld id="{8F1D586D-4024-4137-B34B-BAA8F76C4486}" type="slidenum">
              <a:rPr lang="de-DE" noProof="0" smtClean="0"/>
              <a:pPr/>
              <a:t>4</a:t>
            </a:fld>
            <a:endParaRPr lang="de-DE" noProof="0" dirty="0"/>
          </a:p>
        </p:txBody>
      </p:sp>
    </p:spTree>
    <p:extLst>
      <p:ext uri="{BB962C8B-B14F-4D97-AF65-F5344CB8AC3E}">
        <p14:creationId xmlns:p14="http://schemas.microsoft.com/office/powerpoint/2010/main" val="13876474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Footer Placeholder 3"/>
          <p:cNvSpPr>
            <a:spLocks noGrp="1"/>
          </p:cNvSpPr>
          <p:nvPr>
            <p:ph type="ftr" sz="quarter" idx="4"/>
          </p:nvPr>
        </p:nvSpPr>
        <p:spPr/>
        <p:txBody>
          <a:bodyPr/>
          <a:lstStyle/>
          <a:p>
            <a:r>
              <a:rPr lang="de-DE" noProof="0"/>
              <a:t>Hier steht der übergeordnete Präsentationstitel (Einfügen → Kopf- und Fußzeile)</a:t>
            </a:r>
            <a:endParaRPr lang="de-DE" noProof="0" dirty="0"/>
          </a:p>
        </p:txBody>
      </p:sp>
      <p:sp>
        <p:nvSpPr>
          <p:cNvPr id="5" name="Slide Number Placeholder 4"/>
          <p:cNvSpPr>
            <a:spLocks noGrp="1"/>
          </p:cNvSpPr>
          <p:nvPr>
            <p:ph type="sldNum" sz="quarter" idx="5"/>
          </p:nvPr>
        </p:nvSpPr>
        <p:spPr/>
        <p:txBody>
          <a:bodyPr/>
          <a:lstStyle/>
          <a:p>
            <a:fld id="{8F1D586D-4024-4137-B34B-BAA8F76C4486}" type="slidenum">
              <a:rPr lang="de-DE" noProof="0" smtClean="0"/>
              <a:pPr/>
              <a:t>27</a:t>
            </a:fld>
            <a:endParaRPr lang="de-DE" noProof="0" dirty="0"/>
          </a:p>
        </p:txBody>
      </p:sp>
    </p:spTree>
    <p:extLst>
      <p:ext uri="{BB962C8B-B14F-4D97-AF65-F5344CB8AC3E}">
        <p14:creationId xmlns:p14="http://schemas.microsoft.com/office/powerpoint/2010/main" val="22156252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Footer Placeholder 3"/>
          <p:cNvSpPr>
            <a:spLocks noGrp="1"/>
          </p:cNvSpPr>
          <p:nvPr>
            <p:ph type="ftr" sz="quarter" idx="4"/>
          </p:nvPr>
        </p:nvSpPr>
        <p:spPr/>
        <p:txBody>
          <a:bodyPr/>
          <a:lstStyle/>
          <a:p>
            <a:r>
              <a:rPr lang="de-DE" noProof="0"/>
              <a:t>Hier steht der übergeordnete Präsentationstitel (Einfügen → Kopf- und Fußzeile)</a:t>
            </a:r>
            <a:endParaRPr lang="de-DE" noProof="0" dirty="0"/>
          </a:p>
        </p:txBody>
      </p:sp>
      <p:sp>
        <p:nvSpPr>
          <p:cNvPr id="5" name="Slide Number Placeholder 4"/>
          <p:cNvSpPr>
            <a:spLocks noGrp="1"/>
          </p:cNvSpPr>
          <p:nvPr>
            <p:ph type="sldNum" sz="quarter" idx="5"/>
          </p:nvPr>
        </p:nvSpPr>
        <p:spPr/>
        <p:txBody>
          <a:bodyPr/>
          <a:lstStyle/>
          <a:p>
            <a:fld id="{8F1D586D-4024-4137-B34B-BAA8F76C4486}" type="slidenum">
              <a:rPr lang="de-DE" noProof="0" smtClean="0"/>
              <a:pPr/>
              <a:t>29</a:t>
            </a:fld>
            <a:endParaRPr lang="de-DE" noProof="0" dirty="0"/>
          </a:p>
        </p:txBody>
      </p:sp>
    </p:spTree>
    <p:extLst>
      <p:ext uri="{BB962C8B-B14F-4D97-AF65-F5344CB8AC3E}">
        <p14:creationId xmlns:p14="http://schemas.microsoft.com/office/powerpoint/2010/main" val="41759956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95EEF29-61D7-4CC3-BA84-2EEDD055B617}" type="slidenum">
              <a:rPr lang="en-GB" smtClean="0"/>
              <a:t>36</a:t>
            </a:fld>
            <a:endParaRPr lang="en-GB"/>
          </a:p>
        </p:txBody>
      </p:sp>
    </p:spTree>
    <p:extLst>
      <p:ext uri="{BB962C8B-B14F-4D97-AF65-F5344CB8AC3E}">
        <p14:creationId xmlns:p14="http://schemas.microsoft.com/office/powerpoint/2010/main" val="216363403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5" Type="http://schemas.openxmlformats.org/officeDocument/2006/relationships/image" Target="../media/image2.emf"/><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5.xml"/><Relationship Id="rId5" Type="http://schemas.openxmlformats.org/officeDocument/2006/relationships/image" Target="../media/image2.emf"/><Relationship Id="rId4" Type="http://schemas.openxmlformats.org/officeDocument/2006/relationships/image" Target="../media/image1.emf"/></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7.xml"/><Relationship Id="rId5" Type="http://schemas.openxmlformats.org/officeDocument/2006/relationships/image" Target="../media/image2.emf"/><Relationship Id="rId4" Type="http://schemas.openxmlformats.org/officeDocument/2006/relationships/image" Target="../media/image1.emf"/></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 Titelfolie mit Bild (rechts)">
    <p:spTree>
      <p:nvGrpSpPr>
        <p:cNvPr id="1" name=""/>
        <p:cNvGrpSpPr/>
        <p:nvPr/>
      </p:nvGrpSpPr>
      <p:grpSpPr>
        <a:xfrm>
          <a:off x="0" y="0"/>
          <a:ext cx="0" cy="0"/>
          <a:chOff x="0" y="0"/>
          <a:chExt cx="0" cy="0"/>
        </a:xfrm>
      </p:grpSpPr>
      <p:sp>
        <p:nvSpPr>
          <p:cNvPr id="18" name="Picture Placeholder 17">
            <a:extLst>
              <a:ext uri="{FF2B5EF4-FFF2-40B4-BE49-F238E27FC236}">
                <a16:creationId xmlns:a16="http://schemas.microsoft.com/office/drawing/2014/main" id="{76153363-F52B-ABF7-F309-43F354439053}"/>
              </a:ext>
            </a:extLst>
          </p:cNvPr>
          <p:cNvSpPr>
            <a:spLocks noGrp="1"/>
          </p:cNvSpPr>
          <p:nvPr>
            <p:ph type="pic" sz="quarter" idx="13"/>
          </p:nvPr>
        </p:nvSpPr>
        <p:spPr bwMode="gray">
          <a:xfrm>
            <a:off x="7860564" y="2526561"/>
            <a:ext cx="4331436" cy="4331439"/>
          </a:xfrm>
        </p:spPr>
        <p:txBody>
          <a:bodyPr tIns="648000" anchor="ctr"/>
          <a:lstStyle>
            <a:lvl1pPr algn="ctr">
              <a:spcBef>
                <a:spcPts val="0"/>
              </a:spcBef>
              <a:defRPr sz="1600" b="0"/>
            </a:lvl1pPr>
          </a:lstStyle>
          <a:p>
            <a:r>
              <a:rPr lang="en-US" noProof="0"/>
              <a:t>Click icon to add picture</a:t>
            </a:r>
            <a:endParaRPr lang="de-DE" noProof="0" dirty="0"/>
          </a:p>
        </p:txBody>
      </p:sp>
      <p:grpSp>
        <p:nvGrpSpPr>
          <p:cNvPr id="5" name="Group 4">
            <a:extLst>
              <a:ext uri="{FF2B5EF4-FFF2-40B4-BE49-F238E27FC236}">
                <a16:creationId xmlns:a16="http://schemas.microsoft.com/office/drawing/2014/main" id="{FBFA4B1D-AF50-2FD8-251C-D9725F8EFE94}"/>
              </a:ext>
            </a:extLst>
          </p:cNvPr>
          <p:cNvGrpSpPr>
            <a:grpSpLocks noChangeAspect="1"/>
          </p:cNvGrpSpPr>
          <p:nvPr userDrawn="1"/>
        </p:nvGrpSpPr>
        <p:grpSpPr bwMode="ltGray">
          <a:xfrm>
            <a:off x="6566754" y="1232756"/>
            <a:ext cx="5625248" cy="5625246"/>
            <a:chOff x="5118212" y="1097010"/>
            <a:chExt cx="3600003" cy="3600000"/>
          </a:xfrm>
          <a:solidFill>
            <a:schemeClr val="tx1"/>
          </a:solidFill>
        </p:grpSpPr>
        <p:sp>
          <p:nvSpPr>
            <p:cNvPr id="6" name="Rectangle 5">
              <a:extLst>
                <a:ext uri="{FF2B5EF4-FFF2-40B4-BE49-F238E27FC236}">
                  <a16:creationId xmlns:a16="http://schemas.microsoft.com/office/drawing/2014/main" id="{0BFC2907-1941-53AF-B77F-1515A57E17DA}"/>
                </a:ext>
              </a:extLst>
            </p:cNvPr>
            <p:cNvSpPr>
              <a:spLocks noChangeAspect="1"/>
            </p:cNvSpPr>
            <p:nvPr userDrawn="1"/>
          </p:nvSpPr>
          <p:spPr bwMode="ltGray">
            <a:xfrm>
              <a:off x="5946214" y="1097010"/>
              <a:ext cx="2772001" cy="82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7" name="Rectangle 6">
              <a:extLst>
                <a:ext uri="{FF2B5EF4-FFF2-40B4-BE49-F238E27FC236}">
                  <a16:creationId xmlns:a16="http://schemas.microsoft.com/office/drawing/2014/main" id="{149B23BE-2B74-8159-0AFD-58AAE589A892}"/>
                </a:ext>
              </a:extLst>
            </p:cNvPr>
            <p:cNvSpPr>
              <a:spLocks noChangeAspect="1"/>
            </p:cNvSpPr>
            <p:nvPr userDrawn="1"/>
          </p:nvSpPr>
          <p:spPr bwMode="ltGray">
            <a:xfrm>
              <a:off x="5118212" y="1925010"/>
              <a:ext cx="828000" cy="277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sp>
        <p:nvSpPr>
          <p:cNvPr id="2" name="Title 1">
            <a:extLst>
              <a:ext uri="{FF2B5EF4-FFF2-40B4-BE49-F238E27FC236}">
                <a16:creationId xmlns:a16="http://schemas.microsoft.com/office/drawing/2014/main" id="{BAA0C89F-FE1C-2FFA-0443-6E71E0677E6A}"/>
              </a:ext>
            </a:extLst>
          </p:cNvPr>
          <p:cNvSpPr>
            <a:spLocks noGrp="1"/>
          </p:cNvSpPr>
          <p:nvPr>
            <p:ph type="title" hasCustomPrompt="1"/>
          </p:nvPr>
        </p:nvSpPr>
        <p:spPr bwMode="gray">
          <a:xfrm>
            <a:off x="407368" y="1733500"/>
            <a:ext cx="5472000" cy="1994392"/>
          </a:xfrm>
        </p:spPr>
        <p:txBody>
          <a:bodyPr anchor="b"/>
          <a:lstStyle>
            <a:lvl1pPr>
              <a:defRPr sz="4800"/>
            </a:lvl1pPr>
          </a:lstStyle>
          <a:p>
            <a:r>
              <a:rPr lang="de-DE" noProof="0"/>
              <a:t>Präsentationstitel durch Klicken bearbeiten</a:t>
            </a:r>
            <a:endParaRPr lang="de-DE" noProof="0" dirty="0"/>
          </a:p>
        </p:txBody>
      </p:sp>
      <p:sp>
        <p:nvSpPr>
          <p:cNvPr id="11" name="Text Placeholder 10">
            <a:extLst>
              <a:ext uri="{FF2B5EF4-FFF2-40B4-BE49-F238E27FC236}">
                <a16:creationId xmlns:a16="http://schemas.microsoft.com/office/drawing/2014/main" id="{AEBD709B-DFE5-5A5D-6A5C-7022BC395B26}"/>
              </a:ext>
            </a:extLst>
          </p:cNvPr>
          <p:cNvSpPr>
            <a:spLocks noGrp="1"/>
          </p:cNvSpPr>
          <p:nvPr>
            <p:ph type="body" sz="quarter" idx="10" hasCustomPrompt="1"/>
          </p:nvPr>
        </p:nvSpPr>
        <p:spPr bwMode="gray">
          <a:xfrm>
            <a:off x="407368" y="3930653"/>
            <a:ext cx="5472000" cy="307777"/>
          </a:xfrm>
        </p:spPr>
        <p:txBody>
          <a:bodyPr wrap="square">
            <a:spAutoFit/>
          </a:bodyPr>
          <a:lstStyle>
            <a:lvl1pPr marL="0" indent="0">
              <a:spcBef>
                <a:spcPts val="0"/>
              </a:spcBef>
              <a:buFont typeface="Skeena" panose="020B0604020202020204" pitchFamily="34" charset="0"/>
              <a:buNone/>
              <a:defRPr sz="2000" b="0">
                <a:solidFill>
                  <a:schemeClr val="tx1"/>
                </a:solidFill>
              </a:defRPr>
            </a:lvl1pPr>
            <a:lvl2pPr marL="0" indent="0">
              <a:spcBef>
                <a:spcPts val="0"/>
              </a:spcBef>
              <a:buFont typeface="Skeena" panose="020B0604020202020204" pitchFamily="34" charset="0"/>
              <a:buNone/>
              <a:defRPr sz="2000" b="0">
                <a:solidFill>
                  <a:schemeClr val="tx1"/>
                </a:solidFill>
              </a:defRPr>
            </a:lvl2pPr>
            <a:lvl3pPr marL="0" indent="0">
              <a:spcBef>
                <a:spcPts val="0"/>
              </a:spcBef>
              <a:buNone/>
              <a:defRPr sz="2000" b="0">
                <a:solidFill>
                  <a:schemeClr val="tx1"/>
                </a:solidFill>
              </a:defRPr>
            </a:lvl3pPr>
            <a:lvl4pPr marL="0" indent="0">
              <a:spcBef>
                <a:spcPts val="0"/>
              </a:spcBef>
              <a:buNone/>
              <a:defRPr sz="2000" b="0">
                <a:solidFill>
                  <a:schemeClr val="tx1"/>
                </a:solidFill>
              </a:defRPr>
            </a:lvl4pPr>
            <a:lvl5pPr marL="0" indent="0">
              <a:spcBef>
                <a:spcPts val="0"/>
              </a:spcBef>
              <a:buNone/>
              <a:defRPr sz="2000" b="0">
                <a:solidFill>
                  <a:schemeClr val="tx1"/>
                </a:solidFill>
              </a:defRPr>
            </a:lvl5pPr>
            <a:lvl6pPr marL="0" indent="0">
              <a:spcBef>
                <a:spcPts val="0"/>
              </a:spcBef>
              <a:buNone/>
              <a:defRPr sz="2000" b="0">
                <a:solidFill>
                  <a:schemeClr val="tx1"/>
                </a:solidFill>
              </a:defRPr>
            </a:lvl6pPr>
            <a:lvl7pPr marL="0" indent="0">
              <a:spcBef>
                <a:spcPts val="0"/>
              </a:spcBef>
              <a:buNone/>
              <a:defRPr sz="2000" b="0">
                <a:solidFill>
                  <a:schemeClr val="tx1"/>
                </a:solidFill>
              </a:defRPr>
            </a:lvl7pPr>
            <a:lvl8pPr marL="0" indent="0">
              <a:spcBef>
                <a:spcPts val="0"/>
              </a:spcBef>
              <a:buNone/>
              <a:defRPr sz="2000" b="0">
                <a:solidFill>
                  <a:schemeClr val="tx1"/>
                </a:solidFill>
              </a:defRPr>
            </a:lvl8pPr>
            <a:lvl9pPr marL="0" indent="0">
              <a:spcBef>
                <a:spcPts val="0"/>
              </a:spcBef>
              <a:buNone/>
              <a:defRPr sz="2000" b="0">
                <a:solidFill>
                  <a:schemeClr val="tx1"/>
                </a:solidFill>
              </a:defRPr>
            </a:lvl9pPr>
          </a:lstStyle>
          <a:p>
            <a:pPr lvl="0"/>
            <a:r>
              <a:rPr lang="de-DE" noProof="0"/>
              <a:t>Untertitel durch Klicken bearbeiten</a:t>
            </a:r>
          </a:p>
        </p:txBody>
      </p:sp>
      <p:sp>
        <p:nvSpPr>
          <p:cNvPr id="12" name="Text Placeholder 10">
            <a:extLst>
              <a:ext uri="{FF2B5EF4-FFF2-40B4-BE49-F238E27FC236}">
                <a16:creationId xmlns:a16="http://schemas.microsoft.com/office/drawing/2014/main" id="{B672624F-E384-C13B-8F1E-772A7C9E7100}"/>
              </a:ext>
            </a:extLst>
          </p:cNvPr>
          <p:cNvSpPr>
            <a:spLocks noGrp="1"/>
          </p:cNvSpPr>
          <p:nvPr>
            <p:ph type="body" sz="quarter" idx="11" hasCustomPrompt="1"/>
          </p:nvPr>
        </p:nvSpPr>
        <p:spPr bwMode="gray">
          <a:xfrm>
            <a:off x="407368" y="6021868"/>
            <a:ext cx="5472000" cy="215444"/>
          </a:xfrm>
        </p:spPr>
        <p:txBody>
          <a:bodyPr wrap="square" anchor="b">
            <a:spAutoFit/>
          </a:bodyPr>
          <a:lstStyle>
            <a:lvl1pPr marL="0" indent="0">
              <a:spcBef>
                <a:spcPts val="0"/>
              </a:spcBef>
              <a:buFont typeface="Skeena" panose="020B0604020202020204" pitchFamily="34" charset="0"/>
              <a:buNone/>
              <a:defRPr sz="1400" b="0">
                <a:solidFill>
                  <a:schemeClr val="tx1"/>
                </a:solidFill>
              </a:defRPr>
            </a:lvl1pPr>
            <a:lvl2pPr marL="0" indent="0">
              <a:spcBef>
                <a:spcPts val="0"/>
              </a:spcBef>
              <a:buFont typeface="Skeena" panose="020B0604020202020204" pitchFamily="34" charset="0"/>
              <a:buNone/>
              <a:defRPr sz="1400" b="0">
                <a:solidFill>
                  <a:schemeClr val="tx1"/>
                </a:solidFill>
              </a:defRPr>
            </a:lvl2pPr>
            <a:lvl3pPr marL="0" indent="0">
              <a:spcBef>
                <a:spcPts val="0"/>
              </a:spcBef>
              <a:buNone/>
              <a:defRPr sz="1400" b="0">
                <a:solidFill>
                  <a:schemeClr val="tx1"/>
                </a:solidFill>
              </a:defRPr>
            </a:lvl3pPr>
            <a:lvl4pPr marL="0" indent="0">
              <a:spcBef>
                <a:spcPts val="0"/>
              </a:spcBef>
              <a:buNone/>
              <a:defRPr sz="1400" b="0">
                <a:solidFill>
                  <a:schemeClr val="tx1"/>
                </a:solidFill>
              </a:defRPr>
            </a:lvl4pPr>
            <a:lvl5pPr marL="0" indent="0">
              <a:spcBef>
                <a:spcPts val="0"/>
              </a:spcBef>
              <a:buNone/>
              <a:defRPr sz="1400" b="0">
                <a:solidFill>
                  <a:schemeClr val="tx1"/>
                </a:solidFill>
              </a:defRPr>
            </a:lvl5pPr>
            <a:lvl6pPr marL="0" indent="0">
              <a:spcBef>
                <a:spcPts val="0"/>
              </a:spcBef>
              <a:buNone/>
              <a:defRPr sz="1400" b="0">
                <a:solidFill>
                  <a:schemeClr val="tx1"/>
                </a:solidFill>
              </a:defRPr>
            </a:lvl6pPr>
            <a:lvl7pPr marL="0" indent="0">
              <a:spcBef>
                <a:spcPts val="0"/>
              </a:spcBef>
              <a:buNone/>
              <a:defRPr sz="1400" b="0">
                <a:solidFill>
                  <a:schemeClr val="tx1"/>
                </a:solidFill>
              </a:defRPr>
            </a:lvl7pPr>
            <a:lvl8pPr marL="0" indent="0">
              <a:spcBef>
                <a:spcPts val="0"/>
              </a:spcBef>
              <a:buNone/>
              <a:defRPr sz="1400" b="0">
                <a:solidFill>
                  <a:schemeClr val="tx1"/>
                </a:solidFill>
              </a:defRPr>
            </a:lvl8pPr>
            <a:lvl9pPr marL="0" indent="0">
              <a:spcBef>
                <a:spcPts val="0"/>
              </a:spcBef>
              <a:buNone/>
              <a:defRPr sz="1400" b="0">
                <a:solidFill>
                  <a:schemeClr val="tx1"/>
                </a:solidFill>
              </a:defRPr>
            </a:lvl9pPr>
          </a:lstStyle>
          <a:p>
            <a:pPr lvl="0"/>
            <a:r>
              <a:rPr lang="de-DE" noProof="0" dirty="0"/>
              <a:t>Vorname und Nachname des Redners  |  Ort  |  Datum bearbeiten</a:t>
            </a:r>
          </a:p>
        </p:txBody>
      </p:sp>
      <p:sp>
        <p:nvSpPr>
          <p:cNvPr id="17" name="Text Placeholder 10">
            <a:extLst>
              <a:ext uri="{FF2B5EF4-FFF2-40B4-BE49-F238E27FC236}">
                <a16:creationId xmlns:a16="http://schemas.microsoft.com/office/drawing/2014/main" id="{B903C819-2658-3903-A21C-0CB17FD3977E}"/>
              </a:ext>
            </a:extLst>
          </p:cNvPr>
          <p:cNvSpPr txBox="1">
            <a:spLocks/>
          </p:cNvSpPr>
          <p:nvPr userDrawn="1"/>
        </p:nvSpPr>
        <p:spPr bwMode="gray">
          <a:xfrm>
            <a:off x="9061233" y="316267"/>
            <a:ext cx="2723399" cy="306000"/>
          </a:xfrm>
          <a:prstGeom prst="rect">
            <a:avLst/>
          </a:prstGeom>
          <a:blipFill>
            <a:blip r:embed="rId2"/>
            <a:stretch>
              <a:fillRect/>
            </a:stretch>
          </a:blipFill>
        </p:spPr>
        <p:txBody>
          <a:bodyPr/>
          <a:lstStyle>
            <a:lvl1pPr marL="0" indent="0" algn="l" defTabSz="914400" rtl="0" eaLnBrk="1" latinLnBrk="0" hangingPunct="1">
              <a:lnSpc>
                <a:spcPct val="100000"/>
              </a:lnSpc>
              <a:spcBef>
                <a:spcPts val="0"/>
              </a:spcBef>
              <a:buFont typeface="Skeena" panose="020B0604020202020204" pitchFamily="34" charset="0"/>
              <a:buNone/>
              <a:defRPr sz="100" b="0" kern="1200">
                <a:noFill/>
                <a:latin typeface="+mn-lt"/>
                <a:ea typeface="+mn-ea"/>
                <a:cs typeface="+mn-cs"/>
              </a:defRPr>
            </a:lvl1pPr>
            <a:lvl2pPr marL="0" indent="0" algn="l" defTabSz="914400" rtl="0" eaLnBrk="1" latinLnBrk="0" hangingPunct="1">
              <a:lnSpc>
                <a:spcPct val="100000"/>
              </a:lnSpc>
              <a:spcBef>
                <a:spcPts val="0"/>
              </a:spcBef>
              <a:buFont typeface="Skeena" panose="020B0604020202020204" pitchFamily="34" charset="0"/>
              <a:buNone/>
              <a:defRPr sz="100" b="0" kern="1200">
                <a:noFill/>
                <a:latin typeface="+mn-lt"/>
                <a:ea typeface="+mn-ea"/>
                <a:cs typeface="+mn-cs"/>
              </a:defRPr>
            </a:lvl2pPr>
            <a:lvl3pPr marL="0" indent="0" algn="l" defTabSz="914400" rtl="0" eaLnBrk="1" latinLnBrk="0" hangingPunct="1">
              <a:lnSpc>
                <a:spcPct val="100000"/>
              </a:lnSpc>
              <a:spcBef>
                <a:spcPts val="0"/>
              </a:spcBef>
              <a:buFont typeface="Wingdings" panose="05000000000000000000" pitchFamily="2" charset="2"/>
              <a:buNone/>
              <a:defRPr sz="100" b="0" kern="1200">
                <a:noFill/>
                <a:latin typeface="+mn-lt"/>
                <a:ea typeface="+mn-ea"/>
                <a:cs typeface="+mn-cs"/>
              </a:defRPr>
            </a:lvl3pPr>
            <a:lvl4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4pPr>
            <a:lvl5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5pPr>
            <a:lvl6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6pPr>
            <a:lvl7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7pPr>
            <a:lvl8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8pPr>
            <a:lvl9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9pPr>
          </a:lstStyle>
          <a:p>
            <a:r>
              <a:rPr lang="de-DE" noProof="0"/>
              <a:t> </a:t>
            </a:r>
          </a:p>
        </p:txBody>
      </p:sp>
    </p:spTree>
    <p:extLst>
      <p:ext uri="{BB962C8B-B14F-4D97-AF65-F5344CB8AC3E}">
        <p14:creationId xmlns:p14="http://schemas.microsoft.com/office/powerpoint/2010/main" val="2909134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 Titelfolie ohne Bi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0C89F-FE1C-2FFA-0443-6E71E0677E6A}"/>
              </a:ext>
            </a:extLst>
          </p:cNvPr>
          <p:cNvSpPr>
            <a:spLocks noGrp="1"/>
          </p:cNvSpPr>
          <p:nvPr>
            <p:ph type="title" hasCustomPrompt="1"/>
          </p:nvPr>
        </p:nvSpPr>
        <p:spPr bwMode="gray">
          <a:xfrm>
            <a:off x="407368" y="1733500"/>
            <a:ext cx="5472000" cy="1994392"/>
          </a:xfrm>
        </p:spPr>
        <p:txBody>
          <a:bodyPr anchor="b"/>
          <a:lstStyle>
            <a:lvl1pPr>
              <a:defRPr sz="4800"/>
            </a:lvl1pPr>
          </a:lstStyle>
          <a:p>
            <a:r>
              <a:rPr lang="de-DE" noProof="0"/>
              <a:t>Präsentationstitel durch Klicken bearbeiten</a:t>
            </a:r>
            <a:endParaRPr lang="de-DE" noProof="0" dirty="0"/>
          </a:p>
        </p:txBody>
      </p:sp>
      <p:sp>
        <p:nvSpPr>
          <p:cNvPr id="11" name="Text Placeholder 10">
            <a:extLst>
              <a:ext uri="{FF2B5EF4-FFF2-40B4-BE49-F238E27FC236}">
                <a16:creationId xmlns:a16="http://schemas.microsoft.com/office/drawing/2014/main" id="{AEBD709B-DFE5-5A5D-6A5C-7022BC395B26}"/>
              </a:ext>
            </a:extLst>
          </p:cNvPr>
          <p:cNvSpPr>
            <a:spLocks noGrp="1"/>
          </p:cNvSpPr>
          <p:nvPr>
            <p:ph type="body" sz="quarter" idx="10" hasCustomPrompt="1"/>
          </p:nvPr>
        </p:nvSpPr>
        <p:spPr bwMode="gray">
          <a:xfrm>
            <a:off x="407368" y="3930653"/>
            <a:ext cx="5472000" cy="307777"/>
          </a:xfrm>
        </p:spPr>
        <p:txBody>
          <a:bodyPr wrap="square">
            <a:spAutoFit/>
          </a:bodyPr>
          <a:lstStyle>
            <a:lvl1pPr marL="0" indent="0">
              <a:spcBef>
                <a:spcPts val="0"/>
              </a:spcBef>
              <a:buFont typeface="Skeena" panose="020B0604020202020204" pitchFamily="34" charset="0"/>
              <a:buNone/>
              <a:defRPr sz="2000" b="0">
                <a:solidFill>
                  <a:schemeClr val="tx1"/>
                </a:solidFill>
              </a:defRPr>
            </a:lvl1pPr>
            <a:lvl2pPr marL="0" indent="0">
              <a:spcBef>
                <a:spcPts val="0"/>
              </a:spcBef>
              <a:buFont typeface="Skeena" panose="020B0604020202020204" pitchFamily="34" charset="0"/>
              <a:buNone/>
              <a:defRPr sz="2000" b="0">
                <a:solidFill>
                  <a:schemeClr val="tx1"/>
                </a:solidFill>
              </a:defRPr>
            </a:lvl2pPr>
            <a:lvl3pPr marL="0" indent="0">
              <a:spcBef>
                <a:spcPts val="0"/>
              </a:spcBef>
              <a:buNone/>
              <a:defRPr sz="2000" b="0">
                <a:solidFill>
                  <a:schemeClr val="tx1"/>
                </a:solidFill>
              </a:defRPr>
            </a:lvl3pPr>
            <a:lvl4pPr marL="0" indent="0">
              <a:spcBef>
                <a:spcPts val="0"/>
              </a:spcBef>
              <a:buNone/>
              <a:defRPr sz="2000" b="0">
                <a:solidFill>
                  <a:schemeClr val="tx1"/>
                </a:solidFill>
              </a:defRPr>
            </a:lvl4pPr>
            <a:lvl5pPr marL="0" indent="0">
              <a:spcBef>
                <a:spcPts val="0"/>
              </a:spcBef>
              <a:buNone/>
              <a:defRPr sz="2000" b="0">
                <a:solidFill>
                  <a:schemeClr val="tx1"/>
                </a:solidFill>
              </a:defRPr>
            </a:lvl5pPr>
            <a:lvl6pPr marL="0" indent="0">
              <a:spcBef>
                <a:spcPts val="0"/>
              </a:spcBef>
              <a:buNone/>
              <a:defRPr sz="2000" b="0">
                <a:solidFill>
                  <a:schemeClr val="tx1"/>
                </a:solidFill>
              </a:defRPr>
            </a:lvl6pPr>
            <a:lvl7pPr marL="0" indent="0">
              <a:spcBef>
                <a:spcPts val="0"/>
              </a:spcBef>
              <a:buNone/>
              <a:defRPr sz="2000" b="0">
                <a:solidFill>
                  <a:schemeClr val="tx1"/>
                </a:solidFill>
              </a:defRPr>
            </a:lvl7pPr>
            <a:lvl8pPr marL="0" indent="0">
              <a:spcBef>
                <a:spcPts val="0"/>
              </a:spcBef>
              <a:buNone/>
              <a:defRPr sz="2000" b="0">
                <a:solidFill>
                  <a:schemeClr val="tx1"/>
                </a:solidFill>
              </a:defRPr>
            </a:lvl8pPr>
            <a:lvl9pPr marL="0" indent="0">
              <a:spcBef>
                <a:spcPts val="0"/>
              </a:spcBef>
              <a:buNone/>
              <a:defRPr sz="2000" b="0">
                <a:solidFill>
                  <a:schemeClr val="tx1"/>
                </a:solidFill>
              </a:defRPr>
            </a:lvl9pPr>
          </a:lstStyle>
          <a:p>
            <a:pPr lvl="0"/>
            <a:r>
              <a:rPr lang="de-DE" noProof="0"/>
              <a:t>Untertitel durch Klicken bearbeiten</a:t>
            </a:r>
          </a:p>
        </p:txBody>
      </p:sp>
      <p:sp>
        <p:nvSpPr>
          <p:cNvPr id="12" name="Text Placeholder 10">
            <a:extLst>
              <a:ext uri="{FF2B5EF4-FFF2-40B4-BE49-F238E27FC236}">
                <a16:creationId xmlns:a16="http://schemas.microsoft.com/office/drawing/2014/main" id="{B672624F-E384-C13B-8F1E-772A7C9E7100}"/>
              </a:ext>
            </a:extLst>
          </p:cNvPr>
          <p:cNvSpPr>
            <a:spLocks noGrp="1"/>
          </p:cNvSpPr>
          <p:nvPr>
            <p:ph type="body" sz="quarter" idx="11" hasCustomPrompt="1"/>
          </p:nvPr>
        </p:nvSpPr>
        <p:spPr bwMode="gray">
          <a:xfrm>
            <a:off x="407368" y="6021868"/>
            <a:ext cx="5472000" cy="215444"/>
          </a:xfrm>
        </p:spPr>
        <p:txBody>
          <a:bodyPr wrap="square" anchor="b">
            <a:spAutoFit/>
          </a:bodyPr>
          <a:lstStyle>
            <a:lvl1pPr marL="0" indent="0">
              <a:spcBef>
                <a:spcPts val="0"/>
              </a:spcBef>
              <a:buFont typeface="Skeena" panose="020B0604020202020204" pitchFamily="34" charset="0"/>
              <a:buNone/>
              <a:defRPr sz="1400" b="0">
                <a:solidFill>
                  <a:schemeClr val="tx1"/>
                </a:solidFill>
              </a:defRPr>
            </a:lvl1pPr>
            <a:lvl2pPr marL="0" indent="0">
              <a:spcBef>
                <a:spcPts val="0"/>
              </a:spcBef>
              <a:buFont typeface="Skeena" panose="020B0604020202020204" pitchFamily="34" charset="0"/>
              <a:buNone/>
              <a:defRPr sz="1400" b="0">
                <a:solidFill>
                  <a:schemeClr val="tx1"/>
                </a:solidFill>
              </a:defRPr>
            </a:lvl2pPr>
            <a:lvl3pPr marL="0" indent="0">
              <a:spcBef>
                <a:spcPts val="0"/>
              </a:spcBef>
              <a:buNone/>
              <a:defRPr sz="1400" b="0">
                <a:solidFill>
                  <a:schemeClr val="tx1"/>
                </a:solidFill>
              </a:defRPr>
            </a:lvl3pPr>
            <a:lvl4pPr marL="0" indent="0">
              <a:spcBef>
                <a:spcPts val="0"/>
              </a:spcBef>
              <a:buNone/>
              <a:defRPr sz="1400" b="0">
                <a:solidFill>
                  <a:schemeClr val="tx1"/>
                </a:solidFill>
              </a:defRPr>
            </a:lvl4pPr>
            <a:lvl5pPr marL="0" indent="0">
              <a:spcBef>
                <a:spcPts val="0"/>
              </a:spcBef>
              <a:buNone/>
              <a:defRPr sz="1400" b="0">
                <a:solidFill>
                  <a:schemeClr val="tx1"/>
                </a:solidFill>
              </a:defRPr>
            </a:lvl5pPr>
            <a:lvl6pPr marL="0" indent="0">
              <a:spcBef>
                <a:spcPts val="0"/>
              </a:spcBef>
              <a:buNone/>
              <a:defRPr sz="1400" b="0">
                <a:solidFill>
                  <a:schemeClr val="tx1"/>
                </a:solidFill>
              </a:defRPr>
            </a:lvl6pPr>
            <a:lvl7pPr marL="0" indent="0">
              <a:spcBef>
                <a:spcPts val="0"/>
              </a:spcBef>
              <a:buNone/>
              <a:defRPr sz="1400" b="0">
                <a:solidFill>
                  <a:schemeClr val="tx1"/>
                </a:solidFill>
              </a:defRPr>
            </a:lvl7pPr>
            <a:lvl8pPr marL="0" indent="0">
              <a:spcBef>
                <a:spcPts val="0"/>
              </a:spcBef>
              <a:buNone/>
              <a:defRPr sz="1400" b="0">
                <a:solidFill>
                  <a:schemeClr val="tx1"/>
                </a:solidFill>
              </a:defRPr>
            </a:lvl8pPr>
            <a:lvl9pPr marL="0" indent="0">
              <a:spcBef>
                <a:spcPts val="0"/>
              </a:spcBef>
              <a:buNone/>
              <a:defRPr sz="1400" b="0">
                <a:solidFill>
                  <a:schemeClr val="tx1"/>
                </a:solidFill>
              </a:defRPr>
            </a:lvl9pPr>
          </a:lstStyle>
          <a:p>
            <a:pPr lvl="0"/>
            <a:r>
              <a:rPr lang="de-DE" noProof="0"/>
              <a:t>Vorname und Nachname des Redners  |  Ort  |  Datum bearbeiten</a:t>
            </a:r>
            <a:endParaRPr lang="de-DE" noProof="0" dirty="0"/>
          </a:p>
        </p:txBody>
      </p:sp>
      <p:sp>
        <p:nvSpPr>
          <p:cNvPr id="17" name="Text Placeholder 10">
            <a:extLst>
              <a:ext uri="{FF2B5EF4-FFF2-40B4-BE49-F238E27FC236}">
                <a16:creationId xmlns:a16="http://schemas.microsoft.com/office/drawing/2014/main" id="{B903C819-2658-3903-A21C-0CB17FD3977E}"/>
              </a:ext>
            </a:extLst>
          </p:cNvPr>
          <p:cNvSpPr txBox="1">
            <a:spLocks/>
          </p:cNvSpPr>
          <p:nvPr userDrawn="1"/>
        </p:nvSpPr>
        <p:spPr bwMode="gray">
          <a:xfrm>
            <a:off x="9061233" y="316267"/>
            <a:ext cx="2723399" cy="306000"/>
          </a:xfrm>
          <a:prstGeom prst="rect">
            <a:avLst/>
          </a:prstGeom>
          <a:blipFill>
            <a:blip r:embed="rId2"/>
            <a:stretch>
              <a:fillRect/>
            </a:stretch>
          </a:blipFill>
        </p:spPr>
        <p:txBody>
          <a:bodyPr/>
          <a:lstStyle>
            <a:lvl1pPr marL="0" indent="0" algn="l" defTabSz="914400" rtl="0" eaLnBrk="1" latinLnBrk="0" hangingPunct="1">
              <a:lnSpc>
                <a:spcPct val="100000"/>
              </a:lnSpc>
              <a:spcBef>
                <a:spcPts val="0"/>
              </a:spcBef>
              <a:buFont typeface="Skeena" panose="020B0604020202020204" pitchFamily="34" charset="0"/>
              <a:buNone/>
              <a:defRPr sz="100" b="0" kern="1200">
                <a:noFill/>
                <a:latin typeface="+mn-lt"/>
                <a:ea typeface="+mn-ea"/>
                <a:cs typeface="+mn-cs"/>
              </a:defRPr>
            </a:lvl1pPr>
            <a:lvl2pPr marL="0" indent="0" algn="l" defTabSz="914400" rtl="0" eaLnBrk="1" latinLnBrk="0" hangingPunct="1">
              <a:lnSpc>
                <a:spcPct val="100000"/>
              </a:lnSpc>
              <a:spcBef>
                <a:spcPts val="0"/>
              </a:spcBef>
              <a:buFont typeface="Skeena" panose="020B0604020202020204" pitchFamily="34" charset="0"/>
              <a:buNone/>
              <a:defRPr sz="100" b="0" kern="1200">
                <a:noFill/>
                <a:latin typeface="+mn-lt"/>
                <a:ea typeface="+mn-ea"/>
                <a:cs typeface="+mn-cs"/>
              </a:defRPr>
            </a:lvl2pPr>
            <a:lvl3pPr marL="0" indent="0" algn="l" defTabSz="914400" rtl="0" eaLnBrk="1" latinLnBrk="0" hangingPunct="1">
              <a:lnSpc>
                <a:spcPct val="100000"/>
              </a:lnSpc>
              <a:spcBef>
                <a:spcPts val="0"/>
              </a:spcBef>
              <a:buFont typeface="Wingdings" panose="05000000000000000000" pitchFamily="2" charset="2"/>
              <a:buNone/>
              <a:defRPr sz="100" b="0" kern="1200">
                <a:noFill/>
                <a:latin typeface="+mn-lt"/>
                <a:ea typeface="+mn-ea"/>
                <a:cs typeface="+mn-cs"/>
              </a:defRPr>
            </a:lvl3pPr>
            <a:lvl4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4pPr>
            <a:lvl5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5pPr>
            <a:lvl6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6pPr>
            <a:lvl7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7pPr>
            <a:lvl8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8pPr>
            <a:lvl9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9pPr>
          </a:lstStyle>
          <a:p>
            <a:r>
              <a:rPr lang="de-DE" noProof="0"/>
              <a:t> </a:t>
            </a:r>
          </a:p>
        </p:txBody>
      </p:sp>
      <p:grpSp>
        <p:nvGrpSpPr>
          <p:cNvPr id="27" name="Group 26">
            <a:extLst>
              <a:ext uri="{FF2B5EF4-FFF2-40B4-BE49-F238E27FC236}">
                <a16:creationId xmlns:a16="http://schemas.microsoft.com/office/drawing/2014/main" id="{10649249-8AF2-3796-9E0E-CEEC24E8831C}"/>
              </a:ext>
            </a:extLst>
          </p:cNvPr>
          <p:cNvGrpSpPr/>
          <p:nvPr userDrawn="1"/>
        </p:nvGrpSpPr>
        <p:grpSpPr>
          <a:xfrm>
            <a:off x="10818263" y="5270919"/>
            <a:ext cx="966369" cy="966369"/>
            <a:chOff x="10818263" y="5270919"/>
            <a:chExt cx="966369" cy="966369"/>
          </a:xfrm>
          <a:solidFill>
            <a:schemeClr val="accent2"/>
          </a:solidFill>
        </p:grpSpPr>
        <p:sp>
          <p:nvSpPr>
            <p:cNvPr id="25" name="Rectangle 24">
              <a:extLst>
                <a:ext uri="{FF2B5EF4-FFF2-40B4-BE49-F238E27FC236}">
                  <a16:creationId xmlns:a16="http://schemas.microsoft.com/office/drawing/2014/main" id="{E0E4FD9D-BA8D-7591-CE2D-41F3706EFEB1}"/>
                </a:ext>
              </a:extLst>
            </p:cNvPr>
            <p:cNvSpPr>
              <a:spLocks noChangeAspect="1"/>
            </p:cNvSpPr>
            <p:nvPr userDrawn="1"/>
          </p:nvSpPr>
          <p:spPr bwMode="gray">
            <a:xfrm rot="10800000" flipV="1">
              <a:off x="10818263" y="6015023"/>
              <a:ext cx="744104" cy="2222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26" name="Rectangle 25">
              <a:extLst>
                <a:ext uri="{FF2B5EF4-FFF2-40B4-BE49-F238E27FC236}">
                  <a16:creationId xmlns:a16="http://schemas.microsoft.com/office/drawing/2014/main" id="{78D8CEF8-7268-18D2-B954-F7EB123EDD04}"/>
                </a:ext>
              </a:extLst>
            </p:cNvPr>
            <p:cNvSpPr>
              <a:spLocks noChangeAspect="1"/>
            </p:cNvSpPr>
            <p:nvPr userDrawn="1"/>
          </p:nvSpPr>
          <p:spPr bwMode="gray">
            <a:xfrm rot="10800000" flipV="1">
              <a:off x="11562367" y="5270919"/>
              <a:ext cx="222265" cy="744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grpSp>
        <p:nvGrpSpPr>
          <p:cNvPr id="28" name="Group 27">
            <a:extLst>
              <a:ext uri="{FF2B5EF4-FFF2-40B4-BE49-F238E27FC236}">
                <a16:creationId xmlns:a16="http://schemas.microsoft.com/office/drawing/2014/main" id="{80C7F606-7AA9-BB56-5904-5C67755C110E}"/>
              </a:ext>
            </a:extLst>
          </p:cNvPr>
          <p:cNvGrpSpPr/>
          <p:nvPr userDrawn="1"/>
        </p:nvGrpSpPr>
        <p:grpSpPr>
          <a:xfrm>
            <a:off x="9473526" y="5270919"/>
            <a:ext cx="966369" cy="966369"/>
            <a:chOff x="10818263" y="5270919"/>
            <a:chExt cx="966369" cy="966369"/>
          </a:xfrm>
          <a:solidFill>
            <a:schemeClr val="accent2"/>
          </a:solidFill>
        </p:grpSpPr>
        <p:sp>
          <p:nvSpPr>
            <p:cNvPr id="29" name="Rectangle 28">
              <a:extLst>
                <a:ext uri="{FF2B5EF4-FFF2-40B4-BE49-F238E27FC236}">
                  <a16:creationId xmlns:a16="http://schemas.microsoft.com/office/drawing/2014/main" id="{E19488DA-9338-5656-B230-21F7AB1794C2}"/>
                </a:ext>
              </a:extLst>
            </p:cNvPr>
            <p:cNvSpPr>
              <a:spLocks noChangeAspect="1"/>
            </p:cNvSpPr>
            <p:nvPr userDrawn="1"/>
          </p:nvSpPr>
          <p:spPr bwMode="gray">
            <a:xfrm rot="10800000" flipV="1">
              <a:off x="10818263" y="6015023"/>
              <a:ext cx="744104" cy="2222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30" name="Rectangle 29">
              <a:extLst>
                <a:ext uri="{FF2B5EF4-FFF2-40B4-BE49-F238E27FC236}">
                  <a16:creationId xmlns:a16="http://schemas.microsoft.com/office/drawing/2014/main" id="{6686D717-9EB6-0CDF-6AE4-139B6689A158}"/>
                </a:ext>
              </a:extLst>
            </p:cNvPr>
            <p:cNvSpPr>
              <a:spLocks noChangeAspect="1"/>
            </p:cNvSpPr>
            <p:nvPr userDrawn="1"/>
          </p:nvSpPr>
          <p:spPr bwMode="gray">
            <a:xfrm rot="10800000" flipV="1">
              <a:off x="11562367" y="5270919"/>
              <a:ext cx="222265" cy="744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grpSp>
        <p:nvGrpSpPr>
          <p:cNvPr id="31" name="Group 30">
            <a:extLst>
              <a:ext uri="{FF2B5EF4-FFF2-40B4-BE49-F238E27FC236}">
                <a16:creationId xmlns:a16="http://schemas.microsoft.com/office/drawing/2014/main" id="{91D0F505-EFDD-7C20-7E13-364E1385875D}"/>
              </a:ext>
            </a:extLst>
          </p:cNvPr>
          <p:cNvGrpSpPr/>
          <p:nvPr userDrawn="1"/>
        </p:nvGrpSpPr>
        <p:grpSpPr>
          <a:xfrm>
            <a:off x="8128789" y="5270919"/>
            <a:ext cx="966369" cy="966369"/>
            <a:chOff x="10818263" y="5270919"/>
            <a:chExt cx="966369" cy="966369"/>
          </a:xfrm>
          <a:solidFill>
            <a:schemeClr val="accent2"/>
          </a:solidFill>
        </p:grpSpPr>
        <p:sp>
          <p:nvSpPr>
            <p:cNvPr id="32" name="Rectangle 31">
              <a:extLst>
                <a:ext uri="{FF2B5EF4-FFF2-40B4-BE49-F238E27FC236}">
                  <a16:creationId xmlns:a16="http://schemas.microsoft.com/office/drawing/2014/main" id="{43ECBDC2-0D0C-451B-CD65-FE93B8C5B9AA}"/>
                </a:ext>
              </a:extLst>
            </p:cNvPr>
            <p:cNvSpPr>
              <a:spLocks noChangeAspect="1"/>
            </p:cNvSpPr>
            <p:nvPr userDrawn="1"/>
          </p:nvSpPr>
          <p:spPr bwMode="gray">
            <a:xfrm rot="10800000" flipV="1">
              <a:off x="10818263" y="6015023"/>
              <a:ext cx="744104" cy="2222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33" name="Rectangle 32">
              <a:extLst>
                <a:ext uri="{FF2B5EF4-FFF2-40B4-BE49-F238E27FC236}">
                  <a16:creationId xmlns:a16="http://schemas.microsoft.com/office/drawing/2014/main" id="{E8EF412B-E06D-592B-9DB0-1F22DAB4BA03}"/>
                </a:ext>
              </a:extLst>
            </p:cNvPr>
            <p:cNvSpPr>
              <a:spLocks noChangeAspect="1"/>
            </p:cNvSpPr>
            <p:nvPr userDrawn="1"/>
          </p:nvSpPr>
          <p:spPr bwMode="gray">
            <a:xfrm rot="10800000" flipV="1">
              <a:off x="11562367" y="5270919"/>
              <a:ext cx="222265" cy="744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grpSp>
        <p:nvGrpSpPr>
          <p:cNvPr id="34" name="Group 33">
            <a:extLst>
              <a:ext uri="{FF2B5EF4-FFF2-40B4-BE49-F238E27FC236}">
                <a16:creationId xmlns:a16="http://schemas.microsoft.com/office/drawing/2014/main" id="{CD81AC0F-3EBA-0707-FA63-A38D25AEE703}"/>
              </a:ext>
            </a:extLst>
          </p:cNvPr>
          <p:cNvGrpSpPr/>
          <p:nvPr userDrawn="1"/>
        </p:nvGrpSpPr>
        <p:grpSpPr>
          <a:xfrm>
            <a:off x="10818263" y="3898740"/>
            <a:ext cx="966369" cy="966369"/>
            <a:chOff x="10818263" y="5270919"/>
            <a:chExt cx="966369" cy="966369"/>
          </a:xfrm>
          <a:solidFill>
            <a:schemeClr val="accent2"/>
          </a:solidFill>
        </p:grpSpPr>
        <p:sp>
          <p:nvSpPr>
            <p:cNvPr id="35" name="Rectangle 34">
              <a:extLst>
                <a:ext uri="{FF2B5EF4-FFF2-40B4-BE49-F238E27FC236}">
                  <a16:creationId xmlns:a16="http://schemas.microsoft.com/office/drawing/2014/main" id="{61E761D1-356A-D7AC-A506-9F9E26AC15E5}"/>
                </a:ext>
              </a:extLst>
            </p:cNvPr>
            <p:cNvSpPr>
              <a:spLocks noChangeAspect="1"/>
            </p:cNvSpPr>
            <p:nvPr userDrawn="1"/>
          </p:nvSpPr>
          <p:spPr bwMode="gray">
            <a:xfrm rot="10800000" flipV="1">
              <a:off x="10818263" y="6015023"/>
              <a:ext cx="744104" cy="2222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36" name="Rectangle 35">
              <a:extLst>
                <a:ext uri="{FF2B5EF4-FFF2-40B4-BE49-F238E27FC236}">
                  <a16:creationId xmlns:a16="http://schemas.microsoft.com/office/drawing/2014/main" id="{4EB1D871-951A-03BC-4A1E-9A00A1636499}"/>
                </a:ext>
              </a:extLst>
            </p:cNvPr>
            <p:cNvSpPr>
              <a:spLocks noChangeAspect="1"/>
            </p:cNvSpPr>
            <p:nvPr userDrawn="1"/>
          </p:nvSpPr>
          <p:spPr bwMode="gray">
            <a:xfrm rot="10800000" flipV="1">
              <a:off x="11562367" y="5270919"/>
              <a:ext cx="222265" cy="744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grpSp>
        <p:nvGrpSpPr>
          <p:cNvPr id="37" name="Group 36">
            <a:extLst>
              <a:ext uri="{FF2B5EF4-FFF2-40B4-BE49-F238E27FC236}">
                <a16:creationId xmlns:a16="http://schemas.microsoft.com/office/drawing/2014/main" id="{247C50D0-F99E-CB01-5FEE-01149A494E45}"/>
              </a:ext>
            </a:extLst>
          </p:cNvPr>
          <p:cNvGrpSpPr/>
          <p:nvPr userDrawn="1"/>
        </p:nvGrpSpPr>
        <p:grpSpPr>
          <a:xfrm>
            <a:off x="10818263" y="2526561"/>
            <a:ext cx="966369" cy="966369"/>
            <a:chOff x="10818263" y="5270919"/>
            <a:chExt cx="966369" cy="966369"/>
          </a:xfrm>
          <a:solidFill>
            <a:schemeClr val="accent2"/>
          </a:solidFill>
        </p:grpSpPr>
        <p:sp>
          <p:nvSpPr>
            <p:cNvPr id="38" name="Rectangle 37">
              <a:extLst>
                <a:ext uri="{FF2B5EF4-FFF2-40B4-BE49-F238E27FC236}">
                  <a16:creationId xmlns:a16="http://schemas.microsoft.com/office/drawing/2014/main" id="{5B829499-5FC8-EFFE-5060-CF14BC99A453}"/>
                </a:ext>
              </a:extLst>
            </p:cNvPr>
            <p:cNvSpPr>
              <a:spLocks noChangeAspect="1"/>
            </p:cNvSpPr>
            <p:nvPr userDrawn="1"/>
          </p:nvSpPr>
          <p:spPr bwMode="gray">
            <a:xfrm rot="10800000" flipV="1">
              <a:off x="10818263" y="6015023"/>
              <a:ext cx="744104" cy="2222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39" name="Rectangle 38">
              <a:extLst>
                <a:ext uri="{FF2B5EF4-FFF2-40B4-BE49-F238E27FC236}">
                  <a16:creationId xmlns:a16="http://schemas.microsoft.com/office/drawing/2014/main" id="{888E3EA7-D4FF-D6A0-B92E-5BFA6B852F7C}"/>
                </a:ext>
              </a:extLst>
            </p:cNvPr>
            <p:cNvSpPr>
              <a:spLocks noChangeAspect="1"/>
            </p:cNvSpPr>
            <p:nvPr userDrawn="1"/>
          </p:nvSpPr>
          <p:spPr bwMode="gray">
            <a:xfrm rot="10800000" flipV="1">
              <a:off x="11562367" y="5270919"/>
              <a:ext cx="222265" cy="744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grpSp>
        <p:nvGrpSpPr>
          <p:cNvPr id="40" name="Group 39">
            <a:extLst>
              <a:ext uri="{FF2B5EF4-FFF2-40B4-BE49-F238E27FC236}">
                <a16:creationId xmlns:a16="http://schemas.microsoft.com/office/drawing/2014/main" id="{3B1EC076-D5D7-B7E5-B4AE-0321209F8D59}"/>
              </a:ext>
            </a:extLst>
          </p:cNvPr>
          <p:cNvGrpSpPr/>
          <p:nvPr userDrawn="1"/>
        </p:nvGrpSpPr>
        <p:grpSpPr>
          <a:xfrm>
            <a:off x="9473526" y="3898740"/>
            <a:ext cx="966369" cy="966369"/>
            <a:chOff x="10818263" y="5270919"/>
            <a:chExt cx="966369" cy="966369"/>
          </a:xfrm>
          <a:solidFill>
            <a:schemeClr val="accent2"/>
          </a:solidFill>
        </p:grpSpPr>
        <p:sp>
          <p:nvSpPr>
            <p:cNvPr id="41" name="Rectangle 40">
              <a:extLst>
                <a:ext uri="{FF2B5EF4-FFF2-40B4-BE49-F238E27FC236}">
                  <a16:creationId xmlns:a16="http://schemas.microsoft.com/office/drawing/2014/main" id="{CC5C61DA-01E7-26B6-3889-94DACA7E8C61}"/>
                </a:ext>
              </a:extLst>
            </p:cNvPr>
            <p:cNvSpPr>
              <a:spLocks noChangeAspect="1"/>
            </p:cNvSpPr>
            <p:nvPr userDrawn="1"/>
          </p:nvSpPr>
          <p:spPr bwMode="gray">
            <a:xfrm rot="10800000" flipV="1">
              <a:off x="10818263" y="6015023"/>
              <a:ext cx="744104" cy="2222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42" name="Rectangle 41">
              <a:extLst>
                <a:ext uri="{FF2B5EF4-FFF2-40B4-BE49-F238E27FC236}">
                  <a16:creationId xmlns:a16="http://schemas.microsoft.com/office/drawing/2014/main" id="{6CC6AF1F-8662-D9C0-BADC-AAF6390A337D}"/>
                </a:ext>
              </a:extLst>
            </p:cNvPr>
            <p:cNvSpPr>
              <a:spLocks noChangeAspect="1"/>
            </p:cNvSpPr>
            <p:nvPr userDrawn="1"/>
          </p:nvSpPr>
          <p:spPr bwMode="gray">
            <a:xfrm rot="10800000" flipV="1">
              <a:off x="11562367" y="5270919"/>
              <a:ext cx="222265" cy="744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grpSp>
        <p:nvGrpSpPr>
          <p:cNvPr id="43" name="Group 42">
            <a:extLst>
              <a:ext uri="{FF2B5EF4-FFF2-40B4-BE49-F238E27FC236}">
                <a16:creationId xmlns:a16="http://schemas.microsoft.com/office/drawing/2014/main" id="{2B0DFE99-5F1B-1DD5-9B44-6F93FDABD5A1}"/>
              </a:ext>
            </a:extLst>
          </p:cNvPr>
          <p:cNvGrpSpPr/>
          <p:nvPr userDrawn="1"/>
        </p:nvGrpSpPr>
        <p:grpSpPr>
          <a:xfrm>
            <a:off x="9473526" y="2526561"/>
            <a:ext cx="966369" cy="966369"/>
            <a:chOff x="10818263" y="5270919"/>
            <a:chExt cx="966369" cy="966369"/>
          </a:xfrm>
          <a:solidFill>
            <a:schemeClr val="accent2"/>
          </a:solidFill>
        </p:grpSpPr>
        <p:sp>
          <p:nvSpPr>
            <p:cNvPr id="44" name="Rectangle 43">
              <a:extLst>
                <a:ext uri="{FF2B5EF4-FFF2-40B4-BE49-F238E27FC236}">
                  <a16:creationId xmlns:a16="http://schemas.microsoft.com/office/drawing/2014/main" id="{48E457E6-AB7C-A9E7-6FF4-8F15F9E71908}"/>
                </a:ext>
              </a:extLst>
            </p:cNvPr>
            <p:cNvSpPr>
              <a:spLocks noChangeAspect="1"/>
            </p:cNvSpPr>
            <p:nvPr userDrawn="1"/>
          </p:nvSpPr>
          <p:spPr bwMode="gray">
            <a:xfrm rot="10800000" flipV="1">
              <a:off x="10818263" y="6015023"/>
              <a:ext cx="744104" cy="2222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45" name="Rectangle 44">
              <a:extLst>
                <a:ext uri="{FF2B5EF4-FFF2-40B4-BE49-F238E27FC236}">
                  <a16:creationId xmlns:a16="http://schemas.microsoft.com/office/drawing/2014/main" id="{8CBB5078-7F2B-428A-7AD8-830B954A7965}"/>
                </a:ext>
              </a:extLst>
            </p:cNvPr>
            <p:cNvSpPr>
              <a:spLocks noChangeAspect="1"/>
            </p:cNvSpPr>
            <p:nvPr userDrawn="1"/>
          </p:nvSpPr>
          <p:spPr bwMode="gray">
            <a:xfrm rot="10800000" flipV="1">
              <a:off x="11562367" y="5270919"/>
              <a:ext cx="222265" cy="744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grpSp>
        <p:nvGrpSpPr>
          <p:cNvPr id="46" name="Group 45">
            <a:extLst>
              <a:ext uri="{FF2B5EF4-FFF2-40B4-BE49-F238E27FC236}">
                <a16:creationId xmlns:a16="http://schemas.microsoft.com/office/drawing/2014/main" id="{210A203C-9386-20D0-9886-8B12A5365147}"/>
              </a:ext>
            </a:extLst>
          </p:cNvPr>
          <p:cNvGrpSpPr/>
          <p:nvPr userDrawn="1"/>
        </p:nvGrpSpPr>
        <p:grpSpPr>
          <a:xfrm>
            <a:off x="8128789" y="3898740"/>
            <a:ext cx="966369" cy="966369"/>
            <a:chOff x="10818263" y="5270919"/>
            <a:chExt cx="966369" cy="966369"/>
          </a:xfrm>
          <a:solidFill>
            <a:schemeClr val="accent2"/>
          </a:solidFill>
        </p:grpSpPr>
        <p:sp>
          <p:nvSpPr>
            <p:cNvPr id="47" name="Rectangle 46">
              <a:extLst>
                <a:ext uri="{FF2B5EF4-FFF2-40B4-BE49-F238E27FC236}">
                  <a16:creationId xmlns:a16="http://schemas.microsoft.com/office/drawing/2014/main" id="{6473A2B1-16DF-6C3A-837D-A5DF187BA979}"/>
                </a:ext>
              </a:extLst>
            </p:cNvPr>
            <p:cNvSpPr>
              <a:spLocks noChangeAspect="1"/>
            </p:cNvSpPr>
            <p:nvPr userDrawn="1"/>
          </p:nvSpPr>
          <p:spPr bwMode="gray">
            <a:xfrm rot="10800000" flipV="1">
              <a:off x="10818263" y="6015023"/>
              <a:ext cx="744104" cy="2222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48" name="Rectangle 47">
              <a:extLst>
                <a:ext uri="{FF2B5EF4-FFF2-40B4-BE49-F238E27FC236}">
                  <a16:creationId xmlns:a16="http://schemas.microsoft.com/office/drawing/2014/main" id="{8E54EC05-6D89-6956-7BDF-BCC40E4A4451}"/>
                </a:ext>
              </a:extLst>
            </p:cNvPr>
            <p:cNvSpPr>
              <a:spLocks noChangeAspect="1"/>
            </p:cNvSpPr>
            <p:nvPr userDrawn="1"/>
          </p:nvSpPr>
          <p:spPr bwMode="gray">
            <a:xfrm rot="10800000" flipV="1">
              <a:off x="11562367" y="5270919"/>
              <a:ext cx="222265" cy="744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grpSp>
        <p:nvGrpSpPr>
          <p:cNvPr id="52" name="Group 51">
            <a:extLst>
              <a:ext uri="{FF2B5EF4-FFF2-40B4-BE49-F238E27FC236}">
                <a16:creationId xmlns:a16="http://schemas.microsoft.com/office/drawing/2014/main" id="{F40A4083-885A-31AA-A461-746D156FCEB6}"/>
              </a:ext>
            </a:extLst>
          </p:cNvPr>
          <p:cNvGrpSpPr/>
          <p:nvPr userDrawn="1"/>
        </p:nvGrpSpPr>
        <p:grpSpPr>
          <a:xfrm>
            <a:off x="8128789" y="2526561"/>
            <a:ext cx="966369" cy="966369"/>
            <a:chOff x="10818263" y="5270919"/>
            <a:chExt cx="966369" cy="966369"/>
          </a:xfrm>
          <a:solidFill>
            <a:schemeClr val="accent2"/>
          </a:solidFill>
        </p:grpSpPr>
        <p:sp>
          <p:nvSpPr>
            <p:cNvPr id="53" name="Rectangle 52">
              <a:extLst>
                <a:ext uri="{FF2B5EF4-FFF2-40B4-BE49-F238E27FC236}">
                  <a16:creationId xmlns:a16="http://schemas.microsoft.com/office/drawing/2014/main" id="{C5467FA7-D15C-D12E-6C95-4AA12B3FF26C}"/>
                </a:ext>
              </a:extLst>
            </p:cNvPr>
            <p:cNvSpPr>
              <a:spLocks noChangeAspect="1"/>
            </p:cNvSpPr>
            <p:nvPr userDrawn="1"/>
          </p:nvSpPr>
          <p:spPr bwMode="gray">
            <a:xfrm rot="10800000" flipV="1">
              <a:off x="10818263" y="6015023"/>
              <a:ext cx="744104" cy="2222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54" name="Rectangle 53">
              <a:extLst>
                <a:ext uri="{FF2B5EF4-FFF2-40B4-BE49-F238E27FC236}">
                  <a16:creationId xmlns:a16="http://schemas.microsoft.com/office/drawing/2014/main" id="{D7C4DD0A-8ED7-FAD4-E711-4AFE44CF5B0E}"/>
                </a:ext>
              </a:extLst>
            </p:cNvPr>
            <p:cNvSpPr>
              <a:spLocks noChangeAspect="1"/>
            </p:cNvSpPr>
            <p:nvPr userDrawn="1"/>
          </p:nvSpPr>
          <p:spPr bwMode="gray">
            <a:xfrm rot="10800000" flipV="1">
              <a:off x="11562367" y="5270919"/>
              <a:ext cx="222265" cy="744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spTree>
    <p:extLst>
      <p:ext uri="{BB962C8B-B14F-4D97-AF65-F5344CB8AC3E}">
        <p14:creationId xmlns:p14="http://schemas.microsoft.com/office/powerpoint/2010/main" val="2850641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 Titelfolie mit hellem Bild (vollflächig)">
    <p:spTree>
      <p:nvGrpSpPr>
        <p:cNvPr id="1" name=""/>
        <p:cNvGrpSpPr/>
        <p:nvPr/>
      </p:nvGrpSpPr>
      <p:grpSpPr>
        <a:xfrm>
          <a:off x="0" y="0"/>
          <a:ext cx="0" cy="0"/>
          <a:chOff x="0" y="0"/>
          <a:chExt cx="0" cy="0"/>
        </a:xfrm>
      </p:grpSpPr>
      <p:graphicFrame>
        <p:nvGraphicFramePr>
          <p:cNvPr id="4" name="Objekt 3" hidden="1">
            <a:extLst>
              <a:ext uri="{FF2B5EF4-FFF2-40B4-BE49-F238E27FC236}">
                <a16:creationId xmlns:a16="http://schemas.microsoft.com/office/drawing/2014/main" id="{2C69092D-0848-0CEB-3599-FA90038BEF5F}"/>
              </a:ext>
            </a:extLst>
          </p:cNvPr>
          <p:cNvGraphicFramePr>
            <a:graphicFrameLocks noChangeAspect="1"/>
          </p:cNvGraphicFramePr>
          <p:nvPr userDrawn="1">
            <p:custDataLst>
              <p:tags r:id="rId1"/>
            </p:custDataLst>
            <p:extLst>
              <p:ext uri="{D42A27DB-BD31-4B8C-83A1-F6EECF244321}">
                <p14:modId xmlns:p14="http://schemas.microsoft.com/office/powerpoint/2010/main" val="21359053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4" name="Objekt 3" hidden="1">
                        <a:extLst>
                          <a:ext uri="{FF2B5EF4-FFF2-40B4-BE49-F238E27FC236}">
                            <a16:creationId xmlns:a16="http://schemas.microsoft.com/office/drawing/2014/main" id="{2C69092D-0848-0CEB-3599-FA90038BEF5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8" name="Picture Placeholder 17">
            <a:extLst>
              <a:ext uri="{FF2B5EF4-FFF2-40B4-BE49-F238E27FC236}">
                <a16:creationId xmlns:a16="http://schemas.microsoft.com/office/drawing/2014/main" id="{76153363-F52B-ABF7-F309-43F354439053}"/>
              </a:ext>
            </a:extLst>
          </p:cNvPr>
          <p:cNvSpPr>
            <a:spLocks noGrp="1"/>
          </p:cNvSpPr>
          <p:nvPr>
            <p:ph type="pic" sz="quarter" idx="13"/>
          </p:nvPr>
        </p:nvSpPr>
        <p:spPr bwMode="gray">
          <a:xfrm>
            <a:off x="0" y="1"/>
            <a:ext cx="12192000" cy="6858000"/>
          </a:xfrm>
          <a:solidFill>
            <a:schemeClr val="accent3"/>
          </a:solidFill>
        </p:spPr>
        <p:txBody>
          <a:bodyPr lIns="6408000" tIns="0" anchor="ctr"/>
          <a:lstStyle>
            <a:lvl1pPr algn="l">
              <a:spcBef>
                <a:spcPts val="0"/>
              </a:spcBef>
              <a:defRPr sz="1600" b="0">
                <a:solidFill>
                  <a:schemeClr val="tx1"/>
                </a:solidFill>
              </a:defRPr>
            </a:lvl1pPr>
          </a:lstStyle>
          <a:p>
            <a:r>
              <a:rPr lang="en-US" noProof="0"/>
              <a:t>Click icon to add picture</a:t>
            </a:r>
            <a:endParaRPr lang="de-DE" noProof="0" dirty="0"/>
          </a:p>
        </p:txBody>
      </p:sp>
      <p:sp>
        <p:nvSpPr>
          <p:cNvPr id="2" name="Title 1">
            <a:extLst>
              <a:ext uri="{FF2B5EF4-FFF2-40B4-BE49-F238E27FC236}">
                <a16:creationId xmlns:a16="http://schemas.microsoft.com/office/drawing/2014/main" id="{BAA0C89F-FE1C-2FFA-0443-6E71E0677E6A}"/>
              </a:ext>
            </a:extLst>
          </p:cNvPr>
          <p:cNvSpPr>
            <a:spLocks noGrp="1"/>
          </p:cNvSpPr>
          <p:nvPr>
            <p:ph type="title" hasCustomPrompt="1"/>
          </p:nvPr>
        </p:nvSpPr>
        <p:spPr bwMode="gray">
          <a:xfrm>
            <a:off x="407368" y="1733500"/>
            <a:ext cx="5472000" cy="1994392"/>
          </a:xfrm>
        </p:spPr>
        <p:txBody>
          <a:bodyPr vert="horz" anchor="b"/>
          <a:lstStyle>
            <a:lvl1pPr>
              <a:defRPr sz="4800">
                <a:solidFill>
                  <a:schemeClr val="tx1"/>
                </a:solidFill>
              </a:defRPr>
            </a:lvl1pPr>
          </a:lstStyle>
          <a:p>
            <a:r>
              <a:rPr lang="de-DE" noProof="0"/>
              <a:t>Präsentationstitel durch Klicken bearbeiten</a:t>
            </a:r>
            <a:endParaRPr lang="de-DE" noProof="0" dirty="0"/>
          </a:p>
        </p:txBody>
      </p:sp>
      <p:sp>
        <p:nvSpPr>
          <p:cNvPr id="11" name="Text Placeholder 10">
            <a:extLst>
              <a:ext uri="{FF2B5EF4-FFF2-40B4-BE49-F238E27FC236}">
                <a16:creationId xmlns:a16="http://schemas.microsoft.com/office/drawing/2014/main" id="{AEBD709B-DFE5-5A5D-6A5C-7022BC395B26}"/>
              </a:ext>
            </a:extLst>
          </p:cNvPr>
          <p:cNvSpPr>
            <a:spLocks noGrp="1"/>
          </p:cNvSpPr>
          <p:nvPr>
            <p:ph type="body" sz="quarter" idx="10" hasCustomPrompt="1"/>
          </p:nvPr>
        </p:nvSpPr>
        <p:spPr bwMode="gray">
          <a:xfrm>
            <a:off x="407368" y="3930653"/>
            <a:ext cx="5472000" cy="307777"/>
          </a:xfrm>
        </p:spPr>
        <p:txBody>
          <a:bodyPr wrap="square">
            <a:spAutoFit/>
          </a:bodyPr>
          <a:lstStyle>
            <a:lvl1pPr marL="0" indent="0">
              <a:spcBef>
                <a:spcPts val="0"/>
              </a:spcBef>
              <a:buFont typeface="Skeena" panose="020B0604020202020204" pitchFamily="34" charset="0"/>
              <a:buNone/>
              <a:defRPr sz="2000" b="0">
                <a:solidFill>
                  <a:schemeClr val="tx1"/>
                </a:solidFill>
              </a:defRPr>
            </a:lvl1pPr>
            <a:lvl2pPr marL="0" indent="0">
              <a:spcBef>
                <a:spcPts val="0"/>
              </a:spcBef>
              <a:buFont typeface="Skeena" panose="020B0604020202020204" pitchFamily="34" charset="0"/>
              <a:buNone/>
              <a:defRPr sz="2000" b="0">
                <a:solidFill>
                  <a:schemeClr val="tx1"/>
                </a:solidFill>
              </a:defRPr>
            </a:lvl2pPr>
            <a:lvl3pPr marL="0" indent="0">
              <a:spcBef>
                <a:spcPts val="0"/>
              </a:spcBef>
              <a:buNone/>
              <a:defRPr sz="2000" b="0">
                <a:solidFill>
                  <a:schemeClr val="tx1"/>
                </a:solidFill>
              </a:defRPr>
            </a:lvl3pPr>
            <a:lvl4pPr marL="0" indent="0">
              <a:spcBef>
                <a:spcPts val="0"/>
              </a:spcBef>
              <a:buNone/>
              <a:defRPr sz="2000" b="0">
                <a:solidFill>
                  <a:schemeClr val="tx1"/>
                </a:solidFill>
              </a:defRPr>
            </a:lvl4pPr>
            <a:lvl5pPr marL="0" indent="0">
              <a:spcBef>
                <a:spcPts val="0"/>
              </a:spcBef>
              <a:buNone/>
              <a:defRPr sz="2000" b="0">
                <a:solidFill>
                  <a:schemeClr val="tx1"/>
                </a:solidFill>
              </a:defRPr>
            </a:lvl5pPr>
            <a:lvl6pPr marL="0" indent="0">
              <a:spcBef>
                <a:spcPts val="0"/>
              </a:spcBef>
              <a:buNone/>
              <a:defRPr sz="2000" b="0">
                <a:solidFill>
                  <a:schemeClr val="tx1"/>
                </a:solidFill>
              </a:defRPr>
            </a:lvl6pPr>
            <a:lvl7pPr marL="0" indent="0">
              <a:spcBef>
                <a:spcPts val="0"/>
              </a:spcBef>
              <a:buNone/>
              <a:defRPr sz="2000" b="0">
                <a:solidFill>
                  <a:schemeClr val="tx1"/>
                </a:solidFill>
              </a:defRPr>
            </a:lvl7pPr>
            <a:lvl8pPr marL="0" indent="0">
              <a:spcBef>
                <a:spcPts val="0"/>
              </a:spcBef>
              <a:buNone/>
              <a:defRPr sz="2000" b="0">
                <a:solidFill>
                  <a:schemeClr val="tx1"/>
                </a:solidFill>
              </a:defRPr>
            </a:lvl8pPr>
            <a:lvl9pPr marL="0" indent="0">
              <a:spcBef>
                <a:spcPts val="0"/>
              </a:spcBef>
              <a:buNone/>
              <a:defRPr sz="2000" b="0">
                <a:solidFill>
                  <a:schemeClr val="tx1"/>
                </a:solidFill>
              </a:defRPr>
            </a:lvl9pPr>
          </a:lstStyle>
          <a:p>
            <a:pPr lvl="0"/>
            <a:r>
              <a:rPr lang="de-DE" noProof="0"/>
              <a:t>Untertitel durch Klicken bearbeiten</a:t>
            </a:r>
            <a:endParaRPr lang="de-DE" noProof="0" dirty="0"/>
          </a:p>
        </p:txBody>
      </p:sp>
      <p:sp>
        <p:nvSpPr>
          <p:cNvPr id="12" name="Text Placeholder 10">
            <a:extLst>
              <a:ext uri="{FF2B5EF4-FFF2-40B4-BE49-F238E27FC236}">
                <a16:creationId xmlns:a16="http://schemas.microsoft.com/office/drawing/2014/main" id="{B672624F-E384-C13B-8F1E-772A7C9E7100}"/>
              </a:ext>
            </a:extLst>
          </p:cNvPr>
          <p:cNvSpPr>
            <a:spLocks noGrp="1"/>
          </p:cNvSpPr>
          <p:nvPr>
            <p:ph type="body" sz="quarter" idx="11" hasCustomPrompt="1"/>
          </p:nvPr>
        </p:nvSpPr>
        <p:spPr bwMode="gray">
          <a:xfrm>
            <a:off x="407368" y="6021868"/>
            <a:ext cx="5472000" cy="215444"/>
          </a:xfrm>
        </p:spPr>
        <p:txBody>
          <a:bodyPr wrap="square" anchor="b">
            <a:spAutoFit/>
          </a:bodyPr>
          <a:lstStyle>
            <a:lvl1pPr marL="0" indent="0">
              <a:spcBef>
                <a:spcPts val="0"/>
              </a:spcBef>
              <a:buFont typeface="Skeena" panose="020B0604020202020204" pitchFamily="34" charset="0"/>
              <a:buNone/>
              <a:defRPr sz="1400" b="0">
                <a:solidFill>
                  <a:schemeClr val="tx1"/>
                </a:solidFill>
              </a:defRPr>
            </a:lvl1pPr>
            <a:lvl2pPr marL="0" indent="0">
              <a:spcBef>
                <a:spcPts val="0"/>
              </a:spcBef>
              <a:buFont typeface="Skeena" panose="020B0604020202020204" pitchFamily="34" charset="0"/>
              <a:buNone/>
              <a:defRPr sz="1400" b="0">
                <a:solidFill>
                  <a:schemeClr val="tx1"/>
                </a:solidFill>
              </a:defRPr>
            </a:lvl2pPr>
            <a:lvl3pPr marL="0" indent="0">
              <a:spcBef>
                <a:spcPts val="0"/>
              </a:spcBef>
              <a:buNone/>
              <a:defRPr sz="1400" b="0">
                <a:solidFill>
                  <a:schemeClr val="tx1"/>
                </a:solidFill>
              </a:defRPr>
            </a:lvl3pPr>
            <a:lvl4pPr marL="0" indent="0">
              <a:spcBef>
                <a:spcPts val="0"/>
              </a:spcBef>
              <a:buNone/>
              <a:defRPr sz="1400" b="0">
                <a:solidFill>
                  <a:schemeClr val="tx1"/>
                </a:solidFill>
              </a:defRPr>
            </a:lvl4pPr>
            <a:lvl5pPr marL="0" indent="0">
              <a:spcBef>
                <a:spcPts val="0"/>
              </a:spcBef>
              <a:buNone/>
              <a:defRPr sz="1400" b="0">
                <a:solidFill>
                  <a:schemeClr val="tx1"/>
                </a:solidFill>
              </a:defRPr>
            </a:lvl5pPr>
            <a:lvl6pPr marL="0" indent="0">
              <a:spcBef>
                <a:spcPts val="0"/>
              </a:spcBef>
              <a:buNone/>
              <a:defRPr sz="1400" b="0">
                <a:solidFill>
                  <a:schemeClr val="tx1"/>
                </a:solidFill>
              </a:defRPr>
            </a:lvl6pPr>
            <a:lvl7pPr marL="0" indent="0">
              <a:spcBef>
                <a:spcPts val="0"/>
              </a:spcBef>
              <a:buNone/>
              <a:defRPr sz="1400" b="0">
                <a:solidFill>
                  <a:schemeClr val="tx1"/>
                </a:solidFill>
              </a:defRPr>
            </a:lvl7pPr>
            <a:lvl8pPr marL="0" indent="0">
              <a:spcBef>
                <a:spcPts val="0"/>
              </a:spcBef>
              <a:buNone/>
              <a:defRPr sz="1400" b="0">
                <a:solidFill>
                  <a:schemeClr val="tx1"/>
                </a:solidFill>
              </a:defRPr>
            </a:lvl8pPr>
            <a:lvl9pPr marL="0" indent="0">
              <a:spcBef>
                <a:spcPts val="0"/>
              </a:spcBef>
              <a:buNone/>
              <a:defRPr sz="1400" b="0">
                <a:solidFill>
                  <a:schemeClr val="tx1"/>
                </a:solidFill>
              </a:defRPr>
            </a:lvl9pPr>
          </a:lstStyle>
          <a:p>
            <a:pPr lvl="0"/>
            <a:r>
              <a:rPr lang="de-DE" noProof="0"/>
              <a:t>Vorname und Nachname des Redners  |  Ort  |  Datum bearbeiten</a:t>
            </a:r>
            <a:endParaRPr lang="de-DE" noProof="0" dirty="0"/>
          </a:p>
        </p:txBody>
      </p:sp>
      <p:sp>
        <p:nvSpPr>
          <p:cNvPr id="13" name="Text Placeholder 10">
            <a:extLst>
              <a:ext uri="{FF2B5EF4-FFF2-40B4-BE49-F238E27FC236}">
                <a16:creationId xmlns:a16="http://schemas.microsoft.com/office/drawing/2014/main" id="{E6184790-58D3-BEE6-1251-DF5AF11454F7}"/>
              </a:ext>
            </a:extLst>
          </p:cNvPr>
          <p:cNvSpPr>
            <a:spLocks noGrp="1"/>
          </p:cNvSpPr>
          <p:nvPr>
            <p:ph type="body" sz="quarter" idx="12" hasCustomPrompt="1"/>
          </p:nvPr>
        </p:nvSpPr>
        <p:spPr bwMode="gray">
          <a:xfrm>
            <a:off x="9061233" y="316267"/>
            <a:ext cx="2723399" cy="306000"/>
          </a:xfrm>
          <a:blipFill>
            <a:blip r:embed="rId5"/>
            <a:stretch>
              <a:fillRect/>
            </a:stretch>
          </a:blipFill>
        </p:spPr>
        <p:txBody>
          <a:bodyPr/>
          <a:lstStyle>
            <a:lvl1pPr marL="0" indent="0">
              <a:spcBef>
                <a:spcPts val="0"/>
              </a:spcBef>
              <a:buFont typeface="Skeena" panose="020B0604020202020204" pitchFamily="34" charset="0"/>
              <a:buNone/>
              <a:defRPr sz="100" b="0">
                <a:noFill/>
              </a:defRPr>
            </a:lvl1pPr>
            <a:lvl2pPr marL="0" indent="0">
              <a:spcBef>
                <a:spcPts val="0"/>
              </a:spcBef>
              <a:buFont typeface="Skeena" panose="020B0604020202020204" pitchFamily="34" charset="0"/>
              <a:buNone/>
              <a:defRPr sz="100" b="0">
                <a:noFill/>
              </a:defRPr>
            </a:lvl2pPr>
            <a:lvl3pPr marL="0" indent="0">
              <a:spcBef>
                <a:spcPts val="0"/>
              </a:spcBef>
              <a:buNone/>
              <a:defRPr sz="100" b="0">
                <a:noFill/>
              </a:defRPr>
            </a:lvl3pPr>
            <a:lvl4pPr marL="0" indent="0">
              <a:spcBef>
                <a:spcPts val="0"/>
              </a:spcBef>
              <a:buNone/>
              <a:defRPr sz="100" b="0">
                <a:noFill/>
              </a:defRPr>
            </a:lvl4pPr>
            <a:lvl5pPr marL="0" indent="0">
              <a:spcBef>
                <a:spcPts val="0"/>
              </a:spcBef>
              <a:buNone/>
              <a:defRPr sz="100" b="0">
                <a:noFill/>
              </a:defRPr>
            </a:lvl5pPr>
            <a:lvl6pPr marL="0" indent="0">
              <a:spcBef>
                <a:spcPts val="0"/>
              </a:spcBef>
              <a:buNone/>
              <a:defRPr sz="100" b="0">
                <a:noFill/>
              </a:defRPr>
            </a:lvl6pPr>
            <a:lvl7pPr marL="0" indent="0">
              <a:spcBef>
                <a:spcPts val="0"/>
              </a:spcBef>
              <a:buNone/>
              <a:defRPr sz="100" b="0">
                <a:noFill/>
              </a:defRPr>
            </a:lvl7pPr>
            <a:lvl8pPr marL="0" indent="0">
              <a:spcBef>
                <a:spcPts val="0"/>
              </a:spcBef>
              <a:buNone/>
              <a:defRPr sz="100" b="0">
                <a:noFill/>
              </a:defRPr>
            </a:lvl8pPr>
            <a:lvl9pPr marL="0" indent="0">
              <a:spcBef>
                <a:spcPts val="0"/>
              </a:spcBef>
              <a:buNone/>
              <a:defRPr sz="100" b="0">
                <a:noFill/>
              </a:defRPr>
            </a:lvl9pPr>
          </a:lstStyle>
          <a:p>
            <a:pPr lvl="0"/>
            <a:r>
              <a:rPr lang="de-DE" noProof="0"/>
              <a:t> </a:t>
            </a:r>
          </a:p>
        </p:txBody>
      </p:sp>
    </p:spTree>
    <p:extLst>
      <p:ext uri="{BB962C8B-B14F-4D97-AF65-F5344CB8AC3E}">
        <p14:creationId xmlns:p14="http://schemas.microsoft.com/office/powerpoint/2010/main" val="38237398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 Titelfolie mit dunklem Bild (vollflächig)">
    <p:spTree>
      <p:nvGrpSpPr>
        <p:cNvPr id="1" name=""/>
        <p:cNvGrpSpPr/>
        <p:nvPr/>
      </p:nvGrpSpPr>
      <p:grpSpPr>
        <a:xfrm>
          <a:off x="0" y="0"/>
          <a:ext cx="0" cy="0"/>
          <a:chOff x="0" y="0"/>
          <a:chExt cx="0" cy="0"/>
        </a:xfrm>
      </p:grpSpPr>
      <p:sp>
        <p:nvSpPr>
          <p:cNvPr id="18" name="Picture Placeholder 17">
            <a:extLst>
              <a:ext uri="{FF2B5EF4-FFF2-40B4-BE49-F238E27FC236}">
                <a16:creationId xmlns:a16="http://schemas.microsoft.com/office/drawing/2014/main" id="{76153363-F52B-ABF7-F309-43F354439053}"/>
              </a:ext>
            </a:extLst>
          </p:cNvPr>
          <p:cNvSpPr>
            <a:spLocks noGrp="1"/>
          </p:cNvSpPr>
          <p:nvPr>
            <p:ph type="pic" sz="quarter" idx="13"/>
          </p:nvPr>
        </p:nvSpPr>
        <p:spPr bwMode="gray">
          <a:xfrm>
            <a:off x="0" y="1"/>
            <a:ext cx="12192000" cy="6858000"/>
          </a:xfrm>
          <a:solidFill>
            <a:schemeClr val="tx2"/>
          </a:solidFill>
        </p:spPr>
        <p:txBody>
          <a:bodyPr lIns="6408000" tIns="0" anchor="ctr"/>
          <a:lstStyle>
            <a:lvl1pPr algn="l">
              <a:spcBef>
                <a:spcPts val="0"/>
              </a:spcBef>
              <a:defRPr sz="1600" b="0">
                <a:solidFill>
                  <a:schemeClr val="bg1"/>
                </a:solidFill>
              </a:defRPr>
            </a:lvl1pPr>
          </a:lstStyle>
          <a:p>
            <a:r>
              <a:rPr lang="en-US" noProof="0"/>
              <a:t>Click icon to add picture</a:t>
            </a:r>
            <a:endParaRPr lang="de-DE" noProof="0" dirty="0"/>
          </a:p>
        </p:txBody>
      </p:sp>
      <p:sp>
        <p:nvSpPr>
          <p:cNvPr id="2" name="Title 1">
            <a:extLst>
              <a:ext uri="{FF2B5EF4-FFF2-40B4-BE49-F238E27FC236}">
                <a16:creationId xmlns:a16="http://schemas.microsoft.com/office/drawing/2014/main" id="{BAA0C89F-FE1C-2FFA-0443-6E71E0677E6A}"/>
              </a:ext>
            </a:extLst>
          </p:cNvPr>
          <p:cNvSpPr>
            <a:spLocks noGrp="1"/>
          </p:cNvSpPr>
          <p:nvPr>
            <p:ph type="title" hasCustomPrompt="1"/>
          </p:nvPr>
        </p:nvSpPr>
        <p:spPr bwMode="gray">
          <a:xfrm>
            <a:off x="407368" y="1733500"/>
            <a:ext cx="5472000" cy="1994392"/>
          </a:xfrm>
        </p:spPr>
        <p:txBody>
          <a:bodyPr anchor="b"/>
          <a:lstStyle>
            <a:lvl1pPr>
              <a:defRPr sz="4800">
                <a:solidFill>
                  <a:schemeClr val="bg1"/>
                </a:solidFill>
              </a:defRPr>
            </a:lvl1pPr>
          </a:lstStyle>
          <a:p>
            <a:r>
              <a:rPr lang="de-DE" noProof="0"/>
              <a:t>Präsentationstitel durch Klicken bearbeiten</a:t>
            </a:r>
            <a:endParaRPr lang="de-DE" noProof="0" dirty="0"/>
          </a:p>
        </p:txBody>
      </p:sp>
      <p:sp>
        <p:nvSpPr>
          <p:cNvPr id="11" name="Text Placeholder 10">
            <a:extLst>
              <a:ext uri="{FF2B5EF4-FFF2-40B4-BE49-F238E27FC236}">
                <a16:creationId xmlns:a16="http://schemas.microsoft.com/office/drawing/2014/main" id="{AEBD709B-DFE5-5A5D-6A5C-7022BC395B26}"/>
              </a:ext>
            </a:extLst>
          </p:cNvPr>
          <p:cNvSpPr>
            <a:spLocks noGrp="1"/>
          </p:cNvSpPr>
          <p:nvPr>
            <p:ph type="body" sz="quarter" idx="10" hasCustomPrompt="1"/>
          </p:nvPr>
        </p:nvSpPr>
        <p:spPr bwMode="gray">
          <a:xfrm>
            <a:off x="407368" y="3930653"/>
            <a:ext cx="5472000" cy="307777"/>
          </a:xfrm>
        </p:spPr>
        <p:txBody>
          <a:bodyPr wrap="square">
            <a:spAutoFit/>
          </a:bodyPr>
          <a:lstStyle>
            <a:lvl1pPr marL="0" indent="0">
              <a:spcBef>
                <a:spcPts val="0"/>
              </a:spcBef>
              <a:buFont typeface="Skeena" panose="020B0604020202020204" pitchFamily="34" charset="0"/>
              <a:buNone/>
              <a:defRPr sz="2000" b="0">
                <a:solidFill>
                  <a:schemeClr val="bg1"/>
                </a:solidFill>
              </a:defRPr>
            </a:lvl1pPr>
            <a:lvl2pPr marL="0" indent="0">
              <a:spcBef>
                <a:spcPts val="0"/>
              </a:spcBef>
              <a:buFont typeface="Skeena" panose="020B0604020202020204" pitchFamily="34" charset="0"/>
              <a:buNone/>
              <a:defRPr sz="2000" b="0">
                <a:solidFill>
                  <a:schemeClr val="bg1"/>
                </a:solidFill>
              </a:defRPr>
            </a:lvl2pPr>
            <a:lvl3pPr marL="0" indent="0">
              <a:spcBef>
                <a:spcPts val="0"/>
              </a:spcBef>
              <a:buNone/>
              <a:defRPr sz="2000" b="0">
                <a:solidFill>
                  <a:schemeClr val="bg1"/>
                </a:solidFill>
              </a:defRPr>
            </a:lvl3pPr>
            <a:lvl4pPr marL="0" indent="0">
              <a:spcBef>
                <a:spcPts val="0"/>
              </a:spcBef>
              <a:buNone/>
              <a:defRPr sz="2000" b="0">
                <a:solidFill>
                  <a:schemeClr val="bg1"/>
                </a:solidFill>
              </a:defRPr>
            </a:lvl4pPr>
            <a:lvl5pPr marL="0" indent="0">
              <a:spcBef>
                <a:spcPts val="0"/>
              </a:spcBef>
              <a:buNone/>
              <a:defRPr sz="2000" b="0">
                <a:solidFill>
                  <a:schemeClr val="bg1"/>
                </a:solidFill>
              </a:defRPr>
            </a:lvl5pPr>
            <a:lvl6pPr marL="0" indent="0">
              <a:spcBef>
                <a:spcPts val="0"/>
              </a:spcBef>
              <a:buNone/>
              <a:defRPr sz="2000" b="0">
                <a:solidFill>
                  <a:schemeClr val="bg1"/>
                </a:solidFill>
              </a:defRPr>
            </a:lvl6pPr>
            <a:lvl7pPr marL="0" indent="0">
              <a:spcBef>
                <a:spcPts val="0"/>
              </a:spcBef>
              <a:buNone/>
              <a:defRPr sz="2000" b="0">
                <a:solidFill>
                  <a:schemeClr val="bg1"/>
                </a:solidFill>
              </a:defRPr>
            </a:lvl7pPr>
            <a:lvl8pPr marL="0" indent="0">
              <a:spcBef>
                <a:spcPts val="0"/>
              </a:spcBef>
              <a:buNone/>
              <a:defRPr sz="2000" b="0">
                <a:solidFill>
                  <a:schemeClr val="bg1"/>
                </a:solidFill>
              </a:defRPr>
            </a:lvl8pPr>
            <a:lvl9pPr marL="0" indent="0">
              <a:spcBef>
                <a:spcPts val="0"/>
              </a:spcBef>
              <a:buNone/>
              <a:defRPr sz="2000" b="0">
                <a:solidFill>
                  <a:schemeClr val="bg1"/>
                </a:solidFill>
              </a:defRPr>
            </a:lvl9pPr>
          </a:lstStyle>
          <a:p>
            <a:pPr lvl="0"/>
            <a:r>
              <a:rPr lang="de-DE" noProof="0"/>
              <a:t>Untertitel durch Klicken bearbeiten</a:t>
            </a:r>
            <a:endParaRPr lang="de-DE" noProof="0" dirty="0"/>
          </a:p>
        </p:txBody>
      </p:sp>
      <p:sp>
        <p:nvSpPr>
          <p:cNvPr id="12" name="Text Placeholder 10">
            <a:extLst>
              <a:ext uri="{FF2B5EF4-FFF2-40B4-BE49-F238E27FC236}">
                <a16:creationId xmlns:a16="http://schemas.microsoft.com/office/drawing/2014/main" id="{B672624F-E384-C13B-8F1E-772A7C9E7100}"/>
              </a:ext>
            </a:extLst>
          </p:cNvPr>
          <p:cNvSpPr>
            <a:spLocks noGrp="1"/>
          </p:cNvSpPr>
          <p:nvPr>
            <p:ph type="body" sz="quarter" idx="11" hasCustomPrompt="1"/>
          </p:nvPr>
        </p:nvSpPr>
        <p:spPr bwMode="gray">
          <a:xfrm>
            <a:off x="407368" y="6021868"/>
            <a:ext cx="5472000" cy="215444"/>
          </a:xfrm>
        </p:spPr>
        <p:txBody>
          <a:bodyPr wrap="square" anchor="b">
            <a:spAutoFit/>
          </a:bodyPr>
          <a:lstStyle>
            <a:lvl1pPr marL="0" indent="0">
              <a:spcBef>
                <a:spcPts val="0"/>
              </a:spcBef>
              <a:buFont typeface="Skeena" panose="020B0604020202020204" pitchFamily="34" charset="0"/>
              <a:buNone/>
              <a:defRPr sz="1400" b="0">
                <a:solidFill>
                  <a:schemeClr val="bg1"/>
                </a:solidFill>
              </a:defRPr>
            </a:lvl1pPr>
            <a:lvl2pPr marL="0" indent="0">
              <a:spcBef>
                <a:spcPts val="0"/>
              </a:spcBef>
              <a:buFont typeface="Skeena" panose="020B0604020202020204" pitchFamily="34" charset="0"/>
              <a:buNone/>
              <a:defRPr sz="1400" b="0">
                <a:solidFill>
                  <a:schemeClr val="bg1"/>
                </a:solidFill>
              </a:defRPr>
            </a:lvl2pPr>
            <a:lvl3pPr marL="0" indent="0">
              <a:spcBef>
                <a:spcPts val="0"/>
              </a:spcBef>
              <a:buNone/>
              <a:defRPr sz="1400" b="0">
                <a:solidFill>
                  <a:schemeClr val="bg1"/>
                </a:solidFill>
              </a:defRPr>
            </a:lvl3pPr>
            <a:lvl4pPr marL="0" indent="0">
              <a:spcBef>
                <a:spcPts val="0"/>
              </a:spcBef>
              <a:buNone/>
              <a:defRPr sz="1400" b="0">
                <a:solidFill>
                  <a:schemeClr val="bg1"/>
                </a:solidFill>
              </a:defRPr>
            </a:lvl4pPr>
            <a:lvl5pPr marL="0" indent="0">
              <a:spcBef>
                <a:spcPts val="0"/>
              </a:spcBef>
              <a:buNone/>
              <a:defRPr sz="1400" b="0">
                <a:solidFill>
                  <a:schemeClr val="bg1"/>
                </a:solidFill>
              </a:defRPr>
            </a:lvl5pPr>
            <a:lvl6pPr marL="0" indent="0">
              <a:spcBef>
                <a:spcPts val="0"/>
              </a:spcBef>
              <a:buNone/>
              <a:defRPr sz="1400" b="0">
                <a:solidFill>
                  <a:schemeClr val="bg1"/>
                </a:solidFill>
              </a:defRPr>
            </a:lvl6pPr>
            <a:lvl7pPr marL="0" indent="0">
              <a:spcBef>
                <a:spcPts val="0"/>
              </a:spcBef>
              <a:buNone/>
              <a:defRPr sz="1400" b="0">
                <a:solidFill>
                  <a:schemeClr val="bg1"/>
                </a:solidFill>
              </a:defRPr>
            </a:lvl7pPr>
            <a:lvl8pPr marL="0" indent="0">
              <a:spcBef>
                <a:spcPts val="0"/>
              </a:spcBef>
              <a:buNone/>
              <a:defRPr sz="1400" b="0">
                <a:solidFill>
                  <a:schemeClr val="bg1"/>
                </a:solidFill>
              </a:defRPr>
            </a:lvl8pPr>
            <a:lvl9pPr marL="0" indent="0">
              <a:spcBef>
                <a:spcPts val="0"/>
              </a:spcBef>
              <a:buNone/>
              <a:defRPr sz="1400" b="0">
                <a:solidFill>
                  <a:schemeClr val="bg1"/>
                </a:solidFill>
              </a:defRPr>
            </a:lvl9pPr>
          </a:lstStyle>
          <a:p>
            <a:pPr lvl="0"/>
            <a:r>
              <a:rPr lang="de-DE" noProof="0"/>
              <a:t>Vorname und Nachname des Redners  |  Ort  |  Datum bearbeiten</a:t>
            </a:r>
            <a:endParaRPr lang="de-DE" noProof="0" dirty="0"/>
          </a:p>
        </p:txBody>
      </p:sp>
      <p:sp>
        <p:nvSpPr>
          <p:cNvPr id="13" name="Text Placeholder 10">
            <a:extLst>
              <a:ext uri="{FF2B5EF4-FFF2-40B4-BE49-F238E27FC236}">
                <a16:creationId xmlns:a16="http://schemas.microsoft.com/office/drawing/2014/main" id="{E6184790-58D3-BEE6-1251-DF5AF11454F7}"/>
              </a:ext>
            </a:extLst>
          </p:cNvPr>
          <p:cNvSpPr>
            <a:spLocks noGrp="1"/>
          </p:cNvSpPr>
          <p:nvPr>
            <p:ph type="body" sz="quarter" idx="12" hasCustomPrompt="1"/>
          </p:nvPr>
        </p:nvSpPr>
        <p:spPr bwMode="gray">
          <a:xfrm>
            <a:off x="9061233" y="316267"/>
            <a:ext cx="2723399" cy="306000"/>
          </a:xfrm>
          <a:blipFill>
            <a:blip r:embed="rId2"/>
            <a:stretch>
              <a:fillRect/>
            </a:stretch>
          </a:blipFill>
        </p:spPr>
        <p:txBody>
          <a:bodyPr/>
          <a:lstStyle>
            <a:lvl1pPr marL="0" indent="0">
              <a:spcBef>
                <a:spcPts val="0"/>
              </a:spcBef>
              <a:buFont typeface="Skeena" panose="020B0604020202020204" pitchFamily="34" charset="0"/>
              <a:buNone/>
              <a:defRPr sz="100" b="0">
                <a:noFill/>
              </a:defRPr>
            </a:lvl1pPr>
            <a:lvl2pPr marL="0" indent="0">
              <a:spcBef>
                <a:spcPts val="0"/>
              </a:spcBef>
              <a:buFont typeface="Skeena" panose="020B0604020202020204" pitchFamily="34" charset="0"/>
              <a:buNone/>
              <a:defRPr sz="100" b="0">
                <a:noFill/>
              </a:defRPr>
            </a:lvl2pPr>
            <a:lvl3pPr marL="0" indent="0">
              <a:spcBef>
                <a:spcPts val="0"/>
              </a:spcBef>
              <a:buNone/>
              <a:defRPr sz="100" b="0">
                <a:noFill/>
              </a:defRPr>
            </a:lvl3pPr>
            <a:lvl4pPr marL="0" indent="0">
              <a:spcBef>
                <a:spcPts val="0"/>
              </a:spcBef>
              <a:buNone/>
              <a:defRPr sz="100" b="0">
                <a:noFill/>
              </a:defRPr>
            </a:lvl4pPr>
            <a:lvl5pPr marL="0" indent="0">
              <a:spcBef>
                <a:spcPts val="0"/>
              </a:spcBef>
              <a:buNone/>
              <a:defRPr sz="100" b="0">
                <a:noFill/>
              </a:defRPr>
            </a:lvl5pPr>
            <a:lvl6pPr marL="0" indent="0">
              <a:spcBef>
                <a:spcPts val="0"/>
              </a:spcBef>
              <a:buNone/>
              <a:defRPr sz="100" b="0">
                <a:noFill/>
              </a:defRPr>
            </a:lvl6pPr>
            <a:lvl7pPr marL="0" indent="0">
              <a:spcBef>
                <a:spcPts val="0"/>
              </a:spcBef>
              <a:buNone/>
              <a:defRPr sz="100" b="0">
                <a:noFill/>
              </a:defRPr>
            </a:lvl7pPr>
            <a:lvl8pPr marL="0" indent="0">
              <a:spcBef>
                <a:spcPts val="0"/>
              </a:spcBef>
              <a:buNone/>
              <a:defRPr sz="100" b="0">
                <a:noFill/>
              </a:defRPr>
            </a:lvl8pPr>
            <a:lvl9pPr marL="0" indent="0">
              <a:spcBef>
                <a:spcPts val="0"/>
              </a:spcBef>
              <a:buNone/>
              <a:defRPr sz="100" b="0">
                <a:noFill/>
              </a:defRPr>
            </a:lvl9pPr>
          </a:lstStyle>
          <a:p>
            <a:pPr lvl="0"/>
            <a:r>
              <a:rPr lang="de-DE" noProof="0"/>
              <a:t> </a:t>
            </a:r>
          </a:p>
        </p:txBody>
      </p:sp>
    </p:spTree>
    <p:extLst>
      <p:ext uri="{BB962C8B-B14F-4D97-AF65-F5344CB8AC3E}">
        <p14:creationId xmlns:p14="http://schemas.microsoft.com/office/powerpoint/2010/main" val="40956747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 Agenda (kurz)">
    <p:spTree>
      <p:nvGrpSpPr>
        <p:cNvPr id="1" name=""/>
        <p:cNvGrpSpPr/>
        <p:nvPr/>
      </p:nvGrpSpPr>
      <p:grpSpPr>
        <a:xfrm>
          <a:off x="0" y="0"/>
          <a:ext cx="0" cy="0"/>
          <a:chOff x="0" y="0"/>
          <a:chExt cx="0" cy="0"/>
        </a:xfrm>
      </p:grpSpPr>
      <p:sp>
        <p:nvSpPr>
          <p:cNvPr id="40" name="Picture Placeholder 17">
            <a:extLst>
              <a:ext uri="{FF2B5EF4-FFF2-40B4-BE49-F238E27FC236}">
                <a16:creationId xmlns:a16="http://schemas.microsoft.com/office/drawing/2014/main" id="{0D46E141-FAAF-E9A6-B1EB-37D5D14C4023}"/>
              </a:ext>
            </a:extLst>
          </p:cNvPr>
          <p:cNvSpPr>
            <a:spLocks noGrp="1"/>
          </p:cNvSpPr>
          <p:nvPr>
            <p:ph type="pic" sz="quarter" idx="22"/>
          </p:nvPr>
        </p:nvSpPr>
        <p:spPr bwMode="gray">
          <a:xfrm>
            <a:off x="7860564" y="2526561"/>
            <a:ext cx="4331436" cy="4331439"/>
          </a:xfrm>
        </p:spPr>
        <p:txBody>
          <a:bodyPr tIns="648000" anchor="ctr"/>
          <a:lstStyle>
            <a:lvl1pPr algn="ctr">
              <a:spcBef>
                <a:spcPts val="0"/>
              </a:spcBef>
              <a:defRPr sz="1600" b="0"/>
            </a:lvl1pPr>
          </a:lstStyle>
          <a:p>
            <a:r>
              <a:rPr lang="en-US" noProof="0"/>
              <a:t>Click icon to add picture</a:t>
            </a:r>
            <a:endParaRPr lang="de-DE" noProof="0" dirty="0"/>
          </a:p>
        </p:txBody>
      </p:sp>
      <p:grpSp>
        <p:nvGrpSpPr>
          <p:cNvPr id="41" name="Group 40">
            <a:extLst>
              <a:ext uri="{FF2B5EF4-FFF2-40B4-BE49-F238E27FC236}">
                <a16:creationId xmlns:a16="http://schemas.microsoft.com/office/drawing/2014/main" id="{82A912F9-275B-C7C6-7D6F-F7EE4DB15DD1}"/>
              </a:ext>
            </a:extLst>
          </p:cNvPr>
          <p:cNvGrpSpPr>
            <a:grpSpLocks noChangeAspect="1"/>
          </p:cNvGrpSpPr>
          <p:nvPr userDrawn="1"/>
        </p:nvGrpSpPr>
        <p:grpSpPr bwMode="ltGray">
          <a:xfrm>
            <a:off x="6566754" y="1232756"/>
            <a:ext cx="5625248" cy="5625246"/>
            <a:chOff x="5118212" y="1097010"/>
            <a:chExt cx="3600003" cy="3600000"/>
          </a:xfrm>
          <a:solidFill>
            <a:schemeClr val="tx1"/>
          </a:solidFill>
        </p:grpSpPr>
        <p:sp>
          <p:nvSpPr>
            <p:cNvPr id="42" name="Rectangle 41">
              <a:extLst>
                <a:ext uri="{FF2B5EF4-FFF2-40B4-BE49-F238E27FC236}">
                  <a16:creationId xmlns:a16="http://schemas.microsoft.com/office/drawing/2014/main" id="{87540F96-326B-4427-0D5C-14DBF0F727C7}"/>
                </a:ext>
              </a:extLst>
            </p:cNvPr>
            <p:cNvSpPr>
              <a:spLocks noChangeAspect="1"/>
            </p:cNvSpPr>
            <p:nvPr userDrawn="1"/>
          </p:nvSpPr>
          <p:spPr bwMode="ltGray">
            <a:xfrm>
              <a:off x="5946214" y="1097010"/>
              <a:ext cx="2772001" cy="82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43" name="Rectangle 42">
              <a:extLst>
                <a:ext uri="{FF2B5EF4-FFF2-40B4-BE49-F238E27FC236}">
                  <a16:creationId xmlns:a16="http://schemas.microsoft.com/office/drawing/2014/main" id="{E78704B2-8E28-7D64-3777-D6D6B155B8E6}"/>
                </a:ext>
              </a:extLst>
            </p:cNvPr>
            <p:cNvSpPr>
              <a:spLocks noChangeAspect="1"/>
            </p:cNvSpPr>
            <p:nvPr userDrawn="1"/>
          </p:nvSpPr>
          <p:spPr bwMode="ltGray">
            <a:xfrm>
              <a:off x="5118212" y="1925010"/>
              <a:ext cx="828000" cy="277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sp>
        <p:nvSpPr>
          <p:cNvPr id="9" name="Text Placeholder 10">
            <a:extLst>
              <a:ext uri="{FF2B5EF4-FFF2-40B4-BE49-F238E27FC236}">
                <a16:creationId xmlns:a16="http://schemas.microsoft.com/office/drawing/2014/main" id="{93827F3F-23F6-3143-81F1-510EE74CD825}"/>
              </a:ext>
            </a:extLst>
          </p:cNvPr>
          <p:cNvSpPr>
            <a:spLocks noGrp="1"/>
          </p:cNvSpPr>
          <p:nvPr>
            <p:ph type="body" sz="quarter" idx="12" hasCustomPrompt="1"/>
          </p:nvPr>
        </p:nvSpPr>
        <p:spPr bwMode="gray">
          <a:xfrm>
            <a:off x="407368" y="550998"/>
            <a:ext cx="360000" cy="307777"/>
          </a:xfrm>
        </p:spPr>
        <p:txBody>
          <a:bodyPr anchor="b">
            <a:spAutoFit/>
          </a:bodyPr>
          <a:lstStyle>
            <a:lvl1pPr marL="0" indent="0" algn="l">
              <a:spcBef>
                <a:spcPts val="0"/>
              </a:spcBef>
              <a:buFont typeface="Skeena" panose="020B0604020202020204" pitchFamily="34" charset="0"/>
              <a:buNone/>
              <a:defRPr sz="2000" b="0">
                <a:solidFill>
                  <a:schemeClr val="tx1"/>
                </a:solidFill>
              </a:defRPr>
            </a:lvl1pPr>
            <a:lvl2pPr marL="0" indent="0" algn="l">
              <a:spcBef>
                <a:spcPts val="0"/>
              </a:spcBef>
              <a:buFont typeface="Skeena" panose="020B0604020202020204" pitchFamily="34" charset="0"/>
              <a:buNone/>
              <a:defRPr sz="2000" b="0">
                <a:solidFill>
                  <a:schemeClr val="tx1"/>
                </a:solidFill>
              </a:defRPr>
            </a:lvl2pPr>
            <a:lvl3pPr marL="0" indent="0" algn="l">
              <a:spcBef>
                <a:spcPts val="0"/>
              </a:spcBef>
              <a:buNone/>
              <a:defRPr sz="2000" b="0">
                <a:solidFill>
                  <a:schemeClr val="tx1"/>
                </a:solidFill>
              </a:defRPr>
            </a:lvl3pPr>
            <a:lvl4pPr marL="0" indent="0" algn="l">
              <a:spcBef>
                <a:spcPts val="0"/>
              </a:spcBef>
              <a:buNone/>
              <a:defRPr sz="2000" b="0">
                <a:solidFill>
                  <a:schemeClr val="tx1"/>
                </a:solidFill>
              </a:defRPr>
            </a:lvl4pPr>
            <a:lvl5pPr marL="0" indent="0" algn="l">
              <a:spcBef>
                <a:spcPts val="0"/>
              </a:spcBef>
              <a:buNone/>
              <a:defRPr sz="2000" b="0">
                <a:solidFill>
                  <a:schemeClr val="tx1"/>
                </a:solidFill>
              </a:defRPr>
            </a:lvl5pPr>
            <a:lvl6pPr marL="0" indent="0" algn="l">
              <a:spcBef>
                <a:spcPts val="0"/>
              </a:spcBef>
              <a:buNone/>
              <a:defRPr sz="2000" b="0">
                <a:solidFill>
                  <a:schemeClr val="tx1"/>
                </a:solidFill>
              </a:defRPr>
            </a:lvl6pPr>
            <a:lvl7pPr marL="0" indent="0" algn="l">
              <a:spcBef>
                <a:spcPts val="0"/>
              </a:spcBef>
              <a:buNone/>
              <a:defRPr sz="2000" b="0">
                <a:solidFill>
                  <a:schemeClr val="tx1"/>
                </a:solidFill>
              </a:defRPr>
            </a:lvl7pPr>
            <a:lvl8pPr marL="0" indent="0" algn="l">
              <a:spcBef>
                <a:spcPts val="0"/>
              </a:spcBef>
              <a:buNone/>
              <a:defRPr sz="2000" b="0">
                <a:solidFill>
                  <a:schemeClr val="tx1"/>
                </a:solidFill>
              </a:defRPr>
            </a:lvl8pPr>
            <a:lvl9pPr marL="0" indent="0" algn="l">
              <a:spcBef>
                <a:spcPts val="0"/>
              </a:spcBef>
              <a:buNone/>
              <a:defRPr sz="2000" b="0">
                <a:solidFill>
                  <a:schemeClr val="tx1"/>
                </a:solidFill>
              </a:defRPr>
            </a:lvl9pPr>
          </a:lstStyle>
          <a:p>
            <a:pPr lvl="0"/>
            <a:r>
              <a:rPr lang="de-DE" noProof="0"/>
              <a:t>0X</a:t>
            </a:r>
          </a:p>
        </p:txBody>
      </p:sp>
      <p:sp>
        <p:nvSpPr>
          <p:cNvPr id="10" name="Text Placeholder 10">
            <a:extLst>
              <a:ext uri="{FF2B5EF4-FFF2-40B4-BE49-F238E27FC236}">
                <a16:creationId xmlns:a16="http://schemas.microsoft.com/office/drawing/2014/main" id="{2CA61D65-9C5F-4547-248C-B4CABFC35E37}"/>
              </a:ext>
            </a:extLst>
          </p:cNvPr>
          <p:cNvSpPr>
            <a:spLocks noGrp="1"/>
          </p:cNvSpPr>
          <p:nvPr>
            <p:ph type="body" sz="quarter" idx="13" hasCustomPrompt="1"/>
          </p:nvPr>
        </p:nvSpPr>
        <p:spPr bwMode="gray">
          <a:xfrm>
            <a:off x="407368" y="878303"/>
            <a:ext cx="5472000" cy="307777"/>
          </a:xfrm>
        </p:spPr>
        <p:txBody>
          <a:bodyPr anchor="t">
            <a:spAutoFit/>
          </a:bodyPr>
          <a:lstStyle>
            <a:lvl1pPr marL="0" indent="0" algn="l">
              <a:spcBef>
                <a:spcPts val="0"/>
              </a:spcBef>
              <a:buFont typeface="Skeena" panose="020B0604020202020204" pitchFamily="34" charset="0"/>
              <a:buNone/>
              <a:defRPr sz="2000" b="0">
                <a:solidFill>
                  <a:schemeClr val="tx1"/>
                </a:solidFill>
              </a:defRPr>
            </a:lvl1pPr>
            <a:lvl2pPr marL="0" indent="0" algn="l">
              <a:spcBef>
                <a:spcPts val="0"/>
              </a:spcBef>
              <a:buFont typeface="Skeena" panose="020B0604020202020204" pitchFamily="34" charset="0"/>
              <a:buNone/>
              <a:defRPr sz="2000" b="0">
                <a:solidFill>
                  <a:schemeClr val="tx1"/>
                </a:solidFill>
              </a:defRPr>
            </a:lvl2pPr>
            <a:lvl3pPr marL="0" indent="0" algn="l">
              <a:spcBef>
                <a:spcPts val="0"/>
              </a:spcBef>
              <a:buNone/>
              <a:defRPr sz="2000" b="0">
                <a:solidFill>
                  <a:schemeClr val="tx1"/>
                </a:solidFill>
              </a:defRPr>
            </a:lvl3pPr>
            <a:lvl4pPr marL="0" indent="0" algn="l">
              <a:spcBef>
                <a:spcPts val="0"/>
              </a:spcBef>
              <a:buNone/>
              <a:defRPr sz="2000" b="0">
                <a:solidFill>
                  <a:schemeClr val="tx1"/>
                </a:solidFill>
              </a:defRPr>
            </a:lvl4pPr>
            <a:lvl5pPr marL="0" indent="0" algn="l">
              <a:spcBef>
                <a:spcPts val="0"/>
              </a:spcBef>
              <a:buNone/>
              <a:defRPr sz="2000" b="0">
                <a:solidFill>
                  <a:schemeClr val="tx1"/>
                </a:solidFill>
              </a:defRPr>
            </a:lvl5pPr>
            <a:lvl6pPr marL="0" indent="0" algn="l">
              <a:spcBef>
                <a:spcPts val="0"/>
              </a:spcBef>
              <a:buNone/>
              <a:defRPr sz="2000" b="0">
                <a:solidFill>
                  <a:schemeClr val="tx1"/>
                </a:solidFill>
              </a:defRPr>
            </a:lvl6pPr>
            <a:lvl7pPr marL="0" indent="0" algn="l">
              <a:spcBef>
                <a:spcPts val="0"/>
              </a:spcBef>
              <a:buNone/>
              <a:defRPr sz="2000" b="0">
                <a:solidFill>
                  <a:schemeClr val="tx1"/>
                </a:solidFill>
              </a:defRPr>
            </a:lvl7pPr>
            <a:lvl8pPr marL="0" indent="0" algn="l">
              <a:spcBef>
                <a:spcPts val="0"/>
              </a:spcBef>
              <a:buNone/>
              <a:defRPr sz="2000" b="0">
                <a:solidFill>
                  <a:schemeClr val="tx1"/>
                </a:solidFill>
              </a:defRPr>
            </a:lvl8pPr>
            <a:lvl9pPr marL="0" indent="0" algn="l">
              <a:spcBef>
                <a:spcPts val="0"/>
              </a:spcBef>
              <a:buNone/>
              <a:defRPr sz="2000" b="0">
                <a:solidFill>
                  <a:schemeClr val="tx1"/>
                </a:solidFill>
              </a:defRPr>
            </a:lvl9pPr>
          </a:lstStyle>
          <a:p>
            <a:pPr lvl="0"/>
            <a:r>
              <a:rPr lang="de-DE" noProof="0"/>
              <a:t>Agendapunkt durch Klicken bearbeiten</a:t>
            </a:r>
            <a:endParaRPr lang="de-DE" noProof="0" dirty="0"/>
          </a:p>
        </p:txBody>
      </p:sp>
      <p:sp>
        <p:nvSpPr>
          <p:cNvPr id="11" name="Text Placeholder 10">
            <a:extLst>
              <a:ext uri="{FF2B5EF4-FFF2-40B4-BE49-F238E27FC236}">
                <a16:creationId xmlns:a16="http://schemas.microsoft.com/office/drawing/2014/main" id="{6ABA5052-A202-BCA2-8153-3389CAF6C06B}"/>
              </a:ext>
            </a:extLst>
          </p:cNvPr>
          <p:cNvSpPr>
            <a:spLocks noGrp="1"/>
          </p:cNvSpPr>
          <p:nvPr>
            <p:ph type="body" sz="quarter" idx="14" hasCustomPrompt="1"/>
          </p:nvPr>
        </p:nvSpPr>
        <p:spPr bwMode="gray">
          <a:xfrm>
            <a:off x="407368" y="1813806"/>
            <a:ext cx="360000" cy="307777"/>
          </a:xfrm>
        </p:spPr>
        <p:txBody>
          <a:bodyPr anchor="b">
            <a:spAutoFit/>
          </a:bodyPr>
          <a:lstStyle>
            <a:lvl1pPr marL="0" indent="0" algn="l">
              <a:spcBef>
                <a:spcPts val="0"/>
              </a:spcBef>
              <a:buFont typeface="Skeena" panose="020B0604020202020204" pitchFamily="34" charset="0"/>
              <a:buNone/>
              <a:defRPr sz="2000" b="0">
                <a:solidFill>
                  <a:schemeClr val="tx1"/>
                </a:solidFill>
              </a:defRPr>
            </a:lvl1pPr>
            <a:lvl2pPr marL="0" indent="0" algn="l">
              <a:spcBef>
                <a:spcPts val="0"/>
              </a:spcBef>
              <a:buFont typeface="Skeena" panose="020B0604020202020204" pitchFamily="34" charset="0"/>
              <a:buNone/>
              <a:defRPr sz="2000" b="0">
                <a:solidFill>
                  <a:schemeClr val="tx1"/>
                </a:solidFill>
              </a:defRPr>
            </a:lvl2pPr>
            <a:lvl3pPr marL="0" indent="0" algn="l">
              <a:spcBef>
                <a:spcPts val="0"/>
              </a:spcBef>
              <a:buNone/>
              <a:defRPr sz="2000" b="0">
                <a:solidFill>
                  <a:schemeClr val="tx1"/>
                </a:solidFill>
              </a:defRPr>
            </a:lvl3pPr>
            <a:lvl4pPr marL="0" indent="0" algn="l">
              <a:spcBef>
                <a:spcPts val="0"/>
              </a:spcBef>
              <a:buNone/>
              <a:defRPr sz="2000" b="0">
                <a:solidFill>
                  <a:schemeClr val="tx1"/>
                </a:solidFill>
              </a:defRPr>
            </a:lvl4pPr>
            <a:lvl5pPr marL="0" indent="0" algn="l">
              <a:spcBef>
                <a:spcPts val="0"/>
              </a:spcBef>
              <a:buNone/>
              <a:defRPr sz="2000" b="0">
                <a:solidFill>
                  <a:schemeClr val="tx1"/>
                </a:solidFill>
              </a:defRPr>
            </a:lvl5pPr>
            <a:lvl6pPr marL="0" indent="0" algn="l">
              <a:spcBef>
                <a:spcPts val="0"/>
              </a:spcBef>
              <a:buNone/>
              <a:defRPr sz="2000" b="0">
                <a:solidFill>
                  <a:schemeClr val="tx1"/>
                </a:solidFill>
              </a:defRPr>
            </a:lvl6pPr>
            <a:lvl7pPr marL="0" indent="0" algn="l">
              <a:spcBef>
                <a:spcPts val="0"/>
              </a:spcBef>
              <a:buNone/>
              <a:defRPr sz="2000" b="0">
                <a:solidFill>
                  <a:schemeClr val="tx1"/>
                </a:solidFill>
              </a:defRPr>
            </a:lvl7pPr>
            <a:lvl8pPr marL="0" indent="0" algn="l">
              <a:spcBef>
                <a:spcPts val="0"/>
              </a:spcBef>
              <a:buNone/>
              <a:defRPr sz="2000" b="0">
                <a:solidFill>
                  <a:schemeClr val="tx1"/>
                </a:solidFill>
              </a:defRPr>
            </a:lvl8pPr>
            <a:lvl9pPr marL="0" indent="0" algn="l">
              <a:spcBef>
                <a:spcPts val="0"/>
              </a:spcBef>
              <a:buNone/>
              <a:defRPr sz="2000" b="0">
                <a:solidFill>
                  <a:schemeClr val="tx1"/>
                </a:solidFill>
              </a:defRPr>
            </a:lvl9pPr>
          </a:lstStyle>
          <a:p>
            <a:pPr lvl="0"/>
            <a:r>
              <a:rPr lang="de-DE" noProof="0"/>
              <a:t>0X</a:t>
            </a:r>
          </a:p>
        </p:txBody>
      </p:sp>
      <p:sp>
        <p:nvSpPr>
          <p:cNvPr id="12" name="Text Placeholder 10">
            <a:extLst>
              <a:ext uri="{FF2B5EF4-FFF2-40B4-BE49-F238E27FC236}">
                <a16:creationId xmlns:a16="http://schemas.microsoft.com/office/drawing/2014/main" id="{25A5CE4A-7B6B-9514-46BF-646ADCCCA051}"/>
              </a:ext>
            </a:extLst>
          </p:cNvPr>
          <p:cNvSpPr>
            <a:spLocks noGrp="1"/>
          </p:cNvSpPr>
          <p:nvPr>
            <p:ph type="body" sz="quarter" idx="15" hasCustomPrompt="1"/>
          </p:nvPr>
        </p:nvSpPr>
        <p:spPr bwMode="gray">
          <a:xfrm>
            <a:off x="407368" y="2141111"/>
            <a:ext cx="5472000" cy="307777"/>
          </a:xfrm>
        </p:spPr>
        <p:txBody>
          <a:bodyPr anchor="t">
            <a:spAutoFit/>
          </a:bodyPr>
          <a:lstStyle>
            <a:lvl1pPr marL="0" indent="0" algn="l">
              <a:spcBef>
                <a:spcPts val="0"/>
              </a:spcBef>
              <a:buFont typeface="Skeena" panose="020B0604020202020204" pitchFamily="34" charset="0"/>
              <a:buNone/>
              <a:defRPr sz="2000" b="0">
                <a:solidFill>
                  <a:schemeClr val="tx1"/>
                </a:solidFill>
              </a:defRPr>
            </a:lvl1pPr>
            <a:lvl2pPr marL="0" indent="0" algn="l">
              <a:spcBef>
                <a:spcPts val="0"/>
              </a:spcBef>
              <a:buFont typeface="Skeena" panose="020B0604020202020204" pitchFamily="34" charset="0"/>
              <a:buNone/>
              <a:defRPr sz="2000" b="0">
                <a:solidFill>
                  <a:schemeClr val="tx1"/>
                </a:solidFill>
              </a:defRPr>
            </a:lvl2pPr>
            <a:lvl3pPr marL="0" indent="0" algn="l">
              <a:spcBef>
                <a:spcPts val="0"/>
              </a:spcBef>
              <a:buNone/>
              <a:defRPr sz="2000" b="0">
                <a:solidFill>
                  <a:schemeClr val="tx1"/>
                </a:solidFill>
              </a:defRPr>
            </a:lvl3pPr>
            <a:lvl4pPr marL="0" indent="0" algn="l">
              <a:spcBef>
                <a:spcPts val="0"/>
              </a:spcBef>
              <a:buNone/>
              <a:defRPr sz="2000" b="0">
                <a:solidFill>
                  <a:schemeClr val="tx1"/>
                </a:solidFill>
              </a:defRPr>
            </a:lvl4pPr>
            <a:lvl5pPr marL="0" indent="0" algn="l">
              <a:spcBef>
                <a:spcPts val="0"/>
              </a:spcBef>
              <a:buNone/>
              <a:defRPr sz="2000" b="0">
                <a:solidFill>
                  <a:schemeClr val="tx1"/>
                </a:solidFill>
              </a:defRPr>
            </a:lvl5pPr>
            <a:lvl6pPr marL="0" indent="0" algn="l">
              <a:spcBef>
                <a:spcPts val="0"/>
              </a:spcBef>
              <a:buNone/>
              <a:defRPr sz="2000" b="0">
                <a:solidFill>
                  <a:schemeClr val="tx1"/>
                </a:solidFill>
              </a:defRPr>
            </a:lvl6pPr>
            <a:lvl7pPr marL="0" indent="0" algn="l">
              <a:spcBef>
                <a:spcPts val="0"/>
              </a:spcBef>
              <a:buNone/>
              <a:defRPr sz="2000" b="0">
                <a:solidFill>
                  <a:schemeClr val="tx1"/>
                </a:solidFill>
              </a:defRPr>
            </a:lvl7pPr>
            <a:lvl8pPr marL="0" indent="0" algn="l">
              <a:spcBef>
                <a:spcPts val="0"/>
              </a:spcBef>
              <a:buNone/>
              <a:defRPr sz="2000" b="0">
                <a:solidFill>
                  <a:schemeClr val="tx1"/>
                </a:solidFill>
              </a:defRPr>
            </a:lvl8pPr>
            <a:lvl9pPr marL="0" indent="0" algn="l">
              <a:spcBef>
                <a:spcPts val="0"/>
              </a:spcBef>
              <a:buNone/>
              <a:defRPr sz="2000" b="0">
                <a:solidFill>
                  <a:schemeClr val="tx1"/>
                </a:solidFill>
              </a:defRPr>
            </a:lvl9pPr>
          </a:lstStyle>
          <a:p>
            <a:pPr lvl="0"/>
            <a:r>
              <a:rPr lang="de-DE" noProof="0"/>
              <a:t>Agendapunkt durch Klicken bearbeiten</a:t>
            </a:r>
          </a:p>
        </p:txBody>
      </p:sp>
      <p:sp>
        <p:nvSpPr>
          <p:cNvPr id="13" name="Text Placeholder 10">
            <a:extLst>
              <a:ext uri="{FF2B5EF4-FFF2-40B4-BE49-F238E27FC236}">
                <a16:creationId xmlns:a16="http://schemas.microsoft.com/office/drawing/2014/main" id="{25800E80-18FE-E4BD-1166-486A8FA335EA}"/>
              </a:ext>
            </a:extLst>
          </p:cNvPr>
          <p:cNvSpPr>
            <a:spLocks noGrp="1"/>
          </p:cNvSpPr>
          <p:nvPr>
            <p:ph type="body" sz="quarter" idx="16" hasCustomPrompt="1"/>
          </p:nvPr>
        </p:nvSpPr>
        <p:spPr bwMode="gray">
          <a:xfrm>
            <a:off x="407368" y="3076614"/>
            <a:ext cx="360000" cy="307777"/>
          </a:xfrm>
        </p:spPr>
        <p:txBody>
          <a:bodyPr anchor="b">
            <a:spAutoFit/>
          </a:bodyPr>
          <a:lstStyle>
            <a:lvl1pPr marL="0" indent="0" algn="l">
              <a:spcBef>
                <a:spcPts val="0"/>
              </a:spcBef>
              <a:buFont typeface="Skeena" panose="020B0604020202020204" pitchFamily="34" charset="0"/>
              <a:buNone/>
              <a:defRPr sz="2000" b="0">
                <a:solidFill>
                  <a:schemeClr val="tx1"/>
                </a:solidFill>
              </a:defRPr>
            </a:lvl1pPr>
            <a:lvl2pPr marL="0" indent="0" algn="l">
              <a:spcBef>
                <a:spcPts val="0"/>
              </a:spcBef>
              <a:buFont typeface="Skeena" panose="020B0604020202020204" pitchFamily="34" charset="0"/>
              <a:buNone/>
              <a:defRPr sz="2000" b="0">
                <a:solidFill>
                  <a:schemeClr val="tx1"/>
                </a:solidFill>
              </a:defRPr>
            </a:lvl2pPr>
            <a:lvl3pPr marL="0" indent="0" algn="l">
              <a:spcBef>
                <a:spcPts val="0"/>
              </a:spcBef>
              <a:buNone/>
              <a:defRPr sz="2000" b="0">
                <a:solidFill>
                  <a:schemeClr val="tx1"/>
                </a:solidFill>
              </a:defRPr>
            </a:lvl3pPr>
            <a:lvl4pPr marL="0" indent="0" algn="l">
              <a:spcBef>
                <a:spcPts val="0"/>
              </a:spcBef>
              <a:buNone/>
              <a:defRPr sz="2000" b="0">
                <a:solidFill>
                  <a:schemeClr val="tx1"/>
                </a:solidFill>
              </a:defRPr>
            </a:lvl4pPr>
            <a:lvl5pPr marL="0" indent="0" algn="l">
              <a:spcBef>
                <a:spcPts val="0"/>
              </a:spcBef>
              <a:buNone/>
              <a:defRPr sz="2000" b="0">
                <a:solidFill>
                  <a:schemeClr val="tx1"/>
                </a:solidFill>
              </a:defRPr>
            </a:lvl5pPr>
            <a:lvl6pPr marL="0" indent="0" algn="l">
              <a:spcBef>
                <a:spcPts val="0"/>
              </a:spcBef>
              <a:buNone/>
              <a:defRPr sz="2000" b="0">
                <a:solidFill>
                  <a:schemeClr val="tx1"/>
                </a:solidFill>
              </a:defRPr>
            </a:lvl6pPr>
            <a:lvl7pPr marL="0" indent="0" algn="l">
              <a:spcBef>
                <a:spcPts val="0"/>
              </a:spcBef>
              <a:buNone/>
              <a:defRPr sz="2000" b="0">
                <a:solidFill>
                  <a:schemeClr val="tx1"/>
                </a:solidFill>
              </a:defRPr>
            </a:lvl7pPr>
            <a:lvl8pPr marL="0" indent="0" algn="l">
              <a:spcBef>
                <a:spcPts val="0"/>
              </a:spcBef>
              <a:buNone/>
              <a:defRPr sz="2000" b="0">
                <a:solidFill>
                  <a:schemeClr val="tx1"/>
                </a:solidFill>
              </a:defRPr>
            </a:lvl8pPr>
            <a:lvl9pPr marL="0" indent="0" algn="l">
              <a:spcBef>
                <a:spcPts val="0"/>
              </a:spcBef>
              <a:buNone/>
              <a:defRPr sz="2000" b="0">
                <a:solidFill>
                  <a:schemeClr val="tx1"/>
                </a:solidFill>
              </a:defRPr>
            </a:lvl9pPr>
          </a:lstStyle>
          <a:p>
            <a:pPr lvl="0"/>
            <a:r>
              <a:rPr lang="de-DE" noProof="0"/>
              <a:t>0X</a:t>
            </a:r>
          </a:p>
        </p:txBody>
      </p:sp>
      <p:sp>
        <p:nvSpPr>
          <p:cNvPr id="14" name="Text Placeholder 10">
            <a:extLst>
              <a:ext uri="{FF2B5EF4-FFF2-40B4-BE49-F238E27FC236}">
                <a16:creationId xmlns:a16="http://schemas.microsoft.com/office/drawing/2014/main" id="{01D13016-0DCF-D74C-CA0F-D89CB08BD9C4}"/>
              </a:ext>
            </a:extLst>
          </p:cNvPr>
          <p:cNvSpPr>
            <a:spLocks noGrp="1"/>
          </p:cNvSpPr>
          <p:nvPr>
            <p:ph type="body" sz="quarter" idx="17" hasCustomPrompt="1"/>
          </p:nvPr>
        </p:nvSpPr>
        <p:spPr bwMode="gray">
          <a:xfrm>
            <a:off x="407368" y="3403919"/>
            <a:ext cx="5472000" cy="307777"/>
          </a:xfrm>
        </p:spPr>
        <p:txBody>
          <a:bodyPr anchor="t">
            <a:spAutoFit/>
          </a:bodyPr>
          <a:lstStyle>
            <a:lvl1pPr marL="0" indent="0" algn="l">
              <a:spcBef>
                <a:spcPts val="0"/>
              </a:spcBef>
              <a:buFont typeface="Skeena" panose="020B0604020202020204" pitchFamily="34" charset="0"/>
              <a:buNone/>
              <a:defRPr sz="2000" b="0">
                <a:solidFill>
                  <a:schemeClr val="tx1"/>
                </a:solidFill>
              </a:defRPr>
            </a:lvl1pPr>
            <a:lvl2pPr marL="0" indent="0" algn="l">
              <a:spcBef>
                <a:spcPts val="0"/>
              </a:spcBef>
              <a:buFont typeface="Skeena" panose="020B0604020202020204" pitchFamily="34" charset="0"/>
              <a:buNone/>
              <a:defRPr sz="2000" b="0">
                <a:solidFill>
                  <a:schemeClr val="tx1"/>
                </a:solidFill>
              </a:defRPr>
            </a:lvl2pPr>
            <a:lvl3pPr marL="0" indent="0" algn="l">
              <a:spcBef>
                <a:spcPts val="0"/>
              </a:spcBef>
              <a:buNone/>
              <a:defRPr sz="2000" b="0">
                <a:solidFill>
                  <a:schemeClr val="tx1"/>
                </a:solidFill>
              </a:defRPr>
            </a:lvl3pPr>
            <a:lvl4pPr marL="0" indent="0" algn="l">
              <a:spcBef>
                <a:spcPts val="0"/>
              </a:spcBef>
              <a:buNone/>
              <a:defRPr sz="2000" b="0">
                <a:solidFill>
                  <a:schemeClr val="tx1"/>
                </a:solidFill>
              </a:defRPr>
            </a:lvl4pPr>
            <a:lvl5pPr marL="0" indent="0" algn="l">
              <a:spcBef>
                <a:spcPts val="0"/>
              </a:spcBef>
              <a:buNone/>
              <a:defRPr sz="2000" b="0">
                <a:solidFill>
                  <a:schemeClr val="tx1"/>
                </a:solidFill>
              </a:defRPr>
            </a:lvl5pPr>
            <a:lvl6pPr marL="0" indent="0" algn="l">
              <a:spcBef>
                <a:spcPts val="0"/>
              </a:spcBef>
              <a:buNone/>
              <a:defRPr sz="2000" b="0">
                <a:solidFill>
                  <a:schemeClr val="tx1"/>
                </a:solidFill>
              </a:defRPr>
            </a:lvl6pPr>
            <a:lvl7pPr marL="0" indent="0" algn="l">
              <a:spcBef>
                <a:spcPts val="0"/>
              </a:spcBef>
              <a:buNone/>
              <a:defRPr sz="2000" b="0">
                <a:solidFill>
                  <a:schemeClr val="tx1"/>
                </a:solidFill>
              </a:defRPr>
            </a:lvl7pPr>
            <a:lvl8pPr marL="0" indent="0" algn="l">
              <a:spcBef>
                <a:spcPts val="0"/>
              </a:spcBef>
              <a:buNone/>
              <a:defRPr sz="2000" b="0">
                <a:solidFill>
                  <a:schemeClr val="tx1"/>
                </a:solidFill>
              </a:defRPr>
            </a:lvl8pPr>
            <a:lvl9pPr marL="0" indent="0" algn="l">
              <a:spcBef>
                <a:spcPts val="0"/>
              </a:spcBef>
              <a:buNone/>
              <a:defRPr sz="2000" b="0">
                <a:solidFill>
                  <a:schemeClr val="tx1"/>
                </a:solidFill>
              </a:defRPr>
            </a:lvl9pPr>
          </a:lstStyle>
          <a:p>
            <a:pPr lvl="0"/>
            <a:r>
              <a:rPr lang="de-DE" noProof="0"/>
              <a:t>Agendapunkt durch Klicken bearbeiten</a:t>
            </a:r>
          </a:p>
        </p:txBody>
      </p:sp>
      <p:sp>
        <p:nvSpPr>
          <p:cNvPr id="15" name="Text Placeholder 10">
            <a:extLst>
              <a:ext uri="{FF2B5EF4-FFF2-40B4-BE49-F238E27FC236}">
                <a16:creationId xmlns:a16="http://schemas.microsoft.com/office/drawing/2014/main" id="{ED6C9F97-4534-577B-D60D-1C395C1AEBE5}"/>
              </a:ext>
            </a:extLst>
          </p:cNvPr>
          <p:cNvSpPr>
            <a:spLocks noGrp="1"/>
          </p:cNvSpPr>
          <p:nvPr>
            <p:ph type="body" sz="quarter" idx="18" hasCustomPrompt="1"/>
          </p:nvPr>
        </p:nvSpPr>
        <p:spPr bwMode="gray">
          <a:xfrm>
            <a:off x="407368" y="4339422"/>
            <a:ext cx="360000" cy="307777"/>
          </a:xfrm>
        </p:spPr>
        <p:txBody>
          <a:bodyPr anchor="b">
            <a:spAutoFit/>
          </a:bodyPr>
          <a:lstStyle>
            <a:lvl1pPr marL="0" indent="0" algn="l">
              <a:spcBef>
                <a:spcPts val="0"/>
              </a:spcBef>
              <a:buFont typeface="Skeena" panose="020B0604020202020204" pitchFamily="34" charset="0"/>
              <a:buNone/>
              <a:defRPr sz="2000" b="0">
                <a:solidFill>
                  <a:schemeClr val="tx1"/>
                </a:solidFill>
              </a:defRPr>
            </a:lvl1pPr>
            <a:lvl2pPr marL="0" indent="0" algn="l">
              <a:spcBef>
                <a:spcPts val="0"/>
              </a:spcBef>
              <a:buFont typeface="Skeena" panose="020B0604020202020204" pitchFamily="34" charset="0"/>
              <a:buNone/>
              <a:defRPr sz="2000" b="0">
                <a:solidFill>
                  <a:schemeClr val="tx1"/>
                </a:solidFill>
              </a:defRPr>
            </a:lvl2pPr>
            <a:lvl3pPr marL="0" indent="0" algn="l">
              <a:spcBef>
                <a:spcPts val="0"/>
              </a:spcBef>
              <a:buNone/>
              <a:defRPr sz="2000" b="0">
                <a:solidFill>
                  <a:schemeClr val="tx1"/>
                </a:solidFill>
              </a:defRPr>
            </a:lvl3pPr>
            <a:lvl4pPr marL="0" indent="0" algn="l">
              <a:spcBef>
                <a:spcPts val="0"/>
              </a:spcBef>
              <a:buNone/>
              <a:defRPr sz="2000" b="0">
                <a:solidFill>
                  <a:schemeClr val="tx1"/>
                </a:solidFill>
              </a:defRPr>
            </a:lvl4pPr>
            <a:lvl5pPr marL="0" indent="0" algn="l">
              <a:spcBef>
                <a:spcPts val="0"/>
              </a:spcBef>
              <a:buNone/>
              <a:defRPr sz="2000" b="0">
                <a:solidFill>
                  <a:schemeClr val="tx1"/>
                </a:solidFill>
              </a:defRPr>
            </a:lvl5pPr>
            <a:lvl6pPr marL="0" indent="0" algn="l">
              <a:spcBef>
                <a:spcPts val="0"/>
              </a:spcBef>
              <a:buNone/>
              <a:defRPr sz="2000" b="0">
                <a:solidFill>
                  <a:schemeClr val="tx1"/>
                </a:solidFill>
              </a:defRPr>
            </a:lvl6pPr>
            <a:lvl7pPr marL="0" indent="0" algn="l">
              <a:spcBef>
                <a:spcPts val="0"/>
              </a:spcBef>
              <a:buNone/>
              <a:defRPr sz="2000" b="0">
                <a:solidFill>
                  <a:schemeClr val="tx1"/>
                </a:solidFill>
              </a:defRPr>
            </a:lvl7pPr>
            <a:lvl8pPr marL="0" indent="0" algn="l">
              <a:spcBef>
                <a:spcPts val="0"/>
              </a:spcBef>
              <a:buNone/>
              <a:defRPr sz="2000" b="0">
                <a:solidFill>
                  <a:schemeClr val="tx1"/>
                </a:solidFill>
              </a:defRPr>
            </a:lvl8pPr>
            <a:lvl9pPr marL="0" indent="0" algn="l">
              <a:spcBef>
                <a:spcPts val="0"/>
              </a:spcBef>
              <a:buNone/>
              <a:defRPr sz="2000" b="0">
                <a:solidFill>
                  <a:schemeClr val="tx1"/>
                </a:solidFill>
              </a:defRPr>
            </a:lvl9pPr>
          </a:lstStyle>
          <a:p>
            <a:pPr lvl="0"/>
            <a:r>
              <a:rPr lang="de-DE" noProof="0"/>
              <a:t>0X</a:t>
            </a:r>
          </a:p>
        </p:txBody>
      </p:sp>
      <p:sp>
        <p:nvSpPr>
          <p:cNvPr id="16" name="Text Placeholder 10">
            <a:extLst>
              <a:ext uri="{FF2B5EF4-FFF2-40B4-BE49-F238E27FC236}">
                <a16:creationId xmlns:a16="http://schemas.microsoft.com/office/drawing/2014/main" id="{F78D257A-5C26-EA66-9237-66DB251471ED}"/>
              </a:ext>
            </a:extLst>
          </p:cNvPr>
          <p:cNvSpPr>
            <a:spLocks noGrp="1"/>
          </p:cNvSpPr>
          <p:nvPr>
            <p:ph type="body" sz="quarter" idx="19" hasCustomPrompt="1"/>
          </p:nvPr>
        </p:nvSpPr>
        <p:spPr bwMode="gray">
          <a:xfrm>
            <a:off x="407368" y="4666727"/>
            <a:ext cx="5472000" cy="307777"/>
          </a:xfrm>
        </p:spPr>
        <p:txBody>
          <a:bodyPr anchor="t">
            <a:spAutoFit/>
          </a:bodyPr>
          <a:lstStyle>
            <a:lvl1pPr marL="0" indent="0" algn="l">
              <a:spcBef>
                <a:spcPts val="0"/>
              </a:spcBef>
              <a:buFont typeface="Skeena" panose="020B0604020202020204" pitchFamily="34" charset="0"/>
              <a:buNone/>
              <a:defRPr sz="2000" b="0">
                <a:solidFill>
                  <a:schemeClr val="tx1"/>
                </a:solidFill>
              </a:defRPr>
            </a:lvl1pPr>
            <a:lvl2pPr marL="0" indent="0" algn="l">
              <a:spcBef>
                <a:spcPts val="0"/>
              </a:spcBef>
              <a:buFont typeface="Skeena" panose="020B0604020202020204" pitchFamily="34" charset="0"/>
              <a:buNone/>
              <a:defRPr sz="2000" b="0">
                <a:solidFill>
                  <a:schemeClr val="tx1"/>
                </a:solidFill>
              </a:defRPr>
            </a:lvl2pPr>
            <a:lvl3pPr marL="0" indent="0" algn="l">
              <a:spcBef>
                <a:spcPts val="0"/>
              </a:spcBef>
              <a:buNone/>
              <a:defRPr sz="2000" b="0">
                <a:solidFill>
                  <a:schemeClr val="tx1"/>
                </a:solidFill>
              </a:defRPr>
            </a:lvl3pPr>
            <a:lvl4pPr marL="0" indent="0" algn="l">
              <a:spcBef>
                <a:spcPts val="0"/>
              </a:spcBef>
              <a:buNone/>
              <a:defRPr sz="2000" b="0">
                <a:solidFill>
                  <a:schemeClr val="tx1"/>
                </a:solidFill>
              </a:defRPr>
            </a:lvl4pPr>
            <a:lvl5pPr marL="0" indent="0" algn="l">
              <a:spcBef>
                <a:spcPts val="0"/>
              </a:spcBef>
              <a:buNone/>
              <a:defRPr sz="2000" b="0">
                <a:solidFill>
                  <a:schemeClr val="tx1"/>
                </a:solidFill>
              </a:defRPr>
            </a:lvl5pPr>
            <a:lvl6pPr marL="0" indent="0" algn="l">
              <a:spcBef>
                <a:spcPts val="0"/>
              </a:spcBef>
              <a:buNone/>
              <a:defRPr sz="2000" b="0">
                <a:solidFill>
                  <a:schemeClr val="tx1"/>
                </a:solidFill>
              </a:defRPr>
            </a:lvl6pPr>
            <a:lvl7pPr marL="0" indent="0" algn="l">
              <a:spcBef>
                <a:spcPts val="0"/>
              </a:spcBef>
              <a:buNone/>
              <a:defRPr sz="2000" b="0">
                <a:solidFill>
                  <a:schemeClr val="tx1"/>
                </a:solidFill>
              </a:defRPr>
            </a:lvl7pPr>
            <a:lvl8pPr marL="0" indent="0" algn="l">
              <a:spcBef>
                <a:spcPts val="0"/>
              </a:spcBef>
              <a:buNone/>
              <a:defRPr sz="2000" b="0">
                <a:solidFill>
                  <a:schemeClr val="tx1"/>
                </a:solidFill>
              </a:defRPr>
            </a:lvl8pPr>
            <a:lvl9pPr marL="0" indent="0" algn="l">
              <a:spcBef>
                <a:spcPts val="0"/>
              </a:spcBef>
              <a:buNone/>
              <a:defRPr sz="2000" b="0">
                <a:solidFill>
                  <a:schemeClr val="tx1"/>
                </a:solidFill>
              </a:defRPr>
            </a:lvl9pPr>
          </a:lstStyle>
          <a:p>
            <a:pPr lvl="0"/>
            <a:r>
              <a:rPr lang="de-DE" noProof="0"/>
              <a:t>Agendapunkt durch Klicken bearbeiten</a:t>
            </a:r>
          </a:p>
        </p:txBody>
      </p:sp>
      <p:sp>
        <p:nvSpPr>
          <p:cNvPr id="17" name="Text Placeholder 10">
            <a:extLst>
              <a:ext uri="{FF2B5EF4-FFF2-40B4-BE49-F238E27FC236}">
                <a16:creationId xmlns:a16="http://schemas.microsoft.com/office/drawing/2014/main" id="{A07D1D18-8228-4586-7B64-34CB34A9C9A8}"/>
              </a:ext>
            </a:extLst>
          </p:cNvPr>
          <p:cNvSpPr>
            <a:spLocks noGrp="1"/>
          </p:cNvSpPr>
          <p:nvPr>
            <p:ph type="body" sz="quarter" idx="20" hasCustomPrompt="1"/>
          </p:nvPr>
        </p:nvSpPr>
        <p:spPr bwMode="gray">
          <a:xfrm>
            <a:off x="407368" y="5602230"/>
            <a:ext cx="360000" cy="307777"/>
          </a:xfrm>
        </p:spPr>
        <p:txBody>
          <a:bodyPr anchor="b">
            <a:spAutoFit/>
          </a:bodyPr>
          <a:lstStyle>
            <a:lvl1pPr marL="0" indent="0" algn="l">
              <a:spcBef>
                <a:spcPts val="0"/>
              </a:spcBef>
              <a:buFont typeface="Skeena" panose="020B0604020202020204" pitchFamily="34" charset="0"/>
              <a:buNone/>
              <a:defRPr sz="2000" b="0">
                <a:solidFill>
                  <a:schemeClr val="tx1"/>
                </a:solidFill>
              </a:defRPr>
            </a:lvl1pPr>
            <a:lvl2pPr marL="0" indent="0" algn="l">
              <a:spcBef>
                <a:spcPts val="0"/>
              </a:spcBef>
              <a:buFont typeface="Skeena" panose="020B0604020202020204" pitchFamily="34" charset="0"/>
              <a:buNone/>
              <a:defRPr sz="2000" b="0">
                <a:solidFill>
                  <a:schemeClr val="tx1"/>
                </a:solidFill>
              </a:defRPr>
            </a:lvl2pPr>
            <a:lvl3pPr marL="0" indent="0" algn="l">
              <a:spcBef>
                <a:spcPts val="0"/>
              </a:spcBef>
              <a:buNone/>
              <a:defRPr sz="2000" b="0">
                <a:solidFill>
                  <a:schemeClr val="tx1"/>
                </a:solidFill>
              </a:defRPr>
            </a:lvl3pPr>
            <a:lvl4pPr marL="0" indent="0" algn="l">
              <a:spcBef>
                <a:spcPts val="0"/>
              </a:spcBef>
              <a:buNone/>
              <a:defRPr sz="2000" b="0">
                <a:solidFill>
                  <a:schemeClr val="tx1"/>
                </a:solidFill>
              </a:defRPr>
            </a:lvl4pPr>
            <a:lvl5pPr marL="0" indent="0" algn="l">
              <a:spcBef>
                <a:spcPts val="0"/>
              </a:spcBef>
              <a:buNone/>
              <a:defRPr sz="2000" b="0">
                <a:solidFill>
                  <a:schemeClr val="tx1"/>
                </a:solidFill>
              </a:defRPr>
            </a:lvl5pPr>
            <a:lvl6pPr marL="0" indent="0" algn="l">
              <a:spcBef>
                <a:spcPts val="0"/>
              </a:spcBef>
              <a:buNone/>
              <a:defRPr sz="2000" b="0">
                <a:solidFill>
                  <a:schemeClr val="tx1"/>
                </a:solidFill>
              </a:defRPr>
            </a:lvl6pPr>
            <a:lvl7pPr marL="0" indent="0" algn="l">
              <a:spcBef>
                <a:spcPts val="0"/>
              </a:spcBef>
              <a:buNone/>
              <a:defRPr sz="2000" b="0">
                <a:solidFill>
                  <a:schemeClr val="tx1"/>
                </a:solidFill>
              </a:defRPr>
            </a:lvl7pPr>
            <a:lvl8pPr marL="0" indent="0" algn="l">
              <a:spcBef>
                <a:spcPts val="0"/>
              </a:spcBef>
              <a:buNone/>
              <a:defRPr sz="2000" b="0">
                <a:solidFill>
                  <a:schemeClr val="tx1"/>
                </a:solidFill>
              </a:defRPr>
            </a:lvl8pPr>
            <a:lvl9pPr marL="0" indent="0" algn="l">
              <a:spcBef>
                <a:spcPts val="0"/>
              </a:spcBef>
              <a:buNone/>
              <a:defRPr sz="2000" b="0">
                <a:solidFill>
                  <a:schemeClr val="tx1"/>
                </a:solidFill>
              </a:defRPr>
            </a:lvl9pPr>
          </a:lstStyle>
          <a:p>
            <a:pPr lvl="0"/>
            <a:r>
              <a:rPr lang="de-DE" noProof="0"/>
              <a:t>0X</a:t>
            </a:r>
          </a:p>
        </p:txBody>
      </p:sp>
      <p:sp>
        <p:nvSpPr>
          <p:cNvPr id="18" name="Text Placeholder 10">
            <a:extLst>
              <a:ext uri="{FF2B5EF4-FFF2-40B4-BE49-F238E27FC236}">
                <a16:creationId xmlns:a16="http://schemas.microsoft.com/office/drawing/2014/main" id="{0545E312-C142-5BB9-EB2A-BB24ACA32BD4}"/>
              </a:ext>
            </a:extLst>
          </p:cNvPr>
          <p:cNvSpPr>
            <a:spLocks noGrp="1"/>
          </p:cNvSpPr>
          <p:nvPr>
            <p:ph type="body" sz="quarter" idx="21" hasCustomPrompt="1"/>
          </p:nvPr>
        </p:nvSpPr>
        <p:spPr bwMode="gray">
          <a:xfrm>
            <a:off x="407368" y="5929535"/>
            <a:ext cx="5472000" cy="307777"/>
          </a:xfrm>
        </p:spPr>
        <p:txBody>
          <a:bodyPr anchor="t">
            <a:spAutoFit/>
          </a:bodyPr>
          <a:lstStyle>
            <a:lvl1pPr marL="0" indent="0" algn="l">
              <a:spcBef>
                <a:spcPts val="0"/>
              </a:spcBef>
              <a:buFont typeface="Skeena" panose="020B0604020202020204" pitchFamily="34" charset="0"/>
              <a:buNone/>
              <a:defRPr sz="2000" b="0">
                <a:solidFill>
                  <a:schemeClr val="tx1"/>
                </a:solidFill>
              </a:defRPr>
            </a:lvl1pPr>
            <a:lvl2pPr marL="0" indent="0" algn="l">
              <a:spcBef>
                <a:spcPts val="0"/>
              </a:spcBef>
              <a:buFont typeface="Skeena" panose="020B0604020202020204" pitchFamily="34" charset="0"/>
              <a:buNone/>
              <a:defRPr sz="2000" b="0">
                <a:solidFill>
                  <a:schemeClr val="tx1"/>
                </a:solidFill>
              </a:defRPr>
            </a:lvl2pPr>
            <a:lvl3pPr marL="0" indent="0" algn="l">
              <a:spcBef>
                <a:spcPts val="0"/>
              </a:spcBef>
              <a:buNone/>
              <a:defRPr sz="2000" b="0">
                <a:solidFill>
                  <a:schemeClr val="tx1"/>
                </a:solidFill>
              </a:defRPr>
            </a:lvl3pPr>
            <a:lvl4pPr marL="0" indent="0" algn="l">
              <a:spcBef>
                <a:spcPts val="0"/>
              </a:spcBef>
              <a:buNone/>
              <a:defRPr sz="2000" b="0">
                <a:solidFill>
                  <a:schemeClr val="tx1"/>
                </a:solidFill>
              </a:defRPr>
            </a:lvl4pPr>
            <a:lvl5pPr marL="0" indent="0" algn="l">
              <a:spcBef>
                <a:spcPts val="0"/>
              </a:spcBef>
              <a:buNone/>
              <a:defRPr sz="2000" b="0">
                <a:solidFill>
                  <a:schemeClr val="tx1"/>
                </a:solidFill>
              </a:defRPr>
            </a:lvl5pPr>
            <a:lvl6pPr marL="0" indent="0" algn="l">
              <a:spcBef>
                <a:spcPts val="0"/>
              </a:spcBef>
              <a:buNone/>
              <a:defRPr sz="2000" b="0">
                <a:solidFill>
                  <a:schemeClr val="tx1"/>
                </a:solidFill>
              </a:defRPr>
            </a:lvl6pPr>
            <a:lvl7pPr marL="0" indent="0" algn="l">
              <a:spcBef>
                <a:spcPts val="0"/>
              </a:spcBef>
              <a:buNone/>
              <a:defRPr sz="2000" b="0">
                <a:solidFill>
                  <a:schemeClr val="tx1"/>
                </a:solidFill>
              </a:defRPr>
            </a:lvl7pPr>
            <a:lvl8pPr marL="0" indent="0" algn="l">
              <a:spcBef>
                <a:spcPts val="0"/>
              </a:spcBef>
              <a:buNone/>
              <a:defRPr sz="2000" b="0">
                <a:solidFill>
                  <a:schemeClr val="tx1"/>
                </a:solidFill>
              </a:defRPr>
            </a:lvl8pPr>
            <a:lvl9pPr marL="0" indent="0" algn="l">
              <a:spcBef>
                <a:spcPts val="0"/>
              </a:spcBef>
              <a:buNone/>
              <a:defRPr sz="2000" b="0">
                <a:solidFill>
                  <a:schemeClr val="tx1"/>
                </a:solidFill>
              </a:defRPr>
            </a:lvl9pPr>
          </a:lstStyle>
          <a:p>
            <a:pPr lvl="0"/>
            <a:r>
              <a:rPr lang="de-DE" noProof="0"/>
              <a:t>Agendapunkt durch Klicken bearbeiten</a:t>
            </a:r>
          </a:p>
        </p:txBody>
      </p:sp>
      <p:sp>
        <p:nvSpPr>
          <p:cNvPr id="20" name="Text Placeholder 10">
            <a:extLst>
              <a:ext uri="{FF2B5EF4-FFF2-40B4-BE49-F238E27FC236}">
                <a16:creationId xmlns:a16="http://schemas.microsoft.com/office/drawing/2014/main" id="{E7AA2B7C-DD8F-E723-9C83-D7A187065434}"/>
              </a:ext>
            </a:extLst>
          </p:cNvPr>
          <p:cNvSpPr txBox="1">
            <a:spLocks/>
          </p:cNvSpPr>
          <p:nvPr userDrawn="1"/>
        </p:nvSpPr>
        <p:spPr bwMode="gray">
          <a:xfrm>
            <a:off x="9061233" y="316267"/>
            <a:ext cx="2723399" cy="306000"/>
          </a:xfrm>
          <a:prstGeom prst="rect">
            <a:avLst/>
          </a:prstGeom>
          <a:blipFill>
            <a:blip r:embed="rId2"/>
            <a:stretch>
              <a:fillRect/>
            </a:stretch>
          </a:blipFill>
        </p:spPr>
        <p:txBody>
          <a:bodyPr/>
          <a:lstStyle>
            <a:lvl1pPr marL="0" indent="0" algn="l" defTabSz="914400" rtl="0" eaLnBrk="1" latinLnBrk="0" hangingPunct="1">
              <a:lnSpc>
                <a:spcPct val="100000"/>
              </a:lnSpc>
              <a:spcBef>
                <a:spcPts val="0"/>
              </a:spcBef>
              <a:buFont typeface="Skeena" panose="020B0604020202020204" pitchFamily="34" charset="0"/>
              <a:buNone/>
              <a:defRPr sz="100" b="0" kern="1200">
                <a:noFill/>
                <a:latin typeface="+mn-lt"/>
                <a:ea typeface="+mn-ea"/>
                <a:cs typeface="+mn-cs"/>
              </a:defRPr>
            </a:lvl1pPr>
            <a:lvl2pPr marL="0" indent="0" algn="l" defTabSz="914400" rtl="0" eaLnBrk="1" latinLnBrk="0" hangingPunct="1">
              <a:lnSpc>
                <a:spcPct val="100000"/>
              </a:lnSpc>
              <a:spcBef>
                <a:spcPts val="0"/>
              </a:spcBef>
              <a:buFont typeface="Skeena" panose="020B0604020202020204" pitchFamily="34" charset="0"/>
              <a:buNone/>
              <a:defRPr sz="100" b="0" kern="1200">
                <a:noFill/>
                <a:latin typeface="+mn-lt"/>
                <a:ea typeface="+mn-ea"/>
                <a:cs typeface="+mn-cs"/>
              </a:defRPr>
            </a:lvl2pPr>
            <a:lvl3pPr marL="0" indent="0" algn="l" defTabSz="914400" rtl="0" eaLnBrk="1" latinLnBrk="0" hangingPunct="1">
              <a:lnSpc>
                <a:spcPct val="100000"/>
              </a:lnSpc>
              <a:spcBef>
                <a:spcPts val="0"/>
              </a:spcBef>
              <a:buFont typeface="Wingdings" panose="05000000000000000000" pitchFamily="2" charset="2"/>
              <a:buNone/>
              <a:defRPr sz="100" b="0" kern="1200">
                <a:noFill/>
                <a:latin typeface="+mn-lt"/>
                <a:ea typeface="+mn-ea"/>
                <a:cs typeface="+mn-cs"/>
              </a:defRPr>
            </a:lvl3pPr>
            <a:lvl4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4pPr>
            <a:lvl5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5pPr>
            <a:lvl6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6pPr>
            <a:lvl7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7pPr>
            <a:lvl8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8pPr>
            <a:lvl9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9pPr>
          </a:lstStyle>
          <a:p>
            <a:r>
              <a:rPr lang="de-DE" noProof="0"/>
              <a:t> </a:t>
            </a:r>
          </a:p>
        </p:txBody>
      </p:sp>
    </p:spTree>
    <p:extLst>
      <p:ext uri="{BB962C8B-B14F-4D97-AF65-F5344CB8AC3E}">
        <p14:creationId xmlns:p14="http://schemas.microsoft.com/office/powerpoint/2010/main" val="37817774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 Agenda (lang)">
    <p:spTree>
      <p:nvGrpSpPr>
        <p:cNvPr id="1" name=""/>
        <p:cNvGrpSpPr/>
        <p:nvPr/>
      </p:nvGrpSpPr>
      <p:grpSpPr>
        <a:xfrm>
          <a:off x="0" y="0"/>
          <a:ext cx="0" cy="0"/>
          <a:chOff x="0" y="0"/>
          <a:chExt cx="0" cy="0"/>
        </a:xfrm>
      </p:grpSpPr>
      <p:sp>
        <p:nvSpPr>
          <p:cNvPr id="9" name="Text Placeholder 10">
            <a:extLst>
              <a:ext uri="{FF2B5EF4-FFF2-40B4-BE49-F238E27FC236}">
                <a16:creationId xmlns:a16="http://schemas.microsoft.com/office/drawing/2014/main" id="{93827F3F-23F6-3143-81F1-510EE74CD825}"/>
              </a:ext>
            </a:extLst>
          </p:cNvPr>
          <p:cNvSpPr>
            <a:spLocks noGrp="1"/>
          </p:cNvSpPr>
          <p:nvPr>
            <p:ph type="body" sz="quarter" idx="12" hasCustomPrompt="1"/>
          </p:nvPr>
        </p:nvSpPr>
        <p:spPr bwMode="gray">
          <a:xfrm>
            <a:off x="695688" y="866669"/>
            <a:ext cx="360000" cy="307777"/>
          </a:xfrm>
        </p:spPr>
        <p:txBody>
          <a:bodyPr anchor="ctr">
            <a:spAutoFit/>
          </a:bodyPr>
          <a:lstStyle>
            <a:lvl1pPr marL="0" indent="0" algn="r">
              <a:spcBef>
                <a:spcPts val="0"/>
              </a:spcBef>
              <a:buFont typeface="Skeena" panose="020B0604020202020204" pitchFamily="34" charset="0"/>
              <a:buNone/>
              <a:defRPr sz="2000" b="0">
                <a:solidFill>
                  <a:schemeClr val="tx1"/>
                </a:solidFill>
              </a:defRPr>
            </a:lvl1pPr>
            <a:lvl2pPr marL="0" indent="0" algn="r">
              <a:spcBef>
                <a:spcPts val="0"/>
              </a:spcBef>
              <a:buFont typeface="Skeena" panose="020B0604020202020204" pitchFamily="34" charset="0"/>
              <a:buNone/>
              <a:defRPr sz="2000" b="0">
                <a:solidFill>
                  <a:schemeClr val="tx1"/>
                </a:solidFill>
              </a:defRPr>
            </a:lvl2pPr>
            <a:lvl3pPr marL="0" indent="0" algn="r">
              <a:spcBef>
                <a:spcPts val="0"/>
              </a:spcBef>
              <a:buNone/>
              <a:defRPr sz="2000" b="0">
                <a:solidFill>
                  <a:schemeClr val="tx1"/>
                </a:solidFill>
              </a:defRPr>
            </a:lvl3pPr>
            <a:lvl4pPr marL="0" indent="0" algn="r">
              <a:spcBef>
                <a:spcPts val="0"/>
              </a:spcBef>
              <a:buNone/>
              <a:defRPr sz="2000" b="0">
                <a:solidFill>
                  <a:schemeClr val="tx1"/>
                </a:solidFill>
              </a:defRPr>
            </a:lvl4pPr>
            <a:lvl5pPr marL="0" indent="0" algn="r">
              <a:spcBef>
                <a:spcPts val="0"/>
              </a:spcBef>
              <a:buNone/>
              <a:defRPr sz="2000" b="0">
                <a:solidFill>
                  <a:schemeClr val="tx1"/>
                </a:solidFill>
              </a:defRPr>
            </a:lvl5pPr>
            <a:lvl6pPr marL="0" indent="0" algn="r">
              <a:spcBef>
                <a:spcPts val="0"/>
              </a:spcBef>
              <a:buNone/>
              <a:defRPr sz="2000" b="0">
                <a:solidFill>
                  <a:schemeClr val="tx1"/>
                </a:solidFill>
              </a:defRPr>
            </a:lvl6pPr>
            <a:lvl7pPr marL="0" indent="0" algn="r">
              <a:spcBef>
                <a:spcPts val="0"/>
              </a:spcBef>
              <a:buNone/>
              <a:defRPr sz="2000" b="0">
                <a:solidFill>
                  <a:schemeClr val="tx1"/>
                </a:solidFill>
              </a:defRPr>
            </a:lvl7pPr>
            <a:lvl8pPr marL="0" indent="0" algn="r">
              <a:spcBef>
                <a:spcPts val="0"/>
              </a:spcBef>
              <a:buNone/>
              <a:defRPr sz="2000" b="0">
                <a:solidFill>
                  <a:schemeClr val="tx1"/>
                </a:solidFill>
              </a:defRPr>
            </a:lvl8pPr>
            <a:lvl9pPr marL="0" indent="0" algn="r">
              <a:spcBef>
                <a:spcPts val="0"/>
              </a:spcBef>
              <a:buNone/>
              <a:defRPr sz="2000" b="0">
                <a:solidFill>
                  <a:schemeClr val="tx1"/>
                </a:solidFill>
              </a:defRPr>
            </a:lvl9pPr>
          </a:lstStyle>
          <a:p>
            <a:pPr lvl="0"/>
            <a:r>
              <a:rPr lang="de-DE" noProof="0"/>
              <a:t>0X</a:t>
            </a:r>
          </a:p>
        </p:txBody>
      </p:sp>
      <p:sp>
        <p:nvSpPr>
          <p:cNvPr id="10" name="Text Placeholder 10">
            <a:extLst>
              <a:ext uri="{FF2B5EF4-FFF2-40B4-BE49-F238E27FC236}">
                <a16:creationId xmlns:a16="http://schemas.microsoft.com/office/drawing/2014/main" id="{2CA61D65-9C5F-4547-248C-B4CABFC35E37}"/>
              </a:ext>
            </a:extLst>
          </p:cNvPr>
          <p:cNvSpPr>
            <a:spLocks noGrp="1"/>
          </p:cNvSpPr>
          <p:nvPr>
            <p:ph type="body" sz="quarter" idx="13" hasCustomPrompt="1"/>
          </p:nvPr>
        </p:nvSpPr>
        <p:spPr bwMode="gray">
          <a:xfrm>
            <a:off x="1271464" y="866669"/>
            <a:ext cx="4608000" cy="307777"/>
          </a:xfrm>
        </p:spPr>
        <p:txBody>
          <a:bodyPr anchor="ctr">
            <a:spAutoFit/>
          </a:bodyPr>
          <a:lstStyle>
            <a:lvl1pPr marL="0" indent="0" algn="l">
              <a:spcBef>
                <a:spcPts val="0"/>
              </a:spcBef>
              <a:buFont typeface="Skeena" panose="020B0604020202020204" pitchFamily="34" charset="0"/>
              <a:buNone/>
              <a:defRPr sz="2000" b="0">
                <a:solidFill>
                  <a:schemeClr val="tx1"/>
                </a:solidFill>
              </a:defRPr>
            </a:lvl1pPr>
            <a:lvl2pPr marL="0" indent="0" algn="l">
              <a:spcBef>
                <a:spcPts val="0"/>
              </a:spcBef>
              <a:buFont typeface="Skeena" panose="020B0604020202020204" pitchFamily="34" charset="0"/>
              <a:buNone/>
              <a:defRPr sz="2000" b="0">
                <a:solidFill>
                  <a:schemeClr val="tx1"/>
                </a:solidFill>
              </a:defRPr>
            </a:lvl2pPr>
            <a:lvl3pPr marL="0" indent="0" algn="l">
              <a:spcBef>
                <a:spcPts val="0"/>
              </a:spcBef>
              <a:buNone/>
              <a:defRPr sz="2000" b="0">
                <a:solidFill>
                  <a:schemeClr val="tx1"/>
                </a:solidFill>
              </a:defRPr>
            </a:lvl3pPr>
            <a:lvl4pPr marL="0" indent="0" algn="l">
              <a:spcBef>
                <a:spcPts val="0"/>
              </a:spcBef>
              <a:buNone/>
              <a:defRPr sz="2000" b="0">
                <a:solidFill>
                  <a:schemeClr val="tx1"/>
                </a:solidFill>
              </a:defRPr>
            </a:lvl4pPr>
            <a:lvl5pPr marL="0" indent="0" algn="l">
              <a:spcBef>
                <a:spcPts val="0"/>
              </a:spcBef>
              <a:buNone/>
              <a:defRPr sz="2000" b="0">
                <a:solidFill>
                  <a:schemeClr val="tx1"/>
                </a:solidFill>
              </a:defRPr>
            </a:lvl5pPr>
            <a:lvl6pPr marL="0" indent="0" algn="l">
              <a:spcBef>
                <a:spcPts val="0"/>
              </a:spcBef>
              <a:buNone/>
              <a:defRPr sz="2000" b="0">
                <a:solidFill>
                  <a:schemeClr val="tx1"/>
                </a:solidFill>
              </a:defRPr>
            </a:lvl6pPr>
            <a:lvl7pPr marL="0" indent="0" algn="l">
              <a:spcBef>
                <a:spcPts val="0"/>
              </a:spcBef>
              <a:buNone/>
              <a:defRPr sz="2000" b="0">
                <a:solidFill>
                  <a:schemeClr val="tx1"/>
                </a:solidFill>
              </a:defRPr>
            </a:lvl7pPr>
            <a:lvl8pPr marL="0" indent="0" algn="l">
              <a:spcBef>
                <a:spcPts val="0"/>
              </a:spcBef>
              <a:buNone/>
              <a:defRPr sz="2000" b="0">
                <a:solidFill>
                  <a:schemeClr val="tx1"/>
                </a:solidFill>
              </a:defRPr>
            </a:lvl8pPr>
            <a:lvl9pPr marL="0" indent="0" algn="l">
              <a:spcBef>
                <a:spcPts val="0"/>
              </a:spcBef>
              <a:buNone/>
              <a:defRPr sz="2000" b="0">
                <a:solidFill>
                  <a:schemeClr val="tx1"/>
                </a:solidFill>
              </a:defRPr>
            </a:lvl9pPr>
          </a:lstStyle>
          <a:p>
            <a:pPr lvl="0"/>
            <a:r>
              <a:rPr lang="de-DE" noProof="0"/>
              <a:t>Agendapunkt durch Klicken bearbeiten</a:t>
            </a:r>
          </a:p>
        </p:txBody>
      </p:sp>
      <p:sp>
        <p:nvSpPr>
          <p:cNvPr id="11" name="Text Placeholder 10">
            <a:extLst>
              <a:ext uri="{FF2B5EF4-FFF2-40B4-BE49-F238E27FC236}">
                <a16:creationId xmlns:a16="http://schemas.microsoft.com/office/drawing/2014/main" id="{6ABA5052-A202-BCA2-8153-3389CAF6C06B}"/>
              </a:ext>
            </a:extLst>
          </p:cNvPr>
          <p:cNvSpPr>
            <a:spLocks noGrp="1"/>
          </p:cNvSpPr>
          <p:nvPr>
            <p:ph type="body" sz="quarter" idx="14" hasCustomPrompt="1"/>
          </p:nvPr>
        </p:nvSpPr>
        <p:spPr bwMode="gray">
          <a:xfrm>
            <a:off x="695688" y="2523359"/>
            <a:ext cx="360000" cy="307777"/>
          </a:xfrm>
        </p:spPr>
        <p:txBody>
          <a:bodyPr anchor="ctr">
            <a:spAutoFit/>
          </a:bodyPr>
          <a:lstStyle>
            <a:lvl1pPr marL="0" indent="0" algn="r">
              <a:spcBef>
                <a:spcPts val="0"/>
              </a:spcBef>
              <a:buFont typeface="Skeena" panose="020B0604020202020204" pitchFamily="34" charset="0"/>
              <a:buNone/>
              <a:defRPr sz="2000" b="0">
                <a:solidFill>
                  <a:schemeClr val="tx1"/>
                </a:solidFill>
              </a:defRPr>
            </a:lvl1pPr>
            <a:lvl2pPr marL="0" indent="0" algn="r">
              <a:spcBef>
                <a:spcPts val="0"/>
              </a:spcBef>
              <a:buFont typeface="Skeena" panose="020B0604020202020204" pitchFamily="34" charset="0"/>
              <a:buNone/>
              <a:defRPr sz="2000" b="0">
                <a:solidFill>
                  <a:schemeClr val="tx1"/>
                </a:solidFill>
              </a:defRPr>
            </a:lvl2pPr>
            <a:lvl3pPr marL="0" indent="0" algn="r">
              <a:spcBef>
                <a:spcPts val="0"/>
              </a:spcBef>
              <a:buNone/>
              <a:defRPr sz="2000" b="0">
                <a:solidFill>
                  <a:schemeClr val="tx1"/>
                </a:solidFill>
              </a:defRPr>
            </a:lvl3pPr>
            <a:lvl4pPr marL="0" indent="0" algn="r">
              <a:spcBef>
                <a:spcPts val="0"/>
              </a:spcBef>
              <a:buNone/>
              <a:defRPr sz="2000" b="0">
                <a:solidFill>
                  <a:schemeClr val="tx1"/>
                </a:solidFill>
              </a:defRPr>
            </a:lvl4pPr>
            <a:lvl5pPr marL="0" indent="0" algn="r">
              <a:spcBef>
                <a:spcPts val="0"/>
              </a:spcBef>
              <a:buNone/>
              <a:defRPr sz="2000" b="0">
                <a:solidFill>
                  <a:schemeClr val="tx1"/>
                </a:solidFill>
              </a:defRPr>
            </a:lvl5pPr>
            <a:lvl6pPr marL="0" indent="0" algn="r">
              <a:spcBef>
                <a:spcPts val="0"/>
              </a:spcBef>
              <a:buNone/>
              <a:defRPr sz="2000" b="0">
                <a:solidFill>
                  <a:schemeClr val="tx1"/>
                </a:solidFill>
              </a:defRPr>
            </a:lvl6pPr>
            <a:lvl7pPr marL="0" indent="0" algn="r">
              <a:spcBef>
                <a:spcPts val="0"/>
              </a:spcBef>
              <a:buNone/>
              <a:defRPr sz="2000" b="0">
                <a:solidFill>
                  <a:schemeClr val="tx1"/>
                </a:solidFill>
              </a:defRPr>
            </a:lvl7pPr>
            <a:lvl8pPr marL="0" indent="0" algn="r">
              <a:spcBef>
                <a:spcPts val="0"/>
              </a:spcBef>
              <a:buNone/>
              <a:defRPr sz="2000" b="0">
                <a:solidFill>
                  <a:schemeClr val="tx1"/>
                </a:solidFill>
              </a:defRPr>
            </a:lvl8pPr>
            <a:lvl9pPr marL="0" indent="0" algn="r">
              <a:spcBef>
                <a:spcPts val="0"/>
              </a:spcBef>
              <a:buNone/>
              <a:defRPr sz="2000" b="0">
                <a:solidFill>
                  <a:schemeClr val="tx1"/>
                </a:solidFill>
              </a:defRPr>
            </a:lvl9pPr>
          </a:lstStyle>
          <a:p>
            <a:pPr lvl="0"/>
            <a:r>
              <a:rPr lang="de-DE" noProof="0"/>
              <a:t>0X</a:t>
            </a:r>
          </a:p>
        </p:txBody>
      </p:sp>
      <p:sp>
        <p:nvSpPr>
          <p:cNvPr id="12" name="Text Placeholder 10">
            <a:extLst>
              <a:ext uri="{FF2B5EF4-FFF2-40B4-BE49-F238E27FC236}">
                <a16:creationId xmlns:a16="http://schemas.microsoft.com/office/drawing/2014/main" id="{25A5CE4A-7B6B-9514-46BF-646ADCCCA051}"/>
              </a:ext>
            </a:extLst>
          </p:cNvPr>
          <p:cNvSpPr>
            <a:spLocks noGrp="1"/>
          </p:cNvSpPr>
          <p:nvPr>
            <p:ph type="body" sz="quarter" idx="15" hasCustomPrompt="1"/>
          </p:nvPr>
        </p:nvSpPr>
        <p:spPr bwMode="gray">
          <a:xfrm>
            <a:off x="1271464" y="2523359"/>
            <a:ext cx="4608000" cy="307777"/>
          </a:xfrm>
        </p:spPr>
        <p:txBody>
          <a:bodyPr anchor="ctr">
            <a:spAutoFit/>
          </a:bodyPr>
          <a:lstStyle>
            <a:lvl1pPr marL="0" indent="0" algn="l">
              <a:spcBef>
                <a:spcPts val="0"/>
              </a:spcBef>
              <a:buFont typeface="Skeena" panose="020B0604020202020204" pitchFamily="34" charset="0"/>
              <a:buNone/>
              <a:defRPr sz="2000" b="0">
                <a:solidFill>
                  <a:schemeClr val="tx1"/>
                </a:solidFill>
              </a:defRPr>
            </a:lvl1pPr>
            <a:lvl2pPr marL="0" indent="0" algn="l">
              <a:spcBef>
                <a:spcPts val="0"/>
              </a:spcBef>
              <a:buFont typeface="Skeena" panose="020B0604020202020204" pitchFamily="34" charset="0"/>
              <a:buNone/>
              <a:defRPr sz="2000" b="0">
                <a:solidFill>
                  <a:schemeClr val="tx1"/>
                </a:solidFill>
              </a:defRPr>
            </a:lvl2pPr>
            <a:lvl3pPr marL="0" indent="0" algn="l">
              <a:spcBef>
                <a:spcPts val="0"/>
              </a:spcBef>
              <a:buNone/>
              <a:defRPr sz="2000" b="0">
                <a:solidFill>
                  <a:schemeClr val="tx1"/>
                </a:solidFill>
              </a:defRPr>
            </a:lvl3pPr>
            <a:lvl4pPr marL="0" indent="0" algn="l">
              <a:spcBef>
                <a:spcPts val="0"/>
              </a:spcBef>
              <a:buNone/>
              <a:defRPr sz="2000" b="0">
                <a:solidFill>
                  <a:schemeClr val="tx1"/>
                </a:solidFill>
              </a:defRPr>
            </a:lvl4pPr>
            <a:lvl5pPr marL="0" indent="0" algn="l">
              <a:spcBef>
                <a:spcPts val="0"/>
              </a:spcBef>
              <a:buNone/>
              <a:defRPr sz="2000" b="0">
                <a:solidFill>
                  <a:schemeClr val="tx1"/>
                </a:solidFill>
              </a:defRPr>
            </a:lvl5pPr>
            <a:lvl6pPr marL="0" indent="0" algn="l">
              <a:spcBef>
                <a:spcPts val="0"/>
              </a:spcBef>
              <a:buNone/>
              <a:defRPr sz="2000" b="0">
                <a:solidFill>
                  <a:schemeClr val="tx1"/>
                </a:solidFill>
              </a:defRPr>
            </a:lvl6pPr>
            <a:lvl7pPr marL="0" indent="0" algn="l">
              <a:spcBef>
                <a:spcPts val="0"/>
              </a:spcBef>
              <a:buNone/>
              <a:defRPr sz="2000" b="0">
                <a:solidFill>
                  <a:schemeClr val="tx1"/>
                </a:solidFill>
              </a:defRPr>
            </a:lvl7pPr>
            <a:lvl8pPr marL="0" indent="0" algn="l">
              <a:spcBef>
                <a:spcPts val="0"/>
              </a:spcBef>
              <a:buNone/>
              <a:defRPr sz="2000" b="0">
                <a:solidFill>
                  <a:schemeClr val="tx1"/>
                </a:solidFill>
              </a:defRPr>
            </a:lvl8pPr>
            <a:lvl9pPr marL="0" indent="0" algn="l">
              <a:spcBef>
                <a:spcPts val="0"/>
              </a:spcBef>
              <a:buNone/>
              <a:defRPr sz="2000" b="0">
                <a:solidFill>
                  <a:schemeClr val="tx1"/>
                </a:solidFill>
              </a:defRPr>
            </a:lvl9pPr>
          </a:lstStyle>
          <a:p>
            <a:pPr lvl="0"/>
            <a:r>
              <a:rPr lang="de-DE" noProof="0"/>
              <a:t>Agendapunkt durch Klicken bearbeiten</a:t>
            </a:r>
          </a:p>
        </p:txBody>
      </p:sp>
      <p:sp>
        <p:nvSpPr>
          <p:cNvPr id="13" name="Text Placeholder 10">
            <a:extLst>
              <a:ext uri="{FF2B5EF4-FFF2-40B4-BE49-F238E27FC236}">
                <a16:creationId xmlns:a16="http://schemas.microsoft.com/office/drawing/2014/main" id="{25800E80-18FE-E4BD-1166-486A8FA335EA}"/>
              </a:ext>
            </a:extLst>
          </p:cNvPr>
          <p:cNvSpPr>
            <a:spLocks noGrp="1"/>
          </p:cNvSpPr>
          <p:nvPr>
            <p:ph type="body" sz="quarter" idx="16" hasCustomPrompt="1"/>
          </p:nvPr>
        </p:nvSpPr>
        <p:spPr bwMode="gray">
          <a:xfrm>
            <a:off x="695688" y="4180049"/>
            <a:ext cx="360000" cy="307777"/>
          </a:xfrm>
        </p:spPr>
        <p:txBody>
          <a:bodyPr anchor="ctr">
            <a:spAutoFit/>
          </a:bodyPr>
          <a:lstStyle>
            <a:lvl1pPr marL="0" indent="0" algn="r">
              <a:spcBef>
                <a:spcPts val="0"/>
              </a:spcBef>
              <a:buFont typeface="Skeena" panose="020B0604020202020204" pitchFamily="34" charset="0"/>
              <a:buNone/>
              <a:defRPr sz="2000" b="0">
                <a:solidFill>
                  <a:schemeClr val="tx1"/>
                </a:solidFill>
              </a:defRPr>
            </a:lvl1pPr>
            <a:lvl2pPr marL="0" indent="0" algn="r">
              <a:spcBef>
                <a:spcPts val="0"/>
              </a:spcBef>
              <a:buFont typeface="Skeena" panose="020B0604020202020204" pitchFamily="34" charset="0"/>
              <a:buNone/>
              <a:defRPr sz="2000" b="0">
                <a:solidFill>
                  <a:schemeClr val="tx1"/>
                </a:solidFill>
              </a:defRPr>
            </a:lvl2pPr>
            <a:lvl3pPr marL="0" indent="0" algn="r">
              <a:spcBef>
                <a:spcPts val="0"/>
              </a:spcBef>
              <a:buNone/>
              <a:defRPr sz="2000" b="0">
                <a:solidFill>
                  <a:schemeClr val="tx1"/>
                </a:solidFill>
              </a:defRPr>
            </a:lvl3pPr>
            <a:lvl4pPr marL="0" indent="0" algn="r">
              <a:spcBef>
                <a:spcPts val="0"/>
              </a:spcBef>
              <a:buNone/>
              <a:defRPr sz="2000" b="0">
                <a:solidFill>
                  <a:schemeClr val="tx1"/>
                </a:solidFill>
              </a:defRPr>
            </a:lvl4pPr>
            <a:lvl5pPr marL="0" indent="0" algn="r">
              <a:spcBef>
                <a:spcPts val="0"/>
              </a:spcBef>
              <a:buNone/>
              <a:defRPr sz="2000" b="0">
                <a:solidFill>
                  <a:schemeClr val="tx1"/>
                </a:solidFill>
              </a:defRPr>
            </a:lvl5pPr>
            <a:lvl6pPr marL="0" indent="0" algn="r">
              <a:spcBef>
                <a:spcPts val="0"/>
              </a:spcBef>
              <a:buNone/>
              <a:defRPr sz="2000" b="0">
                <a:solidFill>
                  <a:schemeClr val="tx1"/>
                </a:solidFill>
              </a:defRPr>
            </a:lvl6pPr>
            <a:lvl7pPr marL="0" indent="0" algn="r">
              <a:spcBef>
                <a:spcPts val="0"/>
              </a:spcBef>
              <a:buNone/>
              <a:defRPr sz="2000" b="0">
                <a:solidFill>
                  <a:schemeClr val="tx1"/>
                </a:solidFill>
              </a:defRPr>
            </a:lvl7pPr>
            <a:lvl8pPr marL="0" indent="0" algn="r">
              <a:spcBef>
                <a:spcPts val="0"/>
              </a:spcBef>
              <a:buNone/>
              <a:defRPr sz="2000" b="0">
                <a:solidFill>
                  <a:schemeClr val="tx1"/>
                </a:solidFill>
              </a:defRPr>
            </a:lvl8pPr>
            <a:lvl9pPr marL="0" indent="0" algn="r">
              <a:spcBef>
                <a:spcPts val="0"/>
              </a:spcBef>
              <a:buNone/>
              <a:defRPr sz="2000" b="0">
                <a:solidFill>
                  <a:schemeClr val="tx1"/>
                </a:solidFill>
              </a:defRPr>
            </a:lvl9pPr>
          </a:lstStyle>
          <a:p>
            <a:pPr lvl="0"/>
            <a:r>
              <a:rPr lang="de-DE" noProof="0"/>
              <a:t>0X</a:t>
            </a:r>
          </a:p>
        </p:txBody>
      </p:sp>
      <p:sp>
        <p:nvSpPr>
          <p:cNvPr id="14" name="Text Placeholder 10">
            <a:extLst>
              <a:ext uri="{FF2B5EF4-FFF2-40B4-BE49-F238E27FC236}">
                <a16:creationId xmlns:a16="http://schemas.microsoft.com/office/drawing/2014/main" id="{01D13016-0DCF-D74C-CA0F-D89CB08BD9C4}"/>
              </a:ext>
            </a:extLst>
          </p:cNvPr>
          <p:cNvSpPr>
            <a:spLocks noGrp="1"/>
          </p:cNvSpPr>
          <p:nvPr>
            <p:ph type="body" sz="quarter" idx="17" hasCustomPrompt="1"/>
          </p:nvPr>
        </p:nvSpPr>
        <p:spPr bwMode="gray">
          <a:xfrm>
            <a:off x="1271464" y="4180049"/>
            <a:ext cx="4608000" cy="307777"/>
          </a:xfrm>
        </p:spPr>
        <p:txBody>
          <a:bodyPr anchor="ctr">
            <a:spAutoFit/>
          </a:bodyPr>
          <a:lstStyle>
            <a:lvl1pPr marL="0" indent="0" algn="l">
              <a:spcBef>
                <a:spcPts val="0"/>
              </a:spcBef>
              <a:buFont typeface="Skeena" panose="020B0604020202020204" pitchFamily="34" charset="0"/>
              <a:buNone/>
              <a:defRPr sz="2000" b="0">
                <a:solidFill>
                  <a:schemeClr val="tx1"/>
                </a:solidFill>
              </a:defRPr>
            </a:lvl1pPr>
            <a:lvl2pPr marL="0" indent="0" algn="l">
              <a:spcBef>
                <a:spcPts val="0"/>
              </a:spcBef>
              <a:buFont typeface="Skeena" panose="020B0604020202020204" pitchFamily="34" charset="0"/>
              <a:buNone/>
              <a:defRPr sz="2000" b="0">
                <a:solidFill>
                  <a:schemeClr val="tx1"/>
                </a:solidFill>
              </a:defRPr>
            </a:lvl2pPr>
            <a:lvl3pPr marL="0" indent="0" algn="l">
              <a:spcBef>
                <a:spcPts val="0"/>
              </a:spcBef>
              <a:buNone/>
              <a:defRPr sz="2000" b="0">
                <a:solidFill>
                  <a:schemeClr val="tx1"/>
                </a:solidFill>
              </a:defRPr>
            </a:lvl3pPr>
            <a:lvl4pPr marL="0" indent="0" algn="l">
              <a:spcBef>
                <a:spcPts val="0"/>
              </a:spcBef>
              <a:buNone/>
              <a:defRPr sz="2000" b="0">
                <a:solidFill>
                  <a:schemeClr val="tx1"/>
                </a:solidFill>
              </a:defRPr>
            </a:lvl4pPr>
            <a:lvl5pPr marL="0" indent="0" algn="l">
              <a:spcBef>
                <a:spcPts val="0"/>
              </a:spcBef>
              <a:buNone/>
              <a:defRPr sz="2000" b="0">
                <a:solidFill>
                  <a:schemeClr val="tx1"/>
                </a:solidFill>
              </a:defRPr>
            </a:lvl5pPr>
            <a:lvl6pPr marL="0" indent="0" algn="l">
              <a:spcBef>
                <a:spcPts val="0"/>
              </a:spcBef>
              <a:buNone/>
              <a:defRPr sz="2000" b="0">
                <a:solidFill>
                  <a:schemeClr val="tx1"/>
                </a:solidFill>
              </a:defRPr>
            </a:lvl6pPr>
            <a:lvl7pPr marL="0" indent="0" algn="l">
              <a:spcBef>
                <a:spcPts val="0"/>
              </a:spcBef>
              <a:buNone/>
              <a:defRPr sz="2000" b="0">
                <a:solidFill>
                  <a:schemeClr val="tx1"/>
                </a:solidFill>
              </a:defRPr>
            </a:lvl7pPr>
            <a:lvl8pPr marL="0" indent="0" algn="l">
              <a:spcBef>
                <a:spcPts val="0"/>
              </a:spcBef>
              <a:buNone/>
              <a:defRPr sz="2000" b="0">
                <a:solidFill>
                  <a:schemeClr val="tx1"/>
                </a:solidFill>
              </a:defRPr>
            </a:lvl8pPr>
            <a:lvl9pPr marL="0" indent="0" algn="l">
              <a:spcBef>
                <a:spcPts val="0"/>
              </a:spcBef>
              <a:buNone/>
              <a:defRPr sz="2000" b="0">
                <a:solidFill>
                  <a:schemeClr val="tx1"/>
                </a:solidFill>
              </a:defRPr>
            </a:lvl9pPr>
          </a:lstStyle>
          <a:p>
            <a:pPr lvl="0"/>
            <a:r>
              <a:rPr lang="de-DE" noProof="0"/>
              <a:t>Agendapunkt durch Klicken bearbeiten</a:t>
            </a:r>
          </a:p>
        </p:txBody>
      </p:sp>
      <p:sp>
        <p:nvSpPr>
          <p:cNvPr id="15" name="Text Placeholder 10">
            <a:extLst>
              <a:ext uri="{FF2B5EF4-FFF2-40B4-BE49-F238E27FC236}">
                <a16:creationId xmlns:a16="http://schemas.microsoft.com/office/drawing/2014/main" id="{ED6C9F97-4534-577B-D60D-1C395C1AEBE5}"/>
              </a:ext>
            </a:extLst>
          </p:cNvPr>
          <p:cNvSpPr>
            <a:spLocks noGrp="1"/>
          </p:cNvSpPr>
          <p:nvPr>
            <p:ph type="body" sz="quarter" idx="18" hasCustomPrompt="1"/>
          </p:nvPr>
        </p:nvSpPr>
        <p:spPr bwMode="gray">
          <a:xfrm>
            <a:off x="695688" y="5836739"/>
            <a:ext cx="360000" cy="307777"/>
          </a:xfrm>
        </p:spPr>
        <p:txBody>
          <a:bodyPr anchor="ctr">
            <a:spAutoFit/>
          </a:bodyPr>
          <a:lstStyle>
            <a:lvl1pPr marL="0" indent="0" algn="r">
              <a:spcBef>
                <a:spcPts val="0"/>
              </a:spcBef>
              <a:buFont typeface="Skeena" panose="020B0604020202020204" pitchFamily="34" charset="0"/>
              <a:buNone/>
              <a:defRPr sz="2000" b="0">
                <a:solidFill>
                  <a:schemeClr val="tx1"/>
                </a:solidFill>
              </a:defRPr>
            </a:lvl1pPr>
            <a:lvl2pPr marL="0" indent="0" algn="r">
              <a:spcBef>
                <a:spcPts val="0"/>
              </a:spcBef>
              <a:buFont typeface="Skeena" panose="020B0604020202020204" pitchFamily="34" charset="0"/>
              <a:buNone/>
              <a:defRPr sz="2000" b="0">
                <a:solidFill>
                  <a:schemeClr val="tx1"/>
                </a:solidFill>
              </a:defRPr>
            </a:lvl2pPr>
            <a:lvl3pPr marL="0" indent="0" algn="r">
              <a:spcBef>
                <a:spcPts val="0"/>
              </a:spcBef>
              <a:buNone/>
              <a:defRPr sz="2000" b="0">
                <a:solidFill>
                  <a:schemeClr val="tx1"/>
                </a:solidFill>
              </a:defRPr>
            </a:lvl3pPr>
            <a:lvl4pPr marL="0" indent="0" algn="r">
              <a:spcBef>
                <a:spcPts val="0"/>
              </a:spcBef>
              <a:buNone/>
              <a:defRPr sz="2000" b="0">
                <a:solidFill>
                  <a:schemeClr val="tx1"/>
                </a:solidFill>
              </a:defRPr>
            </a:lvl4pPr>
            <a:lvl5pPr marL="0" indent="0" algn="r">
              <a:spcBef>
                <a:spcPts val="0"/>
              </a:spcBef>
              <a:buNone/>
              <a:defRPr sz="2000" b="0">
                <a:solidFill>
                  <a:schemeClr val="tx1"/>
                </a:solidFill>
              </a:defRPr>
            </a:lvl5pPr>
            <a:lvl6pPr marL="0" indent="0" algn="r">
              <a:spcBef>
                <a:spcPts val="0"/>
              </a:spcBef>
              <a:buNone/>
              <a:defRPr sz="2000" b="0">
                <a:solidFill>
                  <a:schemeClr val="tx1"/>
                </a:solidFill>
              </a:defRPr>
            </a:lvl6pPr>
            <a:lvl7pPr marL="0" indent="0" algn="r">
              <a:spcBef>
                <a:spcPts val="0"/>
              </a:spcBef>
              <a:buNone/>
              <a:defRPr sz="2000" b="0">
                <a:solidFill>
                  <a:schemeClr val="tx1"/>
                </a:solidFill>
              </a:defRPr>
            </a:lvl7pPr>
            <a:lvl8pPr marL="0" indent="0" algn="r">
              <a:spcBef>
                <a:spcPts val="0"/>
              </a:spcBef>
              <a:buNone/>
              <a:defRPr sz="2000" b="0">
                <a:solidFill>
                  <a:schemeClr val="tx1"/>
                </a:solidFill>
              </a:defRPr>
            </a:lvl8pPr>
            <a:lvl9pPr marL="0" indent="0" algn="r">
              <a:spcBef>
                <a:spcPts val="0"/>
              </a:spcBef>
              <a:buNone/>
              <a:defRPr sz="2000" b="0">
                <a:solidFill>
                  <a:schemeClr val="tx1"/>
                </a:solidFill>
              </a:defRPr>
            </a:lvl9pPr>
          </a:lstStyle>
          <a:p>
            <a:pPr lvl="0"/>
            <a:r>
              <a:rPr lang="de-DE" noProof="0"/>
              <a:t>0X</a:t>
            </a:r>
          </a:p>
        </p:txBody>
      </p:sp>
      <p:sp>
        <p:nvSpPr>
          <p:cNvPr id="16" name="Text Placeholder 10">
            <a:extLst>
              <a:ext uri="{FF2B5EF4-FFF2-40B4-BE49-F238E27FC236}">
                <a16:creationId xmlns:a16="http://schemas.microsoft.com/office/drawing/2014/main" id="{F78D257A-5C26-EA66-9237-66DB251471ED}"/>
              </a:ext>
            </a:extLst>
          </p:cNvPr>
          <p:cNvSpPr>
            <a:spLocks noGrp="1"/>
          </p:cNvSpPr>
          <p:nvPr>
            <p:ph type="body" sz="quarter" idx="19" hasCustomPrompt="1"/>
          </p:nvPr>
        </p:nvSpPr>
        <p:spPr bwMode="gray">
          <a:xfrm>
            <a:off x="1271464" y="5836739"/>
            <a:ext cx="4608000" cy="307777"/>
          </a:xfrm>
        </p:spPr>
        <p:txBody>
          <a:bodyPr anchor="ctr">
            <a:spAutoFit/>
          </a:bodyPr>
          <a:lstStyle>
            <a:lvl1pPr marL="0" indent="0" algn="l">
              <a:spcBef>
                <a:spcPts val="0"/>
              </a:spcBef>
              <a:buFont typeface="Skeena" panose="020B0604020202020204" pitchFamily="34" charset="0"/>
              <a:buNone/>
              <a:defRPr sz="2000" b="0">
                <a:solidFill>
                  <a:schemeClr val="tx1"/>
                </a:solidFill>
              </a:defRPr>
            </a:lvl1pPr>
            <a:lvl2pPr marL="0" indent="0" algn="l">
              <a:spcBef>
                <a:spcPts val="0"/>
              </a:spcBef>
              <a:buFont typeface="Skeena" panose="020B0604020202020204" pitchFamily="34" charset="0"/>
              <a:buNone/>
              <a:defRPr sz="2000" b="0">
                <a:solidFill>
                  <a:schemeClr val="tx1"/>
                </a:solidFill>
              </a:defRPr>
            </a:lvl2pPr>
            <a:lvl3pPr marL="0" indent="0" algn="l">
              <a:spcBef>
                <a:spcPts val="0"/>
              </a:spcBef>
              <a:buNone/>
              <a:defRPr sz="2000" b="0">
                <a:solidFill>
                  <a:schemeClr val="tx1"/>
                </a:solidFill>
              </a:defRPr>
            </a:lvl3pPr>
            <a:lvl4pPr marL="0" indent="0" algn="l">
              <a:spcBef>
                <a:spcPts val="0"/>
              </a:spcBef>
              <a:buNone/>
              <a:defRPr sz="2000" b="0">
                <a:solidFill>
                  <a:schemeClr val="tx1"/>
                </a:solidFill>
              </a:defRPr>
            </a:lvl4pPr>
            <a:lvl5pPr marL="0" indent="0" algn="l">
              <a:spcBef>
                <a:spcPts val="0"/>
              </a:spcBef>
              <a:buNone/>
              <a:defRPr sz="2000" b="0">
                <a:solidFill>
                  <a:schemeClr val="tx1"/>
                </a:solidFill>
              </a:defRPr>
            </a:lvl5pPr>
            <a:lvl6pPr marL="0" indent="0" algn="l">
              <a:spcBef>
                <a:spcPts val="0"/>
              </a:spcBef>
              <a:buNone/>
              <a:defRPr sz="2000" b="0">
                <a:solidFill>
                  <a:schemeClr val="tx1"/>
                </a:solidFill>
              </a:defRPr>
            </a:lvl6pPr>
            <a:lvl7pPr marL="0" indent="0" algn="l">
              <a:spcBef>
                <a:spcPts val="0"/>
              </a:spcBef>
              <a:buNone/>
              <a:defRPr sz="2000" b="0">
                <a:solidFill>
                  <a:schemeClr val="tx1"/>
                </a:solidFill>
              </a:defRPr>
            </a:lvl7pPr>
            <a:lvl8pPr marL="0" indent="0" algn="l">
              <a:spcBef>
                <a:spcPts val="0"/>
              </a:spcBef>
              <a:buNone/>
              <a:defRPr sz="2000" b="0">
                <a:solidFill>
                  <a:schemeClr val="tx1"/>
                </a:solidFill>
              </a:defRPr>
            </a:lvl8pPr>
            <a:lvl9pPr marL="0" indent="0" algn="l">
              <a:spcBef>
                <a:spcPts val="0"/>
              </a:spcBef>
              <a:buNone/>
              <a:defRPr sz="2000" b="0">
                <a:solidFill>
                  <a:schemeClr val="tx1"/>
                </a:solidFill>
              </a:defRPr>
            </a:lvl9pPr>
          </a:lstStyle>
          <a:p>
            <a:pPr lvl="0"/>
            <a:r>
              <a:rPr lang="de-DE" noProof="0"/>
              <a:t>Agendapunkt durch Klicken bearbeiten</a:t>
            </a:r>
          </a:p>
        </p:txBody>
      </p:sp>
      <p:sp>
        <p:nvSpPr>
          <p:cNvPr id="17" name="Text Placeholder 10">
            <a:extLst>
              <a:ext uri="{FF2B5EF4-FFF2-40B4-BE49-F238E27FC236}">
                <a16:creationId xmlns:a16="http://schemas.microsoft.com/office/drawing/2014/main" id="{A07D1D18-8228-4586-7B64-34CB34A9C9A8}"/>
              </a:ext>
            </a:extLst>
          </p:cNvPr>
          <p:cNvSpPr>
            <a:spLocks noGrp="1"/>
          </p:cNvSpPr>
          <p:nvPr>
            <p:ph type="body" sz="quarter" idx="20" hasCustomPrompt="1"/>
          </p:nvPr>
        </p:nvSpPr>
        <p:spPr bwMode="gray">
          <a:xfrm>
            <a:off x="6599601" y="866669"/>
            <a:ext cx="360000" cy="307777"/>
          </a:xfrm>
        </p:spPr>
        <p:txBody>
          <a:bodyPr anchor="ctr">
            <a:spAutoFit/>
          </a:bodyPr>
          <a:lstStyle>
            <a:lvl1pPr marL="0" indent="0" algn="r">
              <a:spcBef>
                <a:spcPts val="0"/>
              </a:spcBef>
              <a:buFont typeface="Skeena" panose="020B0604020202020204" pitchFamily="34" charset="0"/>
              <a:buNone/>
              <a:defRPr sz="2000" b="0">
                <a:solidFill>
                  <a:schemeClr val="tx1"/>
                </a:solidFill>
              </a:defRPr>
            </a:lvl1pPr>
            <a:lvl2pPr marL="0" indent="0" algn="r">
              <a:spcBef>
                <a:spcPts val="0"/>
              </a:spcBef>
              <a:buFont typeface="Skeena" panose="020B0604020202020204" pitchFamily="34" charset="0"/>
              <a:buNone/>
              <a:defRPr sz="2000" b="0">
                <a:solidFill>
                  <a:schemeClr val="tx1"/>
                </a:solidFill>
              </a:defRPr>
            </a:lvl2pPr>
            <a:lvl3pPr marL="0" indent="0" algn="r">
              <a:spcBef>
                <a:spcPts val="0"/>
              </a:spcBef>
              <a:buNone/>
              <a:defRPr sz="2000" b="0">
                <a:solidFill>
                  <a:schemeClr val="tx1"/>
                </a:solidFill>
              </a:defRPr>
            </a:lvl3pPr>
            <a:lvl4pPr marL="0" indent="0" algn="r">
              <a:spcBef>
                <a:spcPts val="0"/>
              </a:spcBef>
              <a:buNone/>
              <a:defRPr sz="2000" b="0">
                <a:solidFill>
                  <a:schemeClr val="tx1"/>
                </a:solidFill>
              </a:defRPr>
            </a:lvl4pPr>
            <a:lvl5pPr marL="0" indent="0" algn="r">
              <a:spcBef>
                <a:spcPts val="0"/>
              </a:spcBef>
              <a:buNone/>
              <a:defRPr sz="2000" b="0">
                <a:solidFill>
                  <a:schemeClr val="tx1"/>
                </a:solidFill>
              </a:defRPr>
            </a:lvl5pPr>
            <a:lvl6pPr marL="0" indent="0" algn="r">
              <a:spcBef>
                <a:spcPts val="0"/>
              </a:spcBef>
              <a:buNone/>
              <a:defRPr sz="2000" b="0">
                <a:solidFill>
                  <a:schemeClr val="tx1"/>
                </a:solidFill>
              </a:defRPr>
            </a:lvl6pPr>
            <a:lvl7pPr marL="0" indent="0" algn="r">
              <a:spcBef>
                <a:spcPts val="0"/>
              </a:spcBef>
              <a:buNone/>
              <a:defRPr sz="2000" b="0">
                <a:solidFill>
                  <a:schemeClr val="tx1"/>
                </a:solidFill>
              </a:defRPr>
            </a:lvl7pPr>
            <a:lvl8pPr marL="0" indent="0" algn="r">
              <a:spcBef>
                <a:spcPts val="0"/>
              </a:spcBef>
              <a:buNone/>
              <a:defRPr sz="2000" b="0">
                <a:solidFill>
                  <a:schemeClr val="tx1"/>
                </a:solidFill>
              </a:defRPr>
            </a:lvl8pPr>
            <a:lvl9pPr marL="0" indent="0" algn="r">
              <a:spcBef>
                <a:spcPts val="0"/>
              </a:spcBef>
              <a:buNone/>
              <a:defRPr sz="2000" b="0">
                <a:solidFill>
                  <a:schemeClr val="tx1"/>
                </a:solidFill>
              </a:defRPr>
            </a:lvl9pPr>
          </a:lstStyle>
          <a:p>
            <a:pPr lvl="0"/>
            <a:r>
              <a:rPr lang="de-DE" noProof="0"/>
              <a:t>0X</a:t>
            </a:r>
          </a:p>
        </p:txBody>
      </p:sp>
      <p:sp>
        <p:nvSpPr>
          <p:cNvPr id="18" name="Text Placeholder 10">
            <a:extLst>
              <a:ext uri="{FF2B5EF4-FFF2-40B4-BE49-F238E27FC236}">
                <a16:creationId xmlns:a16="http://schemas.microsoft.com/office/drawing/2014/main" id="{0545E312-C142-5BB9-EB2A-BB24ACA32BD4}"/>
              </a:ext>
            </a:extLst>
          </p:cNvPr>
          <p:cNvSpPr>
            <a:spLocks noGrp="1"/>
          </p:cNvSpPr>
          <p:nvPr>
            <p:ph type="body" sz="quarter" idx="21" hasCustomPrompt="1"/>
          </p:nvPr>
        </p:nvSpPr>
        <p:spPr bwMode="gray">
          <a:xfrm>
            <a:off x="7176120" y="866669"/>
            <a:ext cx="4608000" cy="307777"/>
          </a:xfrm>
        </p:spPr>
        <p:txBody>
          <a:bodyPr anchor="ctr">
            <a:spAutoFit/>
          </a:bodyPr>
          <a:lstStyle>
            <a:lvl1pPr marL="0" indent="0" algn="l">
              <a:spcBef>
                <a:spcPts val="0"/>
              </a:spcBef>
              <a:buFont typeface="Skeena" panose="020B0604020202020204" pitchFamily="34" charset="0"/>
              <a:buNone/>
              <a:defRPr sz="2000" b="0">
                <a:solidFill>
                  <a:schemeClr val="tx1"/>
                </a:solidFill>
              </a:defRPr>
            </a:lvl1pPr>
            <a:lvl2pPr marL="0" indent="0" algn="l">
              <a:spcBef>
                <a:spcPts val="0"/>
              </a:spcBef>
              <a:buFont typeface="Skeena" panose="020B0604020202020204" pitchFamily="34" charset="0"/>
              <a:buNone/>
              <a:defRPr sz="2000" b="0">
                <a:solidFill>
                  <a:schemeClr val="tx1"/>
                </a:solidFill>
              </a:defRPr>
            </a:lvl2pPr>
            <a:lvl3pPr marL="0" indent="0" algn="l">
              <a:spcBef>
                <a:spcPts val="0"/>
              </a:spcBef>
              <a:buNone/>
              <a:defRPr sz="2000" b="0">
                <a:solidFill>
                  <a:schemeClr val="tx1"/>
                </a:solidFill>
              </a:defRPr>
            </a:lvl3pPr>
            <a:lvl4pPr marL="0" indent="0" algn="l">
              <a:spcBef>
                <a:spcPts val="0"/>
              </a:spcBef>
              <a:buNone/>
              <a:defRPr sz="2000" b="0">
                <a:solidFill>
                  <a:schemeClr val="tx1"/>
                </a:solidFill>
              </a:defRPr>
            </a:lvl4pPr>
            <a:lvl5pPr marL="0" indent="0" algn="l">
              <a:spcBef>
                <a:spcPts val="0"/>
              </a:spcBef>
              <a:buNone/>
              <a:defRPr sz="2000" b="0">
                <a:solidFill>
                  <a:schemeClr val="tx1"/>
                </a:solidFill>
              </a:defRPr>
            </a:lvl5pPr>
            <a:lvl6pPr marL="0" indent="0" algn="l">
              <a:spcBef>
                <a:spcPts val="0"/>
              </a:spcBef>
              <a:buNone/>
              <a:defRPr sz="2000" b="0">
                <a:solidFill>
                  <a:schemeClr val="tx1"/>
                </a:solidFill>
              </a:defRPr>
            </a:lvl6pPr>
            <a:lvl7pPr marL="0" indent="0" algn="l">
              <a:spcBef>
                <a:spcPts val="0"/>
              </a:spcBef>
              <a:buNone/>
              <a:defRPr sz="2000" b="0">
                <a:solidFill>
                  <a:schemeClr val="tx1"/>
                </a:solidFill>
              </a:defRPr>
            </a:lvl7pPr>
            <a:lvl8pPr marL="0" indent="0" algn="l">
              <a:spcBef>
                <a:spcPts val="0"/>
              </a:spcBef>
              <a:buNone/>
              <a:defRPr sz="2000" b="0">
                <a:solidFill>
                  <a:schemeClr val="tx1"/>
                </a:solidFill>
              </a:defRPr>
            </a:lvl8pPr>
            <a:lvl9pPr marL="0" indent="0" algn="l">
              <a:spcBef>
                <a:spcPts val="0"/>
              </a:spcBef>
              <a:buNone/>
              <a:defRPr sz="2000" b="0">
                <a:solidFill>
                  <a:schemeClr val="tx1"/>
                </a:solidFill>
              </a:defRPr>
            </a:lvl9pPr>
          </a:lstStyle>
          <a:p>
            <a:pPr lvl="0"/>
            <a:r>
              <a:rPr lang="de-DE" noProof="0"/>
              <a:t>Agendapunkt durch Klicken bearbeiten</a:t>
            </a:r>
          </a:p>
        </p:txBody>
      </p:sp>
      <p:sp>
        <p:nvSpPr>
          <p:cNvPr id="19" name="Text Placeholder 10">
            <a:extLst>
              <a:ext uri="{FF2B5EF4-FFF2-40B4-BE49-F238E27FC236}">
                <a16:creationId xmlns:a16="http://schemas.microsoft.com/office/drawing/2014/main" id="{F9869216-F3DD-B120-8E16-192D329301E9}"/>
              </a:ext>
            </a:extLst>
          </p:cNvPr>
          <p:cNvSpPr>
            <a:spLocks noGrp="1"/>
          </p:cNvSpPr>
          <p:nvPr>
            <p:ph type="body" sz="quarter" idx="22" hasCustomPrompt="1"/>
          </p:nvPr>
        </p:nvSpPr>
        <p:spPr bwMode="gray">
          <a:xfrm>
            <a:off x="6599601" y="2523359"/>
            <a:ext cx="360000" cy="307777"/>
          </a:xfrm>
        </p:spPr>
        <p:txBody>
          <a:bodyPr anchor="ctr">
            <a:spAutoFit/>
          </a:bodyPr>
          <a:lstStyle>
            <a:lvl1pPr marL="0" indent="0" algn="r">
              <a:spcBef>
                <a:spcPts val="0"/>
              </a:spcBef>
              <a:buFont typeface="Skeena" panose="020B0604020202020204" pitchFamily="34" charset="0"/>
              <a:buNone/>
              <a:defRPr sz="2000" b="0">
                <a:solidFill>
                  <a:schemeClr val="tx1"/>
                </a:solidFill>
              </a:defRPr>
            </a:lvl1pPr>
            <a:lvl2pPr marL="0" indent="0" algn="r">
              <a:spcBef>
                <a:spcPts val="0"/>
              </a:spcBef>
              <a:buFont typeface="Skeena" panose="020B0604020202020204" pitchFamily="34" charset="0"/>
              <a:buNone/>
              <a:defRPr sz="2000" b="0">
                <a:solidFill>
                  <a:schemeClr val="tx1"/>
                </a:solidFill>
              </a:defRPr>
            </a:lvl2pPr>
            <a:lvl3pPr marL="0" indent="0" algn="r">
              <a:spcBef>
                <a:spcPts val="0"/>
              </a:spcBef>
              <a:buNone/>
              <a:defRPr sz="2000" b="0">
                <a:solidFill>
                  <a:schemeClr val="tx1"/>
                </a:solidFill>
              </a:defRPr>
            </a:lvl3pPr>
            <a:lvl4pPr marL="0" indent="0" algn="r">
              <a:spcBef>
                <a:spcPts val="0"/>
              </a:spcBef>
              <a:buNone/>
              <a:defRPr sz="2000" b="0">
                <a:solidFill>
                  <a:schemeClr val="tx1"/>
                </a:solidFill>
              </a:defRPr>
            </a:lvl4pPr>
            <a:lvl5pPr marL="0" indent="0" algn="r">
              <a:spcBef>
                <a:spcPts val="0"/>
              </a:spcBef>
              <a:buNone/>
              <a:defRPr sz="2000" b="0">
                <a:solidFill>
                  <a:schemeClr val="tx1"/>
                </a:solidFill>
              </a:defRPr>
            </a:lvl5pPr>
            <a:lvl6pPr marL="0" indent="0" algn="r">
              <a:spcBef>
                <a:spcPts val="0"/>
              </a:spcBef>
              <a:buNone/>
              <a:defRPr sz="2000" b="0">
                <a:solidFill>
                  <a:schemeClr val="tx1"/>
                </a:solidFill>
              </a:defRPr>
            </a:lvl6pPr>
            <a:lvl7pPr marL="0" indent="0" algn="r">
              <a:spcBef>
                <a:spcPts val="0"/>
              </a:spcBef>
              <a:buNone/>
              <a:defRPr sz="2000" b="0">
                <a:solidFill>
                  <a:schemeClr val="tx1"/>
                </a:solidFill>
              </a:defRPr>
            </a:lvl7pPr>
            <a:lvl8pPr marL="0" indent="0" algn="r">
              <a:spcBef>
                <a:spcPts val="0"/>
              </a:spcBef>
              <a:buNone/>
              <a:defRPr sz="2000" b="0">
                <a:solidFill>
                  <a:schemeClr val="tx1"/>
                </a:solidFill>
              </a:defRPr>
            </a:lvl8pPr>
            <a:lvl9pPr marL="0" indent="0" algn="r">
              <a:spcBef>
                <a:spcPts val="0"/>
              </a:spcBef>
              <a:buNone/>
              <a:defRPr sz="2000" b="0">
                <a:solidFill>
                  <a:schemeClr val="tx1"/>
                </a:solidFill>
              </a:defRPr>
            </a:lvl9pPr>
          </a:lstStyle>
          <a:p>
            <a:pPr lvl="0"/>
            <a:r>
              <a:rPr lang="de-DE" noProof="0"/>
              <a:t>0X</a:t>
            </a:r>
          </a:p>
        </p:txBody>
      </p:sp>
      <p:sp>
        <p:nvSpPr>
          <p:cNvPr id="20" name="Text Placeholder 10">
            <a:extLst>
              <a:ext uri="{FF2B5EF4-FFF2-40B4-BE49-F238E27FC236}">
                <a16:creationId xmlns:a16="http://schemas.microsoft.com/office/drawing/2014/main" id="{643074A1-5F92-C297-85D0-F6BD379A710A}"/>
              </a:ext>
            </a:extLst>
          </p:cNvPr>
          <p:cNvSpPr>
            <a:spLocks noGrp="1"/>
          </p:cNvSpPr>
          <p:nvPr>
            <p:ph type="body" sz="quarter" idx="23" hasCustomPrompt="1"/>
          </p:nvPr>
        </p:nvSpPr>
        <p:spPr bwMode="gray">
          <a:xfrm>
            <a:off x="7176120" y="2523359"/>
            <a:ext cx="4608000" cy="307777"/>
          </a:xfrm>
        </p:spPr>
        <p:txBody>
          <a:bodyPr anchor="ctr">
            <a:spAutoFit/>
          </a:bodyPr>
          <a:lstStyle>
            <a:lvl1pPr marL="0" indent="0" algn="l">
              <a:spcBef>
                <a:spcPts val="0"/>
              </a:spcBef>
              <a:buFont typeface="Skeena" panose="020B0604020202020204" pitchFamily="34" charset="0"/>
              <a:buNone/>
              <a:defRPr sz="2000" b="0">
                <a:solidFill>
                  <a:schemeClr val="tx1"/>
                </a:solidFill>
              </a:defRPr>
            </a:lvl1pPr>
            <a:lvl2pPr marL="0" indent="0" algn="l">
              <a:spcBef>
                <a:spcPts val="0"/>
              </a:spcBef>
              <a:buFont typeface="Skeena" panose="020B0604020202020204" pitchFamily="34" charset="0"/>
              <a:buNone/>
              <a:defRPr sz="2000" b="0">
                <a:solidFill>
                  <a:schemeClr val="tx1"/>
                </a:solidFill>
              </a:defRPr>
            </a:lvl2pPr>
            <a:lvl3pPr marL="0" indent="0" algn="l">
              <a:spcBef>
                <a:spcPts val="0"/>
              </a:spcBef>
              <a:buNone/>
              <a:defRPr sz="2000" b="0">
                <a:solidFill>
                  <a:schemeClr val="tx1"/>
                </a:solidFill>
              </a:defRPr>
            </a:lvl3pPr>
            <a:lvl4pPr marL="0" indent="0" algn="l">
              <a:spcBef>
                <a:spcPts val="0"/>
              </a:spcBef>
              <a:buNone/>
              <a:defRPr sz="2000" b="0">
                <a:solidFill>
                  <a:schemeClr val="tx1"/>
                </a:solidFill>
              </a:defRPr>
            </a:lvl4pPr>
            <a:lvl5pPr marL="0" indent="0" algn="l">
              <a:spcBef>
                <a:spcPts val="0"/>
              </a:spcBef>
              <a:buNone/>
              <a:defRPr sz="2000" b="0">
                <a:solidFill>
                  <a:schemeClr val="tx1"/>
                </a:solidFill>
              </a:defRPr>
            </a:lvl5pPr>
            <a:lvl6pPr marL="0" indent="0" algn="l">
              <a:spcBef>
                <a:spcPts val="0"/>
              </a:spcBef>
              <a:buNone/>
              <a:defRPr sz="2000" b="0">
                <a:solidFill>
                  <a:schemeClr val="tx1"/>
                </a:solidFill>
              </a:defRPr>
            </a:lvl6pPr>
            <a:lvl7pPr marL="0" indent="0" algn="l">
              <a:spcBef>
                <a:spcPts val="0"/>
              </a:spcBef>
              <a:buNone/>
              <a:defRPr sz="2000" b="0">
                <a:solidFill>
                  <a:schemeClr val="tx1"/>
                </a:solidFill>
              </a:defRPr>
            </a:lvl7pPr>
            <a:lvl8pPr marL="0" indent="0" algn="l">
              <a:spcBef>
                <a:spcPts val="0"/>
              </a:spcBef>
              <a:buNone/>
              <a:defRPr sz="2000" b="0">
                <a:solidFill>
                  <a:schemeClr val="tx1"/>
                </a:solidFill>
              </a:defRPr>
            </a:lvl8pPr>
            <a:lvl9pPr marL="0" indent="0" algn="l">
              <a:spcBef>
                <a:spcPts val="0"/>
              </a:spcBef>
              <a:buNone/>
              <a:defRPr sz="2000" b="0">
                <a:solidFill>
                  <a:schemeClr val="tx1"/>
                </a:solidFill>
              </a:defRPr>
            </a:lvl9pPr>
          </a:lstStyle>
          <a:p>
            <a:pPr lvl="0"/>
            <a:r>
              <a:rPr lang="de-DE" noProof="0"/>
              <a:t>Agendapunkt durch Klicken bearbeiten</a:t>
            </a:r>
          </a:p>
        </p:txBody>
      </p:sp>
      <p:sp>
        <p:nvSpPr>
          <p:cNvPr id="21" name="Text Placeholder 10">
            <a:extLst>
              <a:ext uri="{FF2B5EF4-FFF2-40B4-BE49-F238E27FC236}">
                <a16:creationId xmlns:a16="http://schemas.microsoft.com/office/drawing/2014/main" id="{67EDB6F1-42E5-809A-9CA0-569CE5A62BD1}"/>
              </a:ext>
            </a:extLst>
          </p:cNvPr>
          <p:cNvSpPr>
            <a:spLocks noGrp="1"/>
          </p:cNvSpPr>
          <p:nvPr>
            <p:ph type="body" sz="quarter" idx="24" hasCustomPrompt="1"/>
          </p:nvPr>
        </p:nvSpPr>
        <p:spPr bwMode="gray">
          <a:xfrm>
            <a:off x="6599601" y="4180049"/>
            <a:ext cx="360000" cy="307777"/>
          </a:xfrm>
        </p:spPr>
        <p:txBody>
          <a:bodyPr anchor="ctr">
            <a:spAutoFit/>
          </a:bodyPr>
          <a:lstStyle>
            <a:lvl1pPr marL="0" indent="0" algn="r">
              <a:spcBef>
                <a:spcPts val="0"/>
              </a:spcBef>
              <a:buFont typeface="Skeena" panose="020B0604020202020204" pitchFamily="34" charset="0"/>
              <a:buNone/>
              <a:defRPr sz="2000" b="0">
                <a:solidFill>
                  <a:schemeClr val="tx1"/>
                </a:solidFill>
              </a:defRPr>
            </a:lvl1pPr>
            <a:lvl2pPr marL="0" indent="0" algn="r">
              <a:spcBef>
                <a:spcPts val="0"/>
              </a:spcBef>
              <a:buFont typeface="Skeena" panose="020B0604020202020204" pitchFamily="34" charset="0"/>
              <a:buNone/>
              <a:defRPr sz="2000" b="0">
                <a:solidFill>
                  <a:schemeClr val="tx1"/>
                </a:solidFill>
              </a:defRPr>
            </a:lvl2pPr>
            <a:lvl3pPr marL="0" indent="0" algn="r">
              <a:spcBef>
                <a:spcPts val="0"/>
              </a:spcBef>
              <a:buNone/>
              <a:defRPr sz="2000" b="0">
                <a:solidFill>
                  <a:schemeClr val="tx1"/>
                </a:solidFill>
              </a:defRPr>
            </a:lvl3pPr>
            <a:lvl4pPr marL="0" indent="0" algn="r">
              <a:spcBef>
                <a:spcPts val="0"/>
              </a:spcBef>
              <a:buNone/>
              <a:defRPr sz="2000" b="0">
                <a:solidFill>
                  <a:schemeClr val="tx1"/>
                </a:solidFill>
              </a:defRPr>
            </a:lvl4pPr>
            <a:lvl5pPr marL="0" indent="0" algn="r">
              <a:spcBef>
                <a:spcPts val="0"/>
              </a:spcBef>
              <a:buNone/>
              <a:defRPr sz="2000" b="0">
                <a:solidFill>
                  <a:schemeClr val="tx1"/>
                </a:solidFill>
              </a:defRPr>
            </a:lvl5pPr>
            <a:lvl6pPr marL="0" indent="0" algn="r">
              <a:spcBef>
                <a:spcPts val="0"/>
              </a:spcBef>
              <a:buNone/>
              <a:defRPr sz="2000" b="0">
                <a:solidFill>
                  <a:schemeClr val="tx1"/>
                </a:solidFill>
              </a:defRPr>
            </a:lvl6pPr>
            <a:lvl7pPr marL="0" indent="0" algn="r">
              <a:spcBef>
                <a:spcPts val="0"/>
              </a:spcBef>
              <a:buNone/>
              <a:defRPr sz="2000" b="0">
                <a:solidFill>
                  <a:schemeClr val="tx1"/>
                </a:solidFill>
              </a:defRPr>
            </a:lvl7pPr>
            <a:lvl8pPr marL="0" indent="0" algn="r">
              <a:spcBef>
                <a:spcPts val="0"/>
              </a:spcBef>
              <a:buNone/>
              <a:defRPr sz="2000" b="0">
                <a:solidFill>
                  <a:schemeClr val="tx1"/>
                </a:solidFill>
              </a:defRPr>
            </a:lvl8pPr>
            <a:lvl9pPr marL="0" indent="0" algn="r">
              <a:spcBef>
                <a:spcPts val="0"/>
              </a:spcBef>
              <a:buNone/>
              <a:defRPr sz="2000" b="0">
                <a:solidFill>
                  <a:schemeClr val="tx1"/>
                </a:solidFill>
              </a:defRPr>
            </a:lvl9pPr>
          </a:lstStyle>
          <a:p>
            <a:pPr lvl="0"/>
            <a:r>
              <a:rPr lang="de-DE" noProof="0"/>
              <a:t>0X</a:t>
            </a:r>
          </a:p>
        </p:txBody>
      </p:sp>
      <p:sp>
        <p:nvSpPr>
          <p:cNvPr id="22" name="Text Placeholder 10">
            <a:extLst>
              <a:ext uri="{FF2B5EF4-FFF2-40B4-BE49-F238E27FC236}">
                <a16:creationId xmlns:a16="http://schemas.microsoft.com/office/drawing/2014/main" id="{60130424-D5B5-ABCA-7E09-F4049D2BE795}"/>
              </a:ext>
            </a:extLst>
          </p:cNvPr>
          <p:cNvSpPr>
            <a:spLocks noGrp="1"/>
          </p:cNvSpPr>
          <p:nvPr>
            <p:ph type="body" sz="quarter" idx="25" hasCustomPrompt="1"/>
          </p:nvPr>
        </p:nvSpPr>
        <p:spPr bwMode="gray">
          <a:xfrm>
            <a:off x="7176120" y="4180049"/>
            <a:ext cx="4608000" cy="307777"/>
          </a:xfrm>
        </p:spPr>
        <p:txBody>
          <a:bodyPr anchor="ctr">
            <a:spAutoFit/>
          </a:bodyPr>
          <a:lstStyle>
            <a:lvl1pPr marL="0" indent="0" algn="l">
              <a:spcBef>
                <a:spcPts val="0"/>
              </a:spcBef>
              <a:buFont typeface="Skeena" panose="020B0604020202020204" pitchFamily="34" charset="0"/>
              <a:buNone/>
              <a:defRPr sz="2000" b="0">
                <a:solidFill>
                  <a:schemeClr val="tx1"/>
                </a:solidFill>
              </a:defRPr>
            </a:lvl1pPr>
            <a:lvl2pPr marL="0" indent="0" algn="l">
              <a:spcBef>
                <a:spcPts val="0"/>
              </a:spcBef>
              <a:buFont typeface="Skeena" panose="020B0604020202020204" pitchFamily="34" charset="0"/>
              <a:buNone/>
              <a:defRPr sz="2000" b="0">
                <a:solidFill>
                  <a:schemeClr val="tx1"/>
                </a:solidFill>
              </a:defRPr>
            </a:lvl2pPr>
            <a:lvl3pPr marL="0" indent="0" algn="l">
              <a:spcBef>
                <a:spcPts val="0"/>
              </a:spcBef>
              <a:buNone/>
              <a:defRPr sz="2000" b="0">
                <a:solidFill>
                  <a:schemeClr val="tx1"/>
                </a:solidFill>
              </a:defRPr>
            </a:lvl3pPr>
            <a:lvl4pPr marL="0" indent="0" algn="l">
              <a:spcBef>
                <a:spcPts val="0"/>
              </a:spcBef>
              <a:buNone/>
              <a:defRPr sz="2000" b="0">
                <a:solidFill>
                  <a:schemeClr val="tx1"/>
                </a:solidFill>
              </a:defRPr>
            </a:lvl4pPr>
            <a:lvl5pPr marL="0" indent="0" algn="l">
              <a:spcBef>
                <a:spcPts val="0"/>
              </a:spcBef>
              <a:buNone/>
              <a:defRPr sz="2000" b="0">
                <a:solidFill>
                  <a:schemeClr val="tx1"/>
                </a:solidFill>
              </a:defRPr>
            </a:lvl5pPr>
            <a:lvl6pPr marL="0" indent="0" algn="l">
              <a:spcBef>
                <a:spcPts val="0"/>
              </a:spcBef>
              <a:buNone/>
              <a:defRPr sz="2000" b="0">
                <a:solidFill>
                  <a:schemeClr val="tx1"/>
                </a:solidFill>
              </a:defRPr>
            </a:lvl6pPr>
            <a:lvl7pPr marL="0" indent="0" algn="l">
              <a:spcBef>
                <a:spcPts val="0"/>
              </a:spcBef>
              <a:buNone/>
              <a:defRPr sz="2000" b="0">
                <a:solidFill>
                  <a:schemeClr val="tx1"/>
                </a:solidFill>
              </a:defRPr>
            </a:lvl7pPr>
            <a:lvl8pPr marL="0" indent="0" algn="l">
              <a:spcBef>
                <a:spcPts val="0"/>
              </a:spcBef>
              <a:buNone/>
              <a:defRPr sz="2000" b="0">
                <a:solidFill>
                  <a:schemeClr val="tx1"/>
                </a:solidFill>
              </a:defRPr>
            </a:lvl8pPr>
            <a:lvl9pPr marL="0" indent="0" algn="l">
              <a:spcBef>
                <a:spcPts val="0"/>
              </a:spcBef>
              <a:buNone/>
              <a:defRPr sz="2000" b="0">
                <a:solidFill>
                  <a:schemeClr val="tx1"/>
                </a:solidFill>
              </a:defRPr>
            </a:lvl9pPr>
          </a:lstStyle>
          <a:p>
            <a:pPr lvl="0"/>
            <a:r>
              <a:rPr lang="de-DE" noProof="0"/>
              <a:t>Agendapunkt durch Klicken bearbeiten</a:t>
            </a:r>
          </a:p>
        </p:txBody>
      </p:sp>
      <p:sp>
        <p:nvSpPr>
          <p:cNvPr id="23" name="Text Placeholder 10">
            <a:extLst>
              <a:ext uri="{FF2B5EF4-FFF2-40B4-BE49-F238E27FC236}">
                <a16:creationId xmlns:a16="http://schemas.microsoft.com/office/drawing/2014/main" id="{7778ED80-F21C-EA55-AF34-C3844D3A30E9}"/>
              </a:ext>
            </a:extLst>
          </p:cNvPr>
          <p:cNvSpPr>
            <a:spLocks noGrp="1"/>
          </p:cNvSpPr>
          <p:nvPr>
            <p:ph type="body" sz="quarter" idx="26" hasCustomPrompt="1"/>
          </p:nvPr>
        </p:nvSpPr>
        <p:spPr bwMode="gray">
          <a:xfrm>
            <a:off x="6599601" y="5836739"/>
            <a:ext cx="360000" cy="307777"/>
          </a:xfrm>
        </p:spPr>
        <p:txBody>
          <a:bodyPr anchor="ctr">
            <a:spAutoFit/>
          </a:bodyPr>
          <a:lstStyle>
            <a:lvl1pPr marL="0" indent="0" algn="r">
              <a:spcBef>
                <a:spcPts val="0"/>
              </a:spcBef>
              <a:buFont typeface="Skeena" panose="020B0604020202020204" pitchFamily="34" charset="0"/>
              <a:buNone/>
              <a:defRPr sz="2000" b="0">
                <a:solidFill>
                  <a:schemeClr val="tx1"/>
                </a:solidFill>
              </a:defRPr>
            </a:lvl1pPr>
            <a:lvl2pPr marL="0" indent="0" algn="r">
              <a:spcBef>
                <a:spcPts val="0"/>
              </a:spcBef>
              <a:buFont typeface="Skeena" panose="020B0604020202020204" pitchFamily="34" charset="0"/>
              <a:buNone/>
              <a:defRPr sz="2000" b="0">
                <a:solidFill>
                  <a:schemeClr val="tx1"/>
                </a:solidFill>
              </a:defRPr>
            </a:lvl2pPr>
            <a:lvl3pPr marL="0" indent="0" algn="r">
              <a:spcBef>
                <a:spcPts val="0"/>
              </a:spcBef>
              <a:buNone/>
              <a:defRPr sz="2000" b="0">
                <a:solidFill>
                  <a:schemeClr val="tx1"/>
                </a:solidFill>
              </a:defRPr>
            </a:lvl3pPr>
            <a:lvl4pPr marL="0" indent="0" algn="r">
              <a:spcBef>
                <a:spcPts val="0"/>
              </a:spcBef>
              <a:buNone/>
              <a:defRPr sz="2000" b="0">
                <a:solidFill>
                  <a:schemeClr val="tx1"/>
                </a:solidFill>
              </a:defRPr>
            </a:lvl4pPr>
            <a:lvl5pPr marL="0" indent="0" algn="r">
              <a:spcBef>
                <a:spcPts val="0"/>
              </a:spcBef>
              <a:buNone/>
              <a:defRPr sz="2000" b="0">
                <a:solidFill>
                  <a:schemeClr val="tx1"/>
                </a:solidFill>
              </a:defRPr>
            </a:lvl5pPr>
            <a:lvl6pPr marL="0" indent="0" algn="r">
              <a:spcBef>
                <a:spcPts val="0"/>
              </a:spcBef>
              <a:buNone/>
              <a:defRPr sz="2000" b="0">
                <a:solidFill>
                  <a:schemeClr val="tx1"/>
                </a:solidFill>
              </a:defRPr>
            </a:lvl6pPr>
            <a:lvl7pPr marL="0" indent="0" algn="r">
              <a:spcBef>
                <a:spcPts val="0"/>
              </a:spcBef>
              <a:buNone/>
              <a:defRPr sz="2000" b="0">
                <a:solidFill>
                  <a:schemeClr val="tx1"/>
                </a:solidFill>
              </a:defRPr>
            </a:lvl7pPr>
            <a:lvl8pPr marL="0" indent="0" algn="r">
              <a:spcBef>
                <a:spcPts val="0"/>
              </a:spcBef>
              <a:buNone/>
              <a:defRPr sz="2000" b="0">
                <a:solidFill>
                  <a:schemeClr val="tx1"/>
                </a:solidFill>
              </a:defRPr>
            </a:lvl8pPr>
            <a:lvl9pPr marL="0" indent="0" algn="r">
              <a:spcBef>
                <a:spcPts val="0"/>
              </a:spcBef>
              <a:buNone/>
              <a:defRPr sz="2000" b="0">
                <a:solidFill>
                  <a:schemeClr val="tx1"/>
                </a:solidFill>
              </a:defRPr>
            </a:lvl9pPr>
          </a:lstStyle>
          <a:p>
            <a:pPr lvl="0"/>
            <a:r>
              <a:rPr lang="de-DE" noProof="0"/>
              <a:t>0X</a:t>
            </a:r>
          </a:p>
        </p:txBody>
      </p:sp>
      <p:sp>
        <p:nvSpPr>
          <p:cNvPr id="24" name="Text Placeholder 10">
            <a:extLst>
              <a:ext uri="{FF2B5EF4-FFF2-40B4-BE49-F238E27FC236}">
                <a16:creationId xmlns:a16="http://schemas.microsoft.com/office/drawing/2014/main" id="{CCD326D7-EE7F-3639-6EC6-AABD50A63CC0}"/>
              </a:ext>
            </a:extLst>
          </p:cNvPr>
          <p:cNvSpPr>
            <a:spLocks noGrp="1"/>
          </p:cNvSpPr>
          <p:nvPr>
            <p:ph type="body" sz="quarter" idx="27" hasCustomPrompt="1"/>
          </p:nvPr>
        </p:nvSpPr>
        <p:spPr bwMode="gray">
          <a:xfrm>
            <a:off x="7176120" y="5836739"/>
            <a:ext cx="4608000" cy="307777"/>
          </a:xfrm>
        </p:spPr>
        <p:txBody>
          <a:bodyPr anchor="ctr">
            <a:spAutoFit/>
          </a:bodyPr>
          <a:lstStyle>
            <a:lvl1pPr marL="0" indent="0" algn="l">
              <a:spcBef>
                <a:spcPts val="0"/>
              </a:spcBef>
              <a:buFont typeface="Skeena" panose="020B0604020202020204" pitchFamily="34" charset="0"/>
              <a:buNone/>
              <a:defRPr sz="2000" b="0">
                <a:solidFill>
                  <a:schemeClr val="tx1"/>
                </a:solidFill>
              </a:defRPr>
            </a:lvl1pPr>
            <a:lvl2pPr marL="0" indent="0" algn="l">
              <a:spcBef>
                <a:spcPts val="0"/>
              </a:spcBef>
              <a:buFont typeface="Skeena" panose="020B0604020202020204" pitchFamily="34" charset="0"/>
              <a:buNone/>
              <a:defRPr sz="2000" b="0">
                <a:solidFill>
                  <a:schemeClr val="tx1"/>
                </a:solidFill>
              </a:defRPr>
            </a:lvl2pPr>
            <a:lvl3pPr marL="0" indent="0" algn="l">
              <a:spcBef>
                <a:spcPts val="0"/>
              </a:spcBef>
              <a:buNone/>
              <a:defRPr sz="2000" b="0">
                <a:solidFill>
                  <a:schemeClr val="tx1"/>
                </a:solidFill>
              </a:defRPr>
            </a:lvl3pPr>
            <a:lvl4pPr marL="0" indent="0" algn="l">
              <a:spcBef>
                <a:spcPts val="0"/>
              </a:spcBef>
              <a:buNone/>
              <a:defRPr sz="2000" b="0">
                <a:solidFill>
                  <a:schemeClr val="tx1"/>
                </a:solidFill>
              </a:defRPr>
            </a:lvl4pPr>
            <a:lvl5pPr marL="0" indent="0" algn="l">
              <a:spcBef>
                <a:spcPts val="0"/>
              </a:spcBef>
              <a:buNone/>
              <a:defRPr sz="2000" b="0">
                <a:solidFill>
                  <a:schemeClr val="tx1"/>
                </a:solidFill>
              </a:defRPr>
            </a:lvl5pPr>
            <a:lvl6pPr marL="0" indent="0" algn="l">
              <a:spcBef>
                <a:spcPts val="0"/>
              </a:spcBef>
              <a:buNone/>
              <a:defRPr sz="2000" b="0">
                <a:solidFill>
                  <a:schemeClr val="tx1"/>
                </a:solidFill>
              </a:defRPr>
            </a:lvl6pPr>
            <a:lvl7pPr marL="0" indent="0" algn="l">
              <a:spcBef>
                <a:spcPts val="0"/>
              </a:spcBef>
              <a:buNone/>
              <a:defRPr sz="2000" b="0">
                <a:solidFill>
                  <a:schemeClr val="tx1"/>
                </a:solidFill>
              </a:defRPr>
            </a:lvl7pPr>
            <a:lvl8pPr marL="0" indent="0" algn="l">
              <a:spcBef>
                <a:spcPts val="0"/>
              </a:spcBef>
              <a:buNone/>
              <a:defRPr sz="2000" b="0">
                <a:solidFill>
                  <a:schemeClr val="tx1"/>
                </a:solidFill>
              </a:defRPr>
            </a:lvl8pPr>
            <a:lvl9pPr marL="0" indent="0" algn="l">
              <a:spcBef>
                <a:spcPts val="0"/>
              </a:spcBef>
              <a:buNone/>
              <a:defRPr sz="2000" b="0">
                <a:solidFill>
                  <a:schemeClr val="tx1"/>
                </a:solidFill>
              </a:defRPr>
            </a:lvl9pPr>
          </a:lstStyle>
          <a:p>
            <a:pPr lvl="0"/>
            <a:r>
              <a:rPr lang="de-DE" noProof="0"/>
              <a:t>Agendapunkt durch Klicken bearbeiten</a:t>
            </a:r>
          </a:p>
        </p:txBody>
      </p:sp>
      <p:sp>
        <p:nvSpPr>
          <p:cNvPr id="44" name="Text Placeholder 43">
            <a:extLst>
              <a:ext uri="{FF2B5EF4-FFF2-40B4-BE49-F238E27FC236}">
                <a16:creationId xmlns:a16="http://schemas.microsoft.com/office/drawing/2014/main" id="{A9A56442-104B-8716-9776-E93B0198B75E}"/>
              </a:ext>
            </a:extLst>
          </p:cNvPr>
          <p:cNvSpPr>
            <a:spLocks noGrp="1"/>
          </p:cNvSpPr>
          <p:nvPr>
            <p:ph type="body" sz="quarter" idx="28" hasCustomPrompt="1"/>
          </p:nvPr>
        </p:nvSpPr>
        <p:spPr bwMode="gray">
          <a:xfrm>
            <a:off x="558933" y="623069"/>
            <a:ext cx="496755" cy="148381"/>
          </a:xfrm>
          <a:custGeom>
            <a:avLst/>
            <a:gdLst>
              <a:gd name="connsiteX0" fmla="*/ 0 w 496755"/>
              <a:gd name="connsiteY0" fmla="*/ 0 h 148381"/>
              <a:gd name="connsiteX1" fmla="*/ 496755 w 496755"/>
              <a:gd name="connsiteY1" fmla="*/ 0 h 148381"/>
              <a:gd name="connsiteX2" fmla="*/ 496755 w 496755"/>
              <a:gd name="connsiteY2" fmla="*/ 148381 h 148381"/>
              <a:gd name="connsiteX3" fmla="*/ 0 w 496755"/>
              <a:gd name="connsiteY3" fmla="*/ 148381 h 148381"/>
            </a:gdLst>
            <a:ahLst/>
            <a:cxnLst>
              <a:cxn ang="0">
                <a:pos x="connsiteX0" y="connsiteY0"/>
              </a:cxn>
              <a:cxn ang="0">
                <a:pos x="connsiteX1" y="connsiteY1"/>
              </a:cxn>
              <a:cxn ang="0">
                <a:pos x="connsiteX2" y="connsiteY2"/>
              </a:cxn>
              <a:cxn ang="0">
                <a:pos x="connsiteX3" y="connsiteY3"/>
              </a:cxn>
            </a:cxnLst>
            <a:rect l="l" t="t" r="r" b="b"/>
            <a:pathLst>
              <a:path w="496755" h="148381">
                <a:moveTo>
                  <a:pt x="0" y="0"/>
                </a:moveTo>
                <a:lnTo>
                  <a:pt x="496755" y="0"/>
                </a:lnTo>
                <a:lnTo>
                  <a:pt x="496755" y="148381"/>
                </a:lnTo>
                <a:lnTo>
                  <a:pt x="0" y="148381"/>
                </a:lnTo>
                <a:close/>
              </a:path>
            </a:pathLst>
          </a:custGeom>
          <a:solidFill>
            <a:schemeClr val="accent1"/>
          </a:solidFill>
        </p:spPr>
        <p:txBody>
          <a:bodyPr wrap="square">
            <a:noAutofit/>
          </a:bodyPr>
          <a:lstStyle>
            <a:lvl1pPr marL="0" indent="0">
              <a:spcBef>
                <a:spcPts val="0"/>
              </a:spcBef>
              <a:buFont typeface="Skeena" panose="020B0604020202020204" pitchFamily="34" charset="0"/>
              <a:buNone/>
              <a:defRPr sz="100" b="0">
                <a:noFill/>
              </a:defRPr>
            </a:lvl1pPr>
            <a:lvl2pPr marL="0" indent="0">
              <a:spcBef>
                <a:spcPts val="0"/>
              </a:spcBef>
              <a:buFont typeface="Skeena" panose="020B0604020202020204" pitchFamily="34" charset="0"/>
              <a:buNone/>
              <a:defRPr sz="100" b="0">
                <a:noFill/>
              </a:defRPr>
            </a:lvl2pPr>
            <a:lvl3pPr marL="0" indent="0">
              <a:spcBef>
                <a:spcPts val="0"/>
              </a:spcBef>
              <a:buNone/>
              <a:defRPr sz="100" b="0">
                <a:noFill/>
              </a:defRPr>
            </a:lvl3pPr>
            <a:lvl4pPr marL="0" indent="0">
              <a:spcBef>
                <a:spcPts val="0"/>
              </a:spcBef>
              <a:buNone/>
              <a:defRPr sz="100" b="0">
                <a:noFill/>
              </a:defRPr>
            </a:lvl4pPr>
            <a:lvl5pPr marL="0" indent="0">
              <a:spcBef>
                <a:spcPts val="0"/>
              </a:spcBef>
              <a:buNone/>
              <a:defRPr sz="100" b="0">
                <a:noFill/>
              </a:defRPr>
            </a:lvl5pPr>
            <a:lvl6pPr marL="0" indent="0">
              <a:spcBef>
                <a:spcPts val="0"/>
              </a:spcBef>
              <a:buNone/>
              <a:defRPr sz="100" b="0">
                <a:noFill/>
              </a:defRPr>
            </a:lvl6pPr>
            <a:lvl7pPr marL="0" indent="0">
              <a:spcBef>
                <a:spcPts val="0"/>
              </a:spcBef>
              <a:buNone/>
              <a:defRPr sz="100" b="0">
                <a:noFill/>
              </a:defRPr>
            </a:lvl7pPr>
            <a:lvl8pPr marL="0" indent="0">
              <a:spcBef>
                <a:spcPts val="0"/>
              </a:spcBef>
              <a:buNone/>
              <a:defRPr sz="100" b="0">
                <a:noFill/>
              </a:defRPr>
            </a:lvl8pPr>
            <a:lvl9pPr marL="0" indent="0">
              <a:spcBef>
                <a:spcPts val="0"/>
              </a:spcBef>
              <a:buNone/>
              <a:defRPr sz="100" b="0">
                <a:noFill/>
              </a:defRPr>
            </a:lvl9pPr>
          </a:lstStyle>
          <a:p>
            <a:pPr lvl="0"/>
            <a:r>
              <a:rPr lang="de-DE" noProof="0"/>
              <a:t> </a:t>
            </a:r>
          </a:p>
        </p:txBody>
      </p:sp>
      <p:sp>
        <p:nvSpPr>
          <p:cNvPr id="46" name="Text Placeholder 45">
            <a:extLst>
              <a:ext uri="{FF2B5EF4-FFF2-40B4-BE49-F238E27FC236}">
                <a16:creationId xmlns:a16="http://schemas.microsoft.com/office/drawing/2014/main" id="{A5076137-1D00-123E-FB88-3BE451994969}"/>
              </a:ext>
            </a:extLst>
          </p:cNvPr>
          <p:cNvSpPr>
            <a:spLocks noGrp="1"/>
          </p:cNvSpPr>
          <p:nvPr>
            <p:ph type="body" sz="quarter" idx="29" hasCustomPrompt="1"/>
          </p:nvPr>
        </p:nvSpPr>
        <p:spPr bwMode="gray">
          <a:xfrm>
            <a:off x="410552" y="771450"/>
            <a:ext cx="148381" cy="496755"/>
          </a:xfrm>
          <a:custGeom>
            <a:avLst/>
            <a:gdLst>
              <a:gd name="connsiteX0" fmla="*/ 0 w 148381"/>
              <a:gd name="connsiteY0" fmla="*/ 0 h 496755"/>
              <a:gd name="connsiteX1" fmla="*/ 148381 w 148381"/>
              <a:gd name="connsiteY1" fmla="*/ 0 h 496755"/>
              <a:gd name="connsiteX2" fmla="*/ 148381 w 148381"/>
              <a:gd name="connsiteY2" fmla="*/ 496755 h 496755"/>
              <a:gd name="connsiteX3" fmla="*/ 0 w 148381"/>
              <a:gd name="connsiteY3" fmla="*/ 496755 h 496755"/>
            </a:gdLst>
            <a:ahLst/>
            <a:cxnLst>
              <a:cxn ang="0">
                <a:pos x="connsiteX0" y="connsiteY0"/>
              </a:cxn>
              <a:cxn ang="0">
                <a:pos x="connsiteX1" y="connsiteY1"/>
              </a:cxn>
              <a:cxn ang="0">
                <a:pos x="connsiteX2" y="connsiteY2"/>
              </a:cxn>
              <a:cxn ang="0">
                <a:pos x="connsiteX3" y="connsiteY3"/>
              </a:cxn>
            </a:cxnLst>
            <a:rect l="l" t="t" r="r" b="b"/>
            <a:pathLst>
              <a:path w="148381" h="496755">
                <a:moveTo>
                  <a:pt x="0" y="0"/>
                </a:moveTo>
                <a:lnTo>
                  <a:pt x="148381" y="0"/>
                </a:lnTo>
                <a:lnTo>
                  <a:pt x="148381" y="496755"/>
                </a:lnTo>
                <a:lnTo>
                  <a:pt x="0" y="496755"/>
                </a:lnTo>
                <a:close/>
              </a:path>
            </a:pathLst>
          </a:custGeom>
          <a:solidFill>
            <a:schemeClr val="accent1"/>
          </a:solidFill>
        </p:spPr>
        <p:txBody>
          <a:bodyPr wrap="square">
            <a:noAutofit/>
          </a:bodyPr>
          <a:lstStyle>
            <a:lvl1pPr marL="0" indent="0">
              <a:spcBef>
                <a:spcPts val="0"/>
              </a:spcBef>
              <a:buFont typeface="Skeena" panose="020B0604020202020204" pitchFamily="34" charset="0"/>
              <a:buNone/>
              <a:defRPr sz="100" b="0">
                <a:noFill/>
              </a:defRPr>
            </a:lvl1pPr>
            <a:lvl2pPr marL="0" indent="0">
              <a:spcBef>
                <a:spcPts val="0"/>
              </a:spcBef>
              <a:buFont typeface="Skeena" panose="020B0604020202020204" pitchFamily="34" charset="0"/>
              <a:buNone/>
              <a:defRPr sz="100" b="0">
                <a:noFill/>
              </a:defRPr>
            </a:lvl2pPr>
            <a:lvl3pPr marL="0" indent="0">
              <a:spcBef>
                <a:spcPts val="0"/>
              </a:spcBef>
              <a:buNone/>
              <a:defRPr sz="100" b="0">
                <a:noFill/>
              </a:defRPr>
            </a:lvl3pPr>
            <a:lvl4pPr marL="0" indent="0">
              <a:spcBef>
                <a:spcPts val="0"/>
              </a:spcBef>
              <a:buNone/>
              <a:defRPr sz="100" b="0">
                <a:noFill/>
              </a:defRPr>
            </a:lvl4pPr>
            <a:lvl5pPr marL="0" indent="0">
              <a:spcBef>
                <a:spcPts val="0"/>
              </a:spcBef>
              <a:buNone/>
              <a:defRPr sz="100" b="0">
                <a:noFill/>
              </a:defRPr>
            </a:lvl5pPr>
            <a:lvl6pPr marL="0" indent="0">
              <a:spcBef>
                <a:spcPts val="0"/>
              </a:spcBef>
              <a:buNone/>
              <a:defRPr sz="100" b="0">
                <a:noFill/>
              </a:defRPr>
            </a:lvl6pPr>
            <a:lvl7pPr marL="0" indent="0">
              <a:spcBef>
                <a:spcPts val="0"/>
              </a:spcBef>
              <a:buNone/>
              <a:defRPr sz="100" b="0">
                <a:noFill/>
              </a:defRPr>
            </a:lvl7pPr>
            <a:lvl8pPr marL="0" indent="0">
              <a:spcBef>
                <a:spcPts val="0"/>
              </a:spcBef>
              <a:buNone/>
              <a:defRPr sz="100" b="0">
                <a:noFill/>
              </a:defRPr>
            </a:lvl8pPr>
            <a:lvl9pPr marL="0" indent="0">
              <a:spcBef>
                <a:spcPts val="0"/>
              </a:spcBef>
              <a:buNone/>
              <a:defRPr sz="100" b="0">
                <a:noFill/>
              </a:defRPr>
            </a:lvl9pPr>
          </a:lstStyle>
          <a:p>
            <a:pPr lvl="0"/>
            <a:r>
              <a:rPr lang="de-DE" noProof="0"/>
              <a:t> </a:t>
            </a:r>
          </a:p>
        </p:txBody>
      </p:sp>
      <p:sp>
        <p:nvSpPr>
          <p:cNvPr id="47" name="Text Placeholder 46">
            <a:extLst>
              <a:ext uri="{FF2B5EF4-FFF2-40B4-BE49-F238E27FC236}">
                <a16:creationId xmlns:a16="http://schemas.microsoft.com/office/drawing/2014/main" id="{AFCAA85B-A243-23D7-C3A1-E6D150272358}"/>
              </a:ext>
            </a:extLst>
          </p:cNvPr>
          <p:cNvSpPr>
            <a:spLocks noGrp="1"/>
          </p:cNvSpPr>
          <p:nvPr>
            <p:ph type="body" sz="quarter" idx="30" hasCustomPrompt="1"/>
          </p:nvPr>
        </p:nvSpPr>
        <p:spPr bwMode="gray">
          <a:xfrm>
            <a:off x="558933" y="2279438"/>
            <a:ext cx="496755" cy="148381"/>
          </a:xfrm>
          <a:custGeom>
            <a:avLst/>
            <a:gdLst>
              <a:gd name="connsiteX0" fmla="*/ 0 w 496755"/>
              <a:gd name="connsiteY0" fmla="*/ 0 h 148381"/>
              <a:gd name="connsiteX1" fmla="*/ 496755 w 496755"/>
              <a:gd name="connsiteY1" fmla="*/ 0 h 148381"/>
              <a:gd name="connsiteX2" fmla="*/ 496755 w 496755"/>
              <a:gd name="connsiteY2" fmla="*/ 148381 h 148381"/>
              <a:gd name="connsiteX3" fmla="*/ 0 w 496755"/>
              <a:gd name="connsiteY3" fmla="*/ 148381 h 148381"/>
            </a:gdLst>
            <a:ahLst/>
            <a:cxnLst>
              <a:cxn ang="0">
                <a:pos x="connsiteX0" y="connsiteY0"/>
              </a:cxn>
              <a:cxn ang="0">
                <a:pos x="connsiteX1" y="connsiteY1"/>
              </a:cxn>
              <a:cxn ang="0">
                <a:pos x="connsiteX2" y="connsiteY2"/>
              </a:cxn>
              <a:cxn ang="0">
                <a:pos x="connsiteX3" y="connsiteY3"/>
              </a:cxn>
            </a:cxnLst>
            <a:rect l="l" t="t" r="r" b="b"/>
            <a:pathLst>
              <a:path w="496755" h="148381">
                <a:moveTo>
                  <a:pt x="0" y="0"/>
                </a:moveTo>
                <a:lnTo>
                  <a:pt x="496755" y="0"/>
                </a:lnTo>
                <a:lnTo>
                  <a:pt x="496755" y="148381"/>
                </a:lnTo>
                <a:lnTo>
                  <a:pt x="0" y="148381"/>
                </a:lnTo>
                <a:close/>
              </a:path>
            </a:pathLst>
          </a:custGeom>
          <a:solidFill>
            <a:schemeClr val="accent1"/>
          </a:solidFill>
        </p:spPr>
        <p:txBody>
          <a:bodyPr wrap="square">
            <a:noAutofit/>
          </a:bodyPr>
          <a:lstStyle>
            <a:lvl1pPr marL="0" indent="0">
              <a:spcBef>
                <a:spcPts val="0"/>
              </a:spcBef>
              <a:buFont typeface="Skeena" panose="020B0604020202020204" pitchFamily="34" charset="0"/>
              <a:buNone/>
              <a:defRPr sz="100" b="0">
                <a:noFill/>
              </a:defRPr>
            </a:lvl1pPr>
            <a:lvl2pPr marL="0" indent="0">
              <a:spcBef>
                <a:spcPts val="0"/>
              </a:spcBef>
              <a:buFont typeface="Skeena" panose="020B0604020202020204" pitchFamily="34" charset="0"/>
              <a:buNone/>
              <a:defRPr sz="100" b="0">
                <a:noFill/>
              </a:defRPr>
            </a:lvl2pPr>
            <a:lvl3pPr marL="0" indent="0">
              <a:spcBef>
                <a:spcPts val="0"/>
              </a:spcBef>
              <a:buNone/>
              <a:defRPr sz="100" b="0">
                <a:noFill/>
              </a:defRPr>
            </a:lvl3pPr>
            <a:lvl4pPr marL="0" indent="0">
              <a:spcBef>
                <a:spcPts val="0"/>
              </a:spcBef>
              <a:buNone/>
              <a:defRPr sz="100" b="0">
                <a:noFill/>
              </a:defRPr>
            </a:lvl4pPr>
            <a:lvl5pPr marL="0" indent="0">
              <a:spcBef>
                <a:spcPts val="0"/>
              </a:spcBef>
              <a:buNone/>
              <a:defRPr sz="100" b="0">
                <a:noFill/>
              </a:defRPr>
            </a:lvl5pPr>
            <a:lvl6pPr marL="0" indent="0">
              <a:spcBef>
                <a:spcPts val="0"/>
              </a:spcBef>
              <a:buNone/>
              <a:defRPr sz="100" b="0">
                <a:noFill/>
              </a:defRPr>
            </a:lvl6pPr>
            <a:lvl7pPr marL="0" indent="0">
              <a:spcBef>
                <a:spcPts val="0"/>
              </a:spcBef>
              <a:buNone/>
              <a:defRPr sz="100" b="0">
                <a:noFill/>
              </a:defRPr>
            </a:lvl7pPr>
            <a:lvl8pPr marL="0" indent="0">
              <a:spcBef>
                <a:spcPts val="0"/>
              </a:spcBef>
              <a:buNone/>
              <a:defRPr sz="100" b="0">
                <a:noFill/>
              </a:defRPr>
            </a:lvl8pPr>
            <a:lvl9pPr marL="0" indent="0">
              <a:spcBef>
                <a:spcPts val="0"/>
              </a:spcBef>
              <a:buNone/>
              <a:defRPr sz="100" b="0">
                <a:noFill/>
              </a:defRPr>
            </a:lvl9pPr>
          </a:lstStyle>
          <a:p>
            <a:pPr lvl="0"/>
            <a:r>
              <a:rPr lang="de-DE" noProof="0"/>
              <a:t> </a:t>
            </a:r>
          </a:p>
        </p:txBody>
      </p:sp>
      <p:sp>
        <p:nvSpPr>
          <p:cNvPr id="48" name="Text Placeholder 47">
            <a:extLst>
              <a:ext uri="{FF2B5EF4-FFF2-40B4-BE49-F238E27FC236}">
                <a16:creationId xmlns:a16="http://schemas.microsoft.com/office/drawing/2014/main" id="{8A5D4675-699F-1D42-8104-BC4E974BA849}"/>
              </a:ext>
            </a:extLst>
          </p:cNvPr>
          <p:cNvSpPr>
            <a:spLocks noGrp="1"/>
          </p:cNvSpPr>
          <p:nvPr>
            <p:ph type="body" sz="quarter" idx="31" hasCustomPrompt="1"/>
          </p:nvPr>
        </p:nvSpPr>
        <p:spPr bwMode="gray">
          <a:xfrm>
            <a:off x="410552" y="2427819"/>
            <a:ext cx="148381" cy="496755"/>
          </a:xfrm>
          <a:custGeom>
            <a:avLst/>
            <a:gdLst>
              <a:gd name="connsiteX0" fmla="*/ 0 w 148381"/>
              <a:gd name="connsiteY0" fmla="*/ 0 h 496755"/>
              <a:gd name="connsiteX1" fmla="*/ 148381 w 148381"/>
              <a:gd name="connsiteY1" fmla="*/ 0 h 496755"/>
              <a:gd name="connsiteX2" fmla="*/ 148381 w 148381"/>
              <a:gd name="connsiteY2" fmla="*/ 496755 h 496755"/>
              <a:gd name="connsiteX3" fmla="*/ 0 w 148381"/>
              <a:gd name="connsiteY3" fmla="*/ 496755 h 496755"/>
            </a:gdLst>
            <a:ahLst/>
            <a:cxnLst>
              <a:cxn ang="0">
                <a:pos x="connsiteX0" y="connsiteY0"/>
              </a:cxn>
              <a:cxn ang="0">
                <a:pos x="connsiteX1" y="connsiteY1"/>
              </a:cxn>
              <a:cxn ang="0">
                <a:pos x="connsiteX2" y="connsiteY2"/>
              </a:cxn>
              <a:cxn ang="0">
                <a:pos x="connsiteX3" y="connsiteY3"/>
              </a:cxn>
            </a:cxnLst>
            <a:rect l="l" t="t" r="r" b="b"/>
            <a:pathLst>
              <a:path w="148381" h="496755">
                <a:moveTo>
                  <a:pt x="0" y="0"/>
                </a:moveTo>
                <a:lnTo>
                  <a:pt x="148381" y="0"/>
                </a:lnTo>
                <a:lnTo>
                  <a:pt x="148381" y="496755"/>
                </a:lnTo>
                <a:lnTo>
                  <a:pt x="0" y="496755"/>
                </a:lnTo>
                <a:close/>
              </a:path>
            </a:pathLst>
          </a:custGeom>
          <a:solidFill>
            <a:schemeClr val="accent1"/>
          </a:solidFill>
        </p:spPr>
        <p:txBody>
          <a:bodyPr wrap="square">
            <a:noAutofit/>
          </a:bodyPr>
          <a:lstStyle>
            <a:lvl1pPr marL="0" indent="0">
              <a:spcBef>
                <a:spcPts val="0"/>
              </a:spcBef>
              <a:buFont typeface="Skeena" panose="020B0604020202020204" pitchFamily="34" charset="0"/>
              <a:buNone/>
              <a:defRPr sz="100" b="0">
                <a:noFill/>
              </a:defRPr>
            </a:lvl1pPr>
            <a:lvl2pPr marL="0" indent="0">
              <a:spcBef>
                <a:spcPts val="0"/>
              </a:spcBef>
              <a:buFont typeface="Skeena" panose="020B0604020202020204" pitchFamily="34" charset="0"/>
              <a:buNone/>
              <a:defRPr sz="100" b="0">
                <a:noFill/>
              </a:defRPr>
            </a:lvl2pPr>
            <a:lvl3pPr marL="0" indent="0">
              <a:spcBef>
                <a:spcPts val="0"/>
              </a:spcBef>
              <a:buNone/>
              <a:defRPr sz="100" b="0">
                <a:noFill/>
              </a:defRPr>
            </a:lvl3pPr>
            <a:lvl4pPr marL="0" indent="0">
              <a:spcBef>
                <a:spcPts val="0"/>
              </a:spcBef>
              <a:buNone/>
              <a:defRPr sz="100" b="0">
                <a:noFill/>
              </a:defRPr>
            </a:lvl4pPr>
            <a:lvl5pPr marL="0" indent="0">
              <a:spcBef>
                <a:spcPts val="0"/>
              </a:spcBef>
              <a:buNone/>
              <a:defRPr sz="100" b="0">
                <a:noFill/>
              </a:defRPr>
            </a:lvl5pPr>
            <a:lvl6pPr marL="0" indent="0">
              <a:spcBef>
                <a:spcPts val="0"/>
              </a:spcBef>
              <a:buNone/>
              <a:defRPr sz="100" b="0">
                <a:noFill/>
              </a:defRPr>
            </a:lvl6pPr>
            <a:lvl7pPr marL="0" indent="0">
              <a:spcBef>
                <a:spcPts val="0"/>
              </a:spcBef>
              <a:buNone/>
              <a:defRPr sz="100" b="0">
                <a:noFill/>
              </a:defRPr>
            </a:lvl7pPr>
            <a:lvl8pPr marL="0" indent="0">
              <a:spcBef>
                <a:spcPts val="0"/>
              </a:spcBef>
              <a:buNone/>
              <a:defRPr sz="100" b="0">
                <a:noFill/>
              </a:defRPr>
            </a:lvl8pPr>
            <a:lvl9pPr marL="0" indent="0">
              <a:spcBef>
                <a:spcPts val="0"/>
              </a:spcBef>
              <a:buNone/>
              <a:defRPr sz="100" b="0">
                <a:noFill/>
              </a:defRPr>
            </a:lvl9pPr>
          </a:lstStyle>
          <a:p>
            <a:pPr lvl="0"/>
            <a:r>
              <a:rPr lang="de-DE" noProof="0"/>
              <a:t> </a:t>
            </a:r>
          </a:p>
        </p:txBody>
      </p:sp>
      <p:sp>
        <p:nvSpPr>
          <p:cNvPr id="49" name="Text Placeholder 48">
            <a:extLst>
              <a:ext uri="{FF2B5EF4-FFF2-40B4-BE49-F238E27FC236}">
                <a16:creationId xmlns:a16="http://schemas.microsoft.com/office/drawing/2014/main" id="{96498A99-CE0A-4D40-4CEA-9398A2AAD47A}"/>
              </a:ext>
            </a:extLst>
          </p:cNvPr>
          <p:cNvSpPr>
            <a:spLocks noGrp="1"/>
          </p:cNvSpPr>
          <p:nvPr>
            <p:ph type="body" sz="quarter" idx="32" hasCustomPrompt="1"/>
          </p:nvPr>
        </p:nvSpPr>
        <p:spPr bwMode="gray">
          <a:xfrm>
            <a:off x="558933" y="3935807"/>
            <a:ext cx="496755" cy="148381"/>
          </a:xfrm>
          <a:custGeom>
            <a:avLst/>
            <a:gdLst>
              <a:gd name="connsiteX0" fmla="*/ 0 w 496755"/>
              <a:gd name="connsiteY0" fmla="*/ 0 h 148381"/>
              <a:gd name="connsiteX1" fmla="*/ 496755 w 496755"/>
              <a:gd name="connsiteY1" fmla="*/ 0 h 148381"/>
              <a:gd name="connsiteX2" fmla="*/ 496755 w 496755"/>
              <a:gd name="connsiteY2" fmla="*/ 148381 h 148381"/>
              <a:gd name="connsiteX3" fmla="*/ 0 w 496755"/>
              <a:gd name="connsiteY3" fmla="*/ 148381 h 148381"/>
            </a:gdLst>
            <a:ahLst/>
            <a:cxnLst>
              <a:cxn ang="0">
                <a:pos x="connsiteX0" y="connsiteY0"/>
              </a:cxn>
              <a:cxn ang="0">
                <a:pos x="connsiteX1" y="connsiteY1"/>
              </a:cxn>
              <a:cxn ang="0">
                <a:pos x="connsiteX2" y="connsiteY2"/>
              </a:cxn>
              <a:cxn ang="0">
                <a:pos x="connsiteX3" y="connsiteY3"/>
              </a:cxn>
            </a:cxnLst>
            <a:rect l="l" t="t" r="r" b="b"/>
            <a:pathLst>
              <a:path w="496755" h="148381">
                <a:moveTo>
                  <a:pt x="0" y="0"/>
                </a:moveTo>
                <a:lnTo>
                  <a:pt x="496755" y="0"/>
                </a:lnTo>
                <a:lnTo>
                  <a:pt x="496755" y="148381"/>
                </a:lnTo>
                <a:lnTo>
                  <a:pt x="0" y="148381"/>
                </a:lnTo>
                <a:close/>
              </a:path>
            </a:pathLst>
          </a:custGeom>
          <a:solidFill>
            <a:schemeClr val="accent1"/>
          </a:solidFill>
        </p:spPr>
        <p:txBody>
          <a:bodyPr wrap="square">
            <a:noAutofit/>
          </a:bodyPr>
          <a:lstStyle>
            <a:lvl1pPr marL="0" indent="0">
              <a:spcBef>
                <a:spcPts val="0"/>
              </a:spcBef>
              <a:buFont typeface="Skeena" panose="020B0604020202020204" pitchFamily="34" charset="0"/>
              <a:buNone/>
              <a:defRPr sz="100" b="0">
                <a:noFill/>
              </a:defRPr>
            </a:lvl1pPr>
            <a:lvl2pPr marL="0" indent="0">
              <a:spcBef>
                <a:spcPts val="0"/>
              </a:spcBef>
              <a:buFont typeface="Skeena" panose="020B0604020202020204" pitchFamily="34" charset="0"/>
              <a:buNone/>
              <a:defRPr sz="100" b="0">
                <a:noFill/>
              </a:defRPr>
            </a:lvl2pPr>
            <a:lvl3pPr marL="0" indent="0">
              <a:spcBef>
                <a:spcPts val="0"/>
              </a:spcBef>
              <a:buNone/>
              <a:defRPr sz="100" b="0">
                <a:noFill/>
              </a:defRPr>
            </a:lvl3pPr>
            <a:lvl4pPr marL="0" indent="0">
              <a:spcBef>
                <a:spcPts val="0"/>
              </a:spcBef>
              <a:buNone/>
              <a:defRPr sz="100" b="0">
                <a:noFill/>
              </a:defRPr>
            </a:lvl4pPr>
            <a:lvl5pPr marL="0" indent="0">
              <a:spcBef>
                <a:spcPts val="0"/>
              </a:spcBef>
              <a:buNone/>
              <a:defRPr sz="100" b="0">
                <a:noFill/>
              </a:defRPr>
            </a:lvl5pPr>
            <a:lvl6pPr marL="0" indent="0">
              <a:spcBef>
                <a:spcPts val="0"/>
              </a:spcBef>
              <a:buNone/>
              <a:defRPr sz="100" b="0">
                <a:noFill/>
              </a:defRPr>
            </a:lvl6pPr>
            <a:lvl7pPr marL="0" indent="0">
              <a:spcBef>
                <a:spcPts val="0"/>
              </a:spcBef>
              <a:buNone/>
              <a:defRPr sz="100" b="0">
                <a:noFill/>
              </a:defRPr>
            </a:lvl7pPr>
            <a:lvl8pPr marL="0" indent="0">
              <a:spcBef>
                <a:spcPts val="0"/>
              </a:spcBef>
              <a:buNone/>
              <a:defRPr sz="100" b="0">
                <a:noFill/>
              </a:defRPr>
            </a:lvl8pPr>
            <a:lvl9pPr marL="0" indent="0">
              <a:spcBef>
                <a:spcPts val="0"/>
              </a:spcBef>
              <a:buNone/>
              <a:defRPr sz="100" b="0">
                <a:noFill/>
              </a:defRPr>
            </a:lvl9pPr>
          </a:lstStyle>
          <a:p>
            <a:pPr lvl="0"/>
            <a:r>
              <a:rPr lang="de-DE" noProof="0"/>
              <a:t> </a:t>
            </a:r>
          </a:p>
        </p:txBody>
      </p:sp>
      <p:sp>
        <p:nvSpPr>
          <p:cNvPr id="50" name="Text Placeholder 49">
            <a:extLst>
              <a:ext uri="{FF2B5EF4-FFF2-40B4-BE49-F238E27FC236}">
                <a16:creationId xmlns:a16="http://schemas.microsoft.com/office/drawing/2014/main" id="{0B27EB0A-67DA-288D-57CD-3DD47F4F5588}"/>
              </a:ext>
            </a:extLst>
          </p:cNvPr>
          <p:cNvSpPr>
            <a:spLocks noGrp="1"/>
          </p:cNvSpPr>
          <p:nvPr>
            <p:ph type="body" sz="quarter" idx="33" hasCustomPrompt="1"/>
          </p:nvPr>
        </p:nvSpPr>
        <p:spPr bwMode="gray">
          <a:xfrm>
            <a:off x="410552" y="4084188"/>
            <a:ext cx="148381" cy="496755"/>
          </a:xfrm>
          <a:custGeom>
            <a:avLst/>
            <a:gdLst>
              <a:gd name="connsiteX0" fmla="*/ 0 w 148381"/>
              <a:gd name="connsiteY0" fmla="*/ 0 h 496755"/>
              <a:gd name="connsiteX1" fmla="*/ 148381 w 148381"/>
              <a:gd name="connsiteY1" fmla="*/ 0 h 496755"/>
              <a:gd name="connsiteX2" fmla="*/ 148381 w 148381"/>
              <a:gd name="connsiteY2" fmla="*/ 496755 h 496755"/>
              <a:gd name="connsiteX3" fmla="*/ 0 w 148381"/>
              <a:gd name="connsiteY3" fmla="*/ 496755 h 496755"/>
            </a:gdLst>
            <a:ahLst/>
            <a:cxnLst>
              <a:cxn ang="0">
                <a:pos x="connsiteX0" y="connsiteY0"/>
              </a:cxn>
              <a:cxn ang="0">
                <a:pos x="connsiteX1" y="connsiteY1"/>
              </a:cxn>
              <a:cxn ang="0">
                <a:pos x="connsiteX2" y="connsiteY2"/>
              </a:cxn>
              <a:cxn ang="0">
                <a:pos x="connsiteX3" y="connsiteY3"/>
              </a:cxn>
            </a:cxnLst>
            <a:rect l="l" t="t" r="r" b="b"/>
            <a:pathLst>
              <a:path w="148381" h="496755">
                <a:moveTo>
                  <a:pt x="0" y="0"/>
                </a:moveTo>
                <a:lnTo>
                  <a:pt x="148381" y="0"/>
                </a:lnTo>
                <a:lnTo>
                  <a:pt x="148381" y="496755"/>
                </a:lnTo>
                <a:lnTo>
                  <a:pt x="0" y="496755"/>
                </a:lnTo>
                <a:close/>
              </a:path>
            </a:pathLst>
          </a:custGeom>
          <a:solidFill>
            <a:schemeClr val="accent1"/>
          </a:solidFill>
        </p:spPr>
        <p:txBody>
          <a:bodyPr wrap="square">
            <a:noAutofit/>
          </a:bodyPr>
          <a:lstStyle>
            <a:lvl1pPr marL="0" indent="0">
              <a:spcBef>
                <a:spcPts val="0"/>
              </a:spcBef>
              <a:buFont typeface="Skeena" panose="020B0604020202020204" pitchFamily="34" charset="0"/>
              <a:buNone/>
              <a:defRPr sz="100" b="0">
                <a:noFill/>
              </a:defRPr>
            </a:lvl1pPr>
            <a:lvl2pPr marL="0" indent="0">
              <a:spcBef>
                <a:spcPts val="0"/>
              </a:spcBef>
              <a:buFont typeface="Skeena" panose="020B0604020202020204" pitchFamily="34" charset="0"/>
              <a:buNone/>
              <a:defRPr sz="100" b="0">
                <a:noFill/>
              </a:defRPr>
            </a:lvl2pPr>
            <a:lvl3pPr marL="0" indent="0">
              <a:spcBef>
                <a:spcPts val="0"/>
              </a:spcBef>
              <a:buNone/>
              <a:defRPr sz="100" b="0">
                <a:noFill/>
              </a:defRPr>
            </a:lvl3pPr>
            <a:lvl4pPr marL="0" indent="0">
              <a:spcBef>
                <a:spcPts val="0"/>
              </a:spcBef>
              <a:buNone/>
              <a:defRPr sz="100" b="0">
                <a:noFill/>
              </a:defRPr>
            </a:lvl4pPr>
            <a:lvl5pPr marL="0" indent="0">
              <a:spcBef>
                <a:spcPts val="0"/>
              </a:spcBef>
              <a:buNone/>
              <a:defRPr sz="100" b="0">
                <a:noFill/>
              </a:defRPr>
            </a:lvl5pPr>
            <a:lvl6pPr marL="0" indent="0">
              <a:spcBef>
                <a:spcPts val="0"/>
              </a:spcBef>
              <a:buNone/>
              <a:defRPr sz="100" b="0">
                <a:noFill/>
              </a:defRPr>
            </a:lvl6pPr>
            <a:lvl7pPr marL="0" indent="0">
              <a:spcBef>
                <a:spcPts val="0"/>
              </a:spcBef>
              <a:buNone/>
              <a:defRPr sz="100" b="0">
                <a:noFill/>
              </a:defRPr>
            </a:lvl7pPr>
            <a:lvl8pPr marL="0" indent="0">
              <a:spcBef>
                <a:spcPts val="0"/>
              </a:spcBef>
              <a:buNone/>
              <a:defRPr sz="100" b="0">
                <a:noFill/>
              </a:defRPr>
            </a:lvl8pPr>
            <a:lvl9pPr marL="0" indent="0">
              <a:spcBef>
                <a:spcPts val="0"/>
              </a:spcBef>
              <a:buNone/>
              <a:defRPr sz="100" b="0">
                <a:noFill/>
              </a:defRPr>
            </a:lvl9pPr>
          </a:lstStyle>
          <a:p>
            <a:pPr lvl="0"/>
            <a:r>
              <a:rPr lang="de-DE" noProof="0"/>
              <a:t> </a:t>
            </a:r>
          </a:p>
        </p:txBody>
      </p:sp>
      <p:sp>
        <p:nvSpPr>
          <p:cNvPr id="51" name="Text Placeholder 50">
            <a:extLst>
              <a:ext uri="{FF2B5EF4-FFF2-40B4-BE49-F238E27FC236}">
                <a16:creationId xmlns:a16="http://schemas.microsoft.com/office/drawing/2014/main" id="{E87B7B9F-78B6-D6E9-675A-F66D6353EE6C}"/>
              </a:ext>
            </a:extLst>
          </p:cNvPr>
          <p:cNvSpPr>
            <a:spLocks noGrp="1"/>
          </p:cNvSpPr>
          <p:nvPr>
            <p:ph type="body" sz="quarter" idx="34" hasCustomPrompt="1"/>
          </p:nvPr>
        </p:nvSpPr>
        <p:spPr bwMode="gray">
          <a:xfrm>
            <a:off x="558933" y="5592176"/>
            <a:ext cx="496755" cy="148381"/>
          </a:xfrm>
          <a:custGeom>
            <a:avLst/>
            <a:gdLst>
              <a:gd name="connsiteX0" fmla="*/ 0 w 496755"/>
              <a:gd name="connsiteY0" fmla="*/ 0 h 148381"/>
              <a:gd name="connsiteX1" fmla="*/ 496755 w 496755"/>
              <a:gd name="connsiteY1" fmla="*/ 0 h 148381"/>
              <a:gd name="connsiteX2" fmla="*/ 496755 w 496755"/>
              <a:gd name="connsiteY2" fmla="*/ 148381 h 148381"/>
              <a:gd name="connsiteX3" fmla="*/ 0 w 496755"/>
              <a:gd name="connsiteY3" fmla="*/ 148381 h 148381"/>
            </a:gdLst>
            <a:ahLst/>
            <a:cxnLst>
              <a:cxn ang="0">
                <a:pos x="connsiteX0" y="connsiteY0"/>
              </a:cxn>
              <a:cxn ang="0">
                <a:pos x="connsiteX1" y="connsiteY1"/>
              </a:cxn>
              <a:cxn ang="0">
                <a:pos x="connsiteX2" y="connsiteY2"/>
              </a:cxn>
              <a:cxn ang="0">
                <a:pos x="connsiteX3" y="connsiteY3"/>
              </a:cxn>
            </a:cxnLst>
            <a:rect l="l" t="t" r="r" b="b"/>
            <a:pathLst>
              <a:path w="496755" h="148381">
                <a:moveTo>
                  <a:pt x="0" y="0"/>
                </a:moveTo>
                <a:lnTo>
                  <a:pt x="496755" y="0"/>
                </a:lnTo>
                <a:lnTo>
                  <a:pt x="496755" y="148381"/>
                </a:lnTo>
                <a:lnTo>
                  <a:pt x="0" y="148381"/>
                </a:lnTo>
                <a:close/>
              </a:path>
            </a:pathLst>
          </a:custGeom>
          <a:solidFill>
            <a:schemeClr val="accent1"/>
          </a:solidFill>
        </p:spPr>
        <p:txBody>
          <a:bodyPr wrap="square">
            <a:noAutofit/>
          </a:bodyPr>
          <a:lstStyle>
            <a:lvl1pPr marL="0" indent="0">
              <a:spcBef>
                <a:spcPts val="0"/>
              </a:spcBef>
              <a:buFont typeface="Skeena" panose="020B0604020202020204" pitchFamily="34" charset="0"/>
              <a:buNone/>
              <a:defRPr sz="100" b="0">
                <a:noFill/>
              </a:defRPr>
            </a:lvl1pPr>
            <a:lvl2pPr marL="0" indent="0">
              <a:spcBef>
                <a:spcPts val="0"/>
              </a:spcBef>
              <a:buFont typeface="Skeena" panose="020B0604020202020204" pitchFamily="34" charset="0"/>
              <a:buNone/>
              <a:defRPr sz="100" b="0">
                <a:noFill/>
              </a:defRPr>
            </a:lvl2pPr>
            <a:lvl3pPr marL="0" indent="0">
              <a:spcBef>
                <a:spcPts val="0"/>
              </a:spcBef>
              <a:buNone/>
              <a:defRPr sz="100" b="0">
                <a:noFill/>
              </a:defRPr>
            </a:lvl3pPr>
            <a:lvl4pPr marL="0" indent="0">
              <a:spcBef>
                <a:spcPts val="0"/>
              </a:spcBef>
              <a:buNone/>
              <a:defRPr sz="100" b="0">
                <a:noFill/>
              </a:defRPr>
            </a:lvl4pPr>
            <a:lvl5pPr marL="0" indent="0">
              <a:spcBef>
                <a:spcPts val="0"/>
              </a:spcBef>
              <a:buNone/>
              <a:defRPr sz="100" b="0">
                <a:noFill/>
              </a:defRPr>
            </a:lvl5pPr>
            <a:lvl6pPr marL="0" indent="0">
              <a:spcBef>
                <a:spcPts val="0"/>
              </a:spcBef>
              <a:buNone/>
              <a:defRPr sz="100" b="0">
                <a:noFill/>
              </a:defRPr>
            </a:lvl6pPr>
            <a:lvl7pPr marL="0" indent="0">
              <a:spcBef>
                <a:spcPts val="0"/>
              </a:spcBef>
              <a:buNone/>
              <a:defRPr sz="100" b="0">
                <a:noFill/>
              </a:defRPr>
            </a:lvl7pPr>
            <a:lvl8pPr marL="0" indent="0">
              <a:spcBef>
                <a:spcPts val="0"/>
              </a:spcBef>
              <a:buNone/>
              <a:defRPr sz="100" b="0">
                <a:noFill/>
              </a:defRPr>
            </a:lvl8pPr>
            <a:lvl9pPr marL="0" indent="0">
              <a:spcBef>
                <a:spcPts val="0"/>
              </a:spcBef>
              <a:buNone/>
              <a:defRPr sz="100" b="0">
                <a:noFill/>
              </a:defRPr>
            </a:lvl9pPr>
          </a:lstStyle>
          <a:p>
            <a:pPr lvl="0"/>
            <a:r>
              <a:rPr lang="de-DE" noProof="0"/>
              <a:t> </a:t>
            </a:r>
          </a:p>
        </p:txBody>
      </p:sp>
      <p:sp>
        <p:nvSpPr>
          <p:cNvPr id="52" name="Text Placeholder 51">
            <a:extLst>
              <a:ext uri="{FF2B5EF4-FFF2-40B4-BE49-F238E27FC236}">
                <a16:creationId xmlns:a16="http://schemas.microsoft.com/office/drawing/2014/main" id="{1EDD69CC-238F-71F4-A3E5-5343919EE6D8}"/>
              </a:ext>
            </a:extLst>
          </p:cNvPr>
          <p:cNvSpPr>
            <a:spLocks noGrp="1"/>
          </p:cNvSpPr>
          <p:nvPr>
            <p:ph type="body" sz="quarter" idx="35" hasCustomPrompt="1"/>
          </p:nvPr>
        </p:nvSpPr>
        <p:spPr bwMode="gray">
          <a:xfrm>
            <a:off x="410552" y="5740557"/>
            <a:ext cx="148381" cy="496755"/>
          </a:xfrm>
          <a:custGeom>
            <a:avLst/>
            <a:gdLst>
              <a:gd name="connsiteX0" fmla="*/ 0 w 148381"/>
              <a:gd name="connsiteY0" fmla="*/ 0 h 496755"/>
              <a:gd name="connsiteX1" fmla="*/ 148381 w 148381"/>
              <a:gd name="connsiteY1" fmla="*/ 0 h 496755"/>
              <a:gd name="connsiteX2" fmla="*/ 148381 w 148381"/>
              <a:gd name="connsiteY2" fmla="*/ 496755 h 496755"/>
              <a:gd name="connsiteX3" fmla="*/ 0 w 148381"/>
              <a:gd name="connsiteY3" fmla="*/ 496755 h 496755"/>
            </a:gdLst>
            <a:ahLst/>
            <a:cxnLst>
              <a:cxn ang="0">
                <a:pos x="connsiteX0" y="connsiteY0"/>
              </a:cxn>
              <a:cxn ang="0">
                <a:pos x="connsiteX1" y="connsiteY1"/>
              </a:cxn>
              <a:cxn ang="0">
                <a:pos x="connsiteX2" y="connsiteY2"/>
              </a:cxn>
              <a:cxn ang="0">
                <a:pos x="connsiteX3" y="connsiteY3"/>
              </a:cxn>
            </a:cxnLst>
            <a:rect l="l" t="t" r="r" b="b"/>
            <a:pathLst>
              <a:path w="148381" h="496755">
                <a:moveTo>
                  <a:pt x="0" y="0"/>
                </a:moveTo>
                <a:lnTo>
                  <a:pt x="148381" y="0"/>
                </a:lnTo>
                <a:lnTo>
                  <a:pt x="148381" y="496755"/>
                </a:lnTo>
                <a:lnTo>
                  <a:pt x="0" y="496755"/>
                </a:lnTo>
                <a:close/>
              </a:path>
            </a:pathLst>
          </a:custGeom>
          <a:solidFill>
            <a:schemeClr val="accent1"/>
          </a:solidFill>
        </p:spPr>
        <p:txBody>
          <a:bodyPr wrap="square">
            <a:noAutofit/>
          </a:bodyPr>
          <a:lstStyle>
            <a:lvl1pPr marL="0" indent="0">
              <a:spcBef>
                <a:spcPts val="0"/>
              </a:spcBef>
              <a:buFont typeface="Skeena" panose="020B0604020202020204" pitchFamily="34" charset="0"/>
              <a:buNone/>
              <a:defRPr sz="100" b="0">
                <a:noFill/>
              </a:defRPr>
            </a:lvl1pPr>
            <a:lvl2pPr marL="0" indent="0">
              <a:spcBef>
                <a:spcPts val="0"/>
              </a:spcBef>
              <a:buFont typeface="Skeena" panose="020B0604020202020204" pitchFamily="34" charset="0"/>
              <a:buNone/>
              <a:defRPr sz="100" b="0">
                <a:noFill/>
              </a:defRPr>
            </a:lvl2pPr>
            <a:lvl3pPr marL="0" indent="0">
              <a:spcBef>
                <a:spcPts val="0"/>
              </a:spcBef>
              <a:buNone/>
              <a:defRPr sz="100" b="0">
                <a:noFill/>
              </a:defRPr>
            </a:lvl3pPr>
            <a:lvl4pPr marL="0" indent="0">
              <a:spcBef>
                <a:spcPts val="0"/>
              </a:spcBef>
              <a:buNone/>
              <a:defRPr sz="100" b="0">
                <a:noFill/>
              </a:defRPr>
            </a:lvl4pPr>
            <a:lvl5pPr marL="0" indent="0">
              <a:spcBef>
                <a:spcPts val="0"/>
              </a:spcBef>
              <a:buNone/>
              <a:defRPr sz="100" b="0">
                <a:noFill/>
              </a:defRPr>
            </a:lvl5pPr>
            <a:lvl6pPr marL="0" indent="0">
              <a:spcBef>
                <a:spcPts val="0"/>
              </a:spcBef>
              <a:buNone/>
              <a:defRPr sz="100" b="0">
                <a:noFill/>
              </a:defRPr>
            </a:lvl6pPr>
            <a:lvl7pPr marL="0" indent="0">
              <a:spcBef>
                <a:spcPts val="0"/>
              </a:spcBef>
              <a:buNone/>
              <a:defRPr sz="100" b="0">
                <a:noFill/>
              </a:defRPr>
            </a:lvl7pPr>
            <a:lvl8pPr marL="0" indent="0">
              <a:spcBef>
                <a:spcPts val="0"/>
              </a:spcBef>
              <a:buNone/>
              <a:defRPr sz="100" b="0">
                <a:noFill/>
              </a:defRPr>
            </a:lvl8pPr>
            <a:lvl9pPr marL="0" indent="0">
              <a:spcBef>
                <a:spcPts val="0"/>
              </a:spcBef>
              <a:buNone/>
              <a:defRPr sz="100" b="0">
                <a:noFill/>
              </a:defRPr>
            </a:lvl9pPr>
          </a:lstStyle>
          <a:p>
            <a:pPr lvl="0"/>
            <a:r>
              <a:rPr lang="de-DE" noProof="0"/>
              <a:t> </a:t>
            </a:r>
          </a:p>
        </p:txBody>
      </p:sp>
      <p:sp>
        <p:nvSpPr>
          <p:cNvPr id="53" name="Text Placeholder 52">
            <a:extLst>
              <a:ext uri="{FF2B5EF4-FFF2-40B4-BE49-F238E27FC236}">
                <a16:creationId xmlns:a16="http://schemas.microsoft.com/office/drawing/2014/main" id="{CAA04C3C-8DA4-FDDD-4F18-7FFD1B990112}"/>
              </a:ext>
            </a:extLst>
          </p:cNvPr>
          <p:cNvSpPr>
            <a:spLocks noGrp="1"/>
          </p:cNvSpPr>
          <p:nvPr>
            <p:ph type="body" sz="quarter" idx="36" hasCustomPrompt="1"/>
          </p:nvPr>
        </p:nvSpPr>
        <p:spPr bwMode="gray">
          <a:xfrm>
            <a:off x="6460405" y="623069"/>
            <a:ext cx="496755" cy="148381"/>
          </a:xfrm>
          <a:custGeom>
            <a:avLst/>
            <a:gdLst>
              <a:gd name="connsiteX0" fmla="*/ 0 w 496755"/>
              <a:gd name="connsiteY0" fmla="*/ 0 h 148381"/>
              <a:gd name="connsiteX1" fmla="*/ 496755 w 496755"/>
              <a:gd name="connsiteY1" fmla="*/ 0 h 148381"/>
              <a:gd name="connsiteX2" fmla="*/ 496755 w 496755"/>
              <a:gd name="connsiteY2" fmla="*/ 148381 h 148381"/>
              <a:gd name="connsiteX3" fmla="*/ 0 w 496755"/>
              <a:gd name="connsiteY3" fmla="*/ 148381 h 148381"/>
            </a:gdLst>
            <a:ahLst/>
            <a:cxnLst>
              <a:cxn ang="0">
                <a:pos x="connsiteX0" y="connsiteY0"/>
              </a:cxn>
              <a:cxn ang="0">
                <a:pos x="connsiteX1" y="connsiteY1"/>
              </a:cxn>
              <a:cxn ang="0">
                <a:pos x="connsiteX2" y="connsiteY2"/>
              </a:cxn>
              <a:cxn ang="0">
                <a:pos x="connsiteX3" y="connsiteY3"/>
              </a:cxn>
            </a:cxnLst>
            <a:rect l="l" t="t" r="r" b="b"/>
            <a:pathLst>
              <a:path w="496755" h="148381">
                <a:moveTo>
                  <a:pt x="0" y="0"/>
                </a:moveTo>
                <a:lnTo>
                  <a:pt x="496755" y="0"/>
                </a:lnTo>
                <a:lnTo>
                  <a:pt x="496755" y="148381"/>
                </a:lnTo>
                <a:lnTo>
                  <a:pt x="0" y="148381"/>
                </a:lnTo>
                <a:close/>
              </a:path>
            </a:pathLst>
          </a:custGeom>
          <a:solidFill>
            <a:schemeClr val="accent1"/>
          </a:solidFill>
        </p:spPr>
        <p:txBody>
          <a:bodyPr wrap="square">
            <a:noAutofit/>
          </a:bodyPr>
          <a:lstStyle>
            <a:lvl1pPr marL="0" indent="0">
              <a:spcBef>
                <a:spcPts val="0"/>
              </a:spcBef>
              <a:buFont typeface="Skeena" panose="020B0604020202020204" pitchFamily="34" charset="0"/>
              <a:buNone/>
              <a:defRPr sz="100" b="0">
                <a:noFill/>
              </a:defRPr>
            </a:lvl1pPr>
            <a:lvl2pPr marL="0" indent="0">
              <a:spcBef>
                <a:spcPts val="0"/>
              </a:spcBef>
              <a:buFont typeface="Skeena" panose="020B0604020202020204" pitchFamily="34" charset="0"/>
              <a:buNone/>
              <a:defRPr sz="100" b="0">
                <a:noFill/>
              </a:defRPr>
            </a:lvl2pPr>
            <a:lvl3pPr marL="0" indent="0">
              <a:spcBef>
                <a:spcPts val="0"/>
              </a:spcBef>
              <a:buNone/>
              <a:defRPr sz="100" b="0">
                <a:noFill/>
              </a:defRPr>
            </a:lvl3pPr>
            <a:lvl4pPr marL="0" indent="0">
              <a:spcBef>
                <a:spcPts val="0"/>
              </a:spcBef>
              <a:buNone/>
              <a:defRPr sz="100" b="0">
                <a:noFill/>
              </a:defRPr>
            </a:lvl4pPr>
            <a:lvl5pPr marL="0" indent="0">
              <a:spcBef>
                <a:spcPts val="0"/>
              </a:spcBef>
              <a:buNone/>
              <a:defRPr sz="100" b="0">
                <a:noFill/>
              </a:defRPr>
            </a:lvl5pPr>
            <a:lvl6pPr marL="0" indent="0">
              <a:spcBef>
                <a:spcPts val="0"/>
              </a:spcBef>
              <a:buNone/>
              <a:defRPr sz="100" b="0">
                <a:noFill/>
              </a:defRPr>
            </a:lvl6pPr>
            <a:lvl7pPr marL="0" indent="0">
              <a:spcBef>
                <a:spcPts val="0"/>
              </a:spcBef>
              <a:buNone/>
              <a:defRPr sz="100" b="0">
                <a:noFill/>
              </a:defRPr>
            </a:lvl7pPr>
            <a:lvl8pPr marL="0" indent="0">
              <a:spcBef>
                <a:spcPts val="0"/>
              </a:spcBef>
              <a:buNone/>
              <a:defRPr sz="100" b="0">
                <a:noFill/>
              </a:defRPr>
            </a:lvl8pPr>
            <a:lvl9pPr marL="0" indent="0">
              <a:spcBef>
                <a:spcPts val="0"/>
              </a:spcBef>
              <a:buNone/>
              <a:defRPr sz="100" b="0">
                <a:noFill/>
              </a:defRPr>
            </a:lvl9pPr>
          </a:lstStyle>
          <a:p>
            <a:pPr lvl="0"/>
            <a:r>
              <a:rPr lang="de-DE" noProof="0"/>
              <a:t> </a:t>
            </a:r>
          </a:p>
        </p:txBody>
      </p:sp>
      <p:sp>
        <p:nvSpPr>
          <p:cNvPr id="54" name="Text Placeholder 53">
            <a:extLst>
              <a:ext uri="{FF2B5EF4-FFF2-40B4-BE49-F238E27FC236}">
                <a16:creationId xmlns:a16="http://schemas.microsoft.com/office/drawing/2014/main" id="{D8E6D59F-5D73-E1B6-C3AD-40065775B364}"/>
              </a:ext>
            </a:extLst>
          </p:cNvPr>
          <p:cNvSpPr>
            <a:spLocks noGrp="1"/>
          </p:cNvSpPr>
          <p:nvPr>
            <p:ph type="body" sz="quarter" idx="37" hasCustomPrompt="1"/>
          </p:nvPr>
        </p:nvSpPr>
        <p:spPr bwMode="gray">
          <a:xfrm>
            <a:off x="6312024" y="771450"/>
            <a:ext cx="148381" cy="496755"/>
          </a:xfrm>
          <a:custGeom>
            <a:avLst/>
            <a:gdLst>
              <a:gd name="connsiteX0" fmla="*/ 0 w 148381"/>
              <a:gd name="connsiteY0" fmla="*/ 0 h 496755"/>
              <a:gd name="connsiteX1" fmla="*/ 148381 w 148381"/>
              <a:gd name="connsiteY1" fmla="*/ 0 h 496755"/>
              <a:gd name="connsiteX2" fmla="*/ 148381 w 148381"/>
              <a:gd name="connsiteY2" fmla="*/ 496755 h 496755"/>
              <a:gd name="connsiteX3" fmla="*/ 0 w 148381"/>
              <a:gd name="connsiteY3" fmla="*/ 496755 h 496755"/>
            </a:gdLst>
            <a:ahLst/>
            <a:cxnLst>
              <a:cxn ang="0">
                <a:pos x="connsiteX0" y="connsiteY0"/>
              </a:cxn>
              <a:cxn ang="0">
                <a:pos x="connsiteX1" y="connsiteY1"/>
              </a:cxn>
              <a:cxn ang="0">
                <a:pos x="connsiteX2" y="connsiteY2"/>
              </a:cxn>
              <a:cxn ang="0">
                <a:pos x="connsiteX3" y="connsiteY3"/>
              </a:cxn>
            </a:cxnLst>
            <a:rect l="l" t="t" r="r" b="b"/>
            <a:pathLst>
              <a:path w="148381" h="496755">
                <a:moveTo>
                  <a:pt x="0" y="0"/>
                </a:moveTo>
                <a:lnTo>
                  <a:pt x="148381" y="0"/>
                </a:lnTo>
                <a:lnTo>
                  <a:pt x="148381" y="496755"/>
                </a:lnTo>
                <a:lnTo>
                  <a:pt x="0" y="496755"/>
                </a:lnTo>
                <a:close/>
              </a:path>
            </a:pathLst>
          </a:custGeom>
          <a:solidFill>
            <a:schemeClr val="accent1"/>
          </a:solidFill>
        </p:spPr>
        <p:txBody>
          <a:bodyPr wrap="square">
            <a:noAutofit/>
          </a:bodyPr>
          <a:lstStyle>
            <a:lvl1pPr marL="0" indent="0">
              <a:spcBef>
                <a:spcPts val="0"/>
              </a:spcBef>
              <a:buFont typeface="Skeena" panose="020B0604020202020204" pitchFamily="34" charset="0"/>
              <a:buNone/>
              <a:defRPr sz="100" b="0">
                <a:noFill/>
              </a:defRPr>
            </a:lvl1pPr>
            <a:lvl2pPr marL="0" indent="0">
              <a:spcBef>
                <a:spcPts val="0"/>
              </a:spcBef>
              <a:buFont typeface="Skeena" panose="020B0604020202020204" pitchFamily="34" charset="0"/>
              <a:buNone/>
              <a:defRPr sz="100" b="0">
                <a:noFill/>
              </a:defRPr>
            </a:lvl2pPr>
            <a:lvl3pPr marL="0" indent="0">
              <a:spcBef>
                <a:spcPts val="0"/>
              </a:spcBef>
              <a:buNone/>
              <a:defRPr sz="100" b="0">
                <a:noFill/>
              </a:defRPr>
            </a:lvl3pPr>
            <a:lvl4pPr marL="0" indent="0">
              <a:spcBef>
                <a:spcPts val="0"/>
              </a:spcBef>
              <a:buNone/>
              <a:defRPr sz="100" b="0">
                <a:noFill/>
              </a:defRPr>
            </a:lvl4pPr>
            <a:lvl5pPr marL="0" indent="0">
              <a:spcBef>
                <a:spcPts val="0"/>
              </a:spcBef>
              <a:buNone/>
              <a:defRPr sz="100" b="0">
                <a:noFill/>
              </a:defRPr>
            </a:lvl5pPr>
            <a:lvl6pPr marL="0" indent="0">
              <a:spcBef>
                <a:spcPts val="0"/>
              </a:spcBef>
              <a:buNone/>
              <a:defRPr sz="100" b="0">
                <a:noFill/>
              </a:defRPr>
            </a:lvl6pPr>
            <a:lvl7pPr marL="0" indent="0">
              <a:spcBef>
                <a:spcPts val="0"/>
              </a:spcBef>
              <a:buNone/>
              <a:defRPr sz="100" b="0">
                <a:noFill/>
              </a:defRPr>
            </a:lvl7pPr>
            <a:lvl8pPr marL="0" indent="0">
              <a:spcBef>
                <a:spcPts val="0"/>
              </a:spcBef>
              <a:buNone/>
              <a:defRPr sz="100" b="0">
                <a:noFill/>
              </a:defRPr>
            </a:lvl8pPr>
            <a:lvl9pPr marL="0" indent="0">
              <a:spcBef>
                <a:spcPts val="0"/>
              </a:spcBef>
              <a:buNone/>
              <a:defRPr sz="100" b="0">
                <a:noFill/>
              </a:defRPr>
            </a:lvl9pPr>
          </a:lstStyle>
          <a:p>
            <a:pPr lvl="0"/>
            <a:r>
              <a:rPr lang="de-DE" noProof="0"/>
              <a:t> </a:t>
            </a:r>
          </a:p>
        </p:txBody>
      </p:sp>
      <p:sp>
        <p:nvSpPr>
          <p:cNvPr id="55" name="Text Placeholder 54">
            <a:extLst>
              <a:ext uri="{FF2B5EF4-FFF2-40B4-BE49-F238E27FC236}">
                <a16:creationId xmlns:a16="http://schemas.microsoft.com/office/drawing/2014/main" id="{8EEF4619-EAD3-06DB-1BAA-73C534B22D9B}"/>
              </a:ext>
            </a:extLst>
          </p:cNvPr>
          <p:cNvSpPr>
            <a:spLocks noGrp="1"/>
          </p:cNvSpPr>
          <p:nvPr>
            <p:ph type="body" sz="quarter" idx="38" hasCustomPrompt="1"/>
          </p:nvPr>
        </p:nvSpPr>
        <p:spPr bwMode="gray">
          <a:xfrm>
            <a:off x="6460405" y="2279438"/>
            <a:ext cx="496755" cy="148381"/>
          </a:xfrm>
          <a:custGeom>
            <a:avLst/>
            <a:gdLst>
              <a:gd name="connsiteX0" fmla="*/ 0 w 496755"/>
              <a:gd name="connsiteY0" fmla="*/ 0 h 148381"/>
              <a:gd name="connsiteX1" fmla="*/ 496755 w 496755"/>
              <a:gd name="connsiteY1" fmla="*/ 0 h 148381"/>
              <a:gd name="connsiteX2" fmla="*/ 496755 w 496755"/>
              <a:gd name="connsiteY2" fmla="*/ 148381 h 148381"/>
              <a:gd name="connsiteX3" fmla="*/ 0 w 496755"/>
              <a:gd name="connsiteY3" fmla="*/ 148381 h 148381"/>
            </a:gdLst>
            <a:ahLst/>
            <a:cxnLst>
              <a:cxn ang="0">
                <a:pos x="connsiteX0" y="connsiteY0"/>
              </a:cxn>
              <a:cxn ang="0">
                <a:pos x="connsiteX1" y="connsiteY1"/>
              </a:cxn>
              <a:cxn ang="0">
                <a:pos x="connsiteX2" y="connsiteY2"/>
              </a:cxn>
              <a:cxn ang="0">
                <a:pos x="connsiteX3" y="connsiteY3"/>
              </a:cxn>
            </a:cxnLst>
            <a:rect l="l" t="t" r="r" b="b"/>
            <a:pathLst>
              <a:path w="496755" h="148381">
                <a:moveTo>
                  <a:pt x="0" y="0"/>
                </a:moveTo>
                <a:lnTo>
                  <a:pt x="496755" y="0"/>
                </a:lnTo>
                <a:lnTo>
                  <a:pt x="496755" y="148381"/>
                </a:lnTo>
                <a:lnTo>
                  <a:pt x="0" y="148381"/>
                </a:lnTo>
                <a:close/>
              </a:path>
            </a:pathLst>
          </a:custGeom>
          <a:solidFill>
            <a:schemeClr val="accent1"/>
          </a:solidFill>
        </p:spPr>
        <p:txBody>
          <a:bodyPr wrap="square">
            <a:noAutofit/>
          </a:bodyPr>
          <a:lstStyle>
            <a:lvl1pPr marL="0" indent="0">
              <a:spcBef>
                <a:spcPts val="0"/>
              </a:spcBef>
              <a:buFont typeface="Skeena" panose="020B0604020202020204" pitchFamily="34" charset="0"/>
              <a:buNone/>
              <a:defRPr sz="100" b="0">
                <a:noFill/>
              </a:defRPr>
            </a:lvl1pPr>
            <a:lvl2pPr marL="0" indent="0">
              <a:spcBef>
                <a:spcPts val="0"/>
              </a:spcBef>
              <a:buFont typeface="Skeena" panose="020B0604020202020204" pitchFamily="34" charset="0"/>
              <a:buNone/>
              <a:defRPr sz="100" b="0">
                <a:noFill/>
              </a:defRPr>
            </a:lvl2pPr>
            <a:lvl3pPr marL="0" indent="0">
              <a:spcBef>
                <a:spcPts val="0"/>
              </a:spcBef>
              <a:buNone/>
              <a:defRPr sz="100" b="0">
                <a:noFill/>
              </a:defRPr>
            </a:lvl3pPr>
            <a:lvl4pPr marL="0" indent="0">
              <a:spcBef>
                <a:spcPts val="0"/>
              </a:spcBef>
              <a:buNone/>
              <a:defRPr sz="100" b="0">
                <a:noFill/>
              </a:defRPr>
            </a:lvl4pPr>
            <a:lvl5pPr marL="0" indent="0">
              <a:spcBef>
                <a:spcPts val="0"/>
              </a:spcBef>
              <a:buNone/>
              <a:defRPr sz="100" b="0">
                <a:noFill/>
              </a:defRPr>
            </a:lvl5pPr>
            <a:lvl6pPr marL="0" indent="0">
              <a:spcBef>
                <a:spcPts val="0"/>
              </a:spcBef>
              <a:buNone/>
              <a:defRPr sz="100" b="0">
                <a:noFill/>
              </a:defRPr>
            </a:lvl6pPr>
            <a:lvl7pPr marL="0" indent="0">
              <a:spcBef>
                <a:spcPts val="0"/>
              </a:spcBef>
              <a:buNone/>
              <a:defRPr sz="100" b="0">
                <a:noFill/>
              </a:defRPr>
            </a:lvl7pPr>
            <a:lvl8pPr marL="0" indent="0">
              <a:spcBef>
                <a:spcPts val="0"/>
              </a:spcBef>
              <a:buNone/>
              <a:defRPr sz="100" b="0">
                <a:noFill/>
              </a:defRPr>
            </a:lvl8pPr>
            <a:lvl9pPr marL="0" indent="0">
              <a:spcBef>
                <a:spcPts val="0"/>
              </a:spcBef>
              <a:buNone/>
              <a:defRPr sz="100" b="0">
                <a:noFill/>
              </a:defRPr>
            </a:lvl9pPr>
          </a:lstStyle>
          <a:p>
            <a:pPr lvl="0"/>
            <a:r>
              <a:rPr lang="de-DE" noProof="0"/>
              <a:t> </a:t>
            </a:r>
          </a:p>
        </p:txBody>
      </p:sp>
      <p:sp>
        <p:nvSpPr>
          <p:cNvPr id="56" name="Text Placeholder 55">
            <a:extLst>
              <a:ext uri="{FF2B5EF4-FFF2-40B4-BE49-F238E27FC236}">
                <a16:creationId xmlns:a16="http://schemas.microsoft.com/office/drawing/2014/main" id="{CB56FAC6-F5E9-ED86-BEF2-F00C3C36FB5B}"/>
              </a:ext>
            </a:extLst>
          </p:cNvPr>
          <p:cNvSpPr>
            <a:spLocks noGrp="1"/>
          </p:cNvSpPr>
          <p:nvPr>
            <p:ph type="body" sz="quarter" idx="39" hasCustomPrompt="1"/>
          </p:nvPr>
        </p:nvSpPr>
        <p:spPr bwMode="gray">
          <a:xfrm>
            <a:off x="6312024" y="2427819"/>
            <a:ext cx="148381" cy="496755"/>
          </a:xfrm>
          <a:custGeom>
            <a:avLst/>
            <a:gdLst>
              <a:gd name="connsiteX0" fmla="*/ 0 w 148381"/>
              <a:gd name="connsiteY0" fmla="*/ 0 h 496755"/>
              <a:gd name="connsiteX1" fmla="*/ 148381 w 148381"/>
              <a:gd name="connsiteY1" fmla="*/ 0 h 496755"/>
              <a:gd name="connsiteX2" fmla="*/ 148381 w 148381"/>
              <a:gd name="connsiteY2" fmla="*/ 496755 h 496755"/>
              <a:gd name="connsiteX3" fmla="*/ 0 w 148381"/>
              <a:gd name="connsiteY3" fmla="*/ 496755 h 496755"/>
            </a:gdLst>
            <a:ahLst/>
            <a:cxnLst>
              <a:cxn ang="0">
                <a:pos x="connsiteX0" y="connsiteY0"/>
              </a:cxn>
              <a:cxn ang="0">
                <a:pos x="connsiteX1" y="connsiteY1"/>
              </a:cxn>
              <a:cxn ang="0">
                <a:pos x="connsiteX2" y="connsiteY2"/>
              </a:cxn>
              <a:cxn ang="0">
                <a:pos x="connsiteX3" y="connsiteY3"/>
              </a:cxn>
            </a:cxnLst>
            <a:rect l="l" t="t" r="r" b="b"/>
            <a:pathLst>
              <a:path w="148381" h="496755">
                <a:moveTo>
                  <a:pt x="0" y="0"/>
                </a:moveTo>
                <a:lnTo>
                  <a:pt x="148381" y="0"/>
                </a:lnTo>
                <a:lnTo>
                  <a:pt x="148381" y="496755"/>
                </a:lnTo>
                <a:lnTo>
                  <a:pt x="0" y="496755"/>
                </a:lnTo>
                <a:close/>
              </a:path>
            </a:pathLst>
          </a:custGeom>
          <a:solidFill>
            <a:schemeClr val="accent1"/>
          </a:solidFill>
        </p:spPr>
        <p:txBody>
          <a:bodyPr wrap="square">
            <a:noAutofit/>
          </a:bodyPr>
          <a:lstStyle>
            <a:lvl1pPr marL="0" indent="0">
              <a:spcBef>
                <a:spcPts val="0"/>
              </a:spcBef>
              <a:buFont typeface="Skeena" panose="020B0604020202020204" pitchFamily="34" charset="0"/>
              <a:buNone/>
              <a:defRPr sz="100" b="0">
                <a:noFill/>
              </a:defRPr>
            </a:lvl1pPr>
            <a:lvl2pPr marL="0" indent="0">
              <a:spcBef>
                <a:spcPts val="0"/>
              </a:spcBef>
              <a:buFont typeface="Skeena" panose="020B0604020202020204" pitchFamily="34" charset="0"/>
              <a:buNone/>
              <a:defRPr sz="100" b="0">
                <a:noFill/>
              </a:defRPr>
            </a:lvl2pPr>
            <a:lvl3pPr marL="0" indent="0">
              <a:spcBef>
                <a:spcPts val="0"/>
              </a:spcBef>
              <a:buNone/>
              <a:defRPr sz="100" b="0">
                <a:noFill/>
              </a:defRPr>
            </a:lvl3pPr>
            <a:lvl4pPr marL="0" indent="0">
              <a:spcBef>
                <a:spcPts val="0"/>
              </a:spcBef>
              <a:buNone/>
              <a:defRPr sz="100" b="0">
                <a:noFill/>
              </a:defRPr>
            </a:lvl4pPr>
            <a:lvl5pPr marL="0" indent="0">
              <a:spcBef>
                <a:spcPts val="0"/>
              </a:spcBef>
              <a:buNone/>
              <a:defRPr sz="100" b="0">
                <a:noFill/>
              </a:defRPr>
            </a:lvl5pPr>
            <a:lvl6pPr marL="0" indent="0">
              <a:spcBef>
                <a:spcPts val="0"/>
              </a:spcBef>
              <a:buNone/>
              <a:defRPr sz="100" b="0">
                <a:noFill/>
              </a:defRPr>
            </a:lvl6pPr>
            <a:lvl7pPr marL="0" indent="0">
              <a:spcBef>
                <a:spcPts val="0"/>
              </a:spcBef>
              <a:buNone/>
              <a:defRPr sz="100" b="0">
                <a:noFill/>
              </a:defRPr>
            </a:lvl7pPr>
            <a:lvl8pPr marL="0" indent="0">
              <a:spcBef>
                <a:spcPts val="0"/>
              </a:spcBef>
              <a:buNone/>
              <a:defRPr sz="100" b="0">
                <a:noFill/>
              </a:defRPr>
            </a:lvl8pPr>
            <a:lvl9pPr marL="0" indent="0">
              <a:spcBef>
                <a:spcPts val="0"/>
              </a:spcBef>
              <a:buNone/>
              <a:defRPr sz="100" b="0">
                <a:noFill/>
              </a:defRPr>
            </a:lvl9pPr>
          </a:lstStyle>
          <a:p>
            <a:pPr lvl="0"/>
            <a:r>
              <a:rPr lang="de-DE" noProof="0"/>
              <a:t> </a:t>
            </a:r>
          </a:p>
        </p:txBody>
      </p:sp>
      <p:sp>
        <p:nvSpPr>
          <p:cNvPr id="57" name="Text Placeholder 56">
            <a:extLst>
              <a:ext uri="{FF2B5EF4-FFF2-40B4-BE49-F238E27FC236}">
                <a16:creationId xmlns:a16="http://schemas.microsoft.com/office/drawing/2014/main" id="{33A4D0D3-1C23-A91D-CD71-E0C1A0A1B6AD}"/>
              </a:ext>
            </a:extLst>
          </p:cNvPr>
          <p:cNvSpPr>
            <a:spLocks noGrp="1"/>
          </p:cNvSpPr>
          <p:nvPr>
            <p:ph type="body" sz="quarter" idx="40" hasCustomPrompt="1"/>
          </p:nvPr>
        </p:nvSpPr>
        <p:spPr bwMode="gray">
          <a:xfrm>
            <a:off x="6460405" y="3935807"/>
            <a:ext cx="496755" cy="148381"/>
          </a:xfrm>
          <a:custGeom>
            <a:avLst/>
            <a:gdLst>
              <a:gd name="connsiteX0" fmla="*/ 0 w 496755"/>
              <a:gd name="connsiteY0" fmla="*/ 0 h 148381"/>
              <a:gd name="connsiteX1" fmla="*/ 496755 w 496755"/>
              <a:gd name="connsiteY1" fmla="*/ 0 h 148381"/>
              <a:gd name="connsiteX2" fmla="*/ 496755 w 496755"/>
              <a:gd name="connsiteY2" fmla="*/ 148381 h 148381"/>
              <a:gd name="connsiteX3" fmla="*/ 0 w 496755"/>
              <a:gd name="connsiteY3" fmla="*/ 148381 h 148381"/>
            </a:gdLst>
            <a:ahLst/>
            <a:cxnLst>
              <a:cxn ang="0">
                <a:pos x="connsiteX0" y="connsiteY0"/>
              </a:cxn>
              <a:cxn ang="0">
                <a:pos x="connsiteX1" y="connsiteY1"/>
              </a:cxn>
              <a:cxn ang="0">
                <a:pos x="connsiteX2" y="connsiteY2"/>
              </a:cxn>
              <a:cxn ang="0">
                <a:pos x="connsiteX3" y="connsiteY3"/>
              </a:cxn>
            </a:cxnLst>
            <a:rect l="l" t="t" r="r" b="b"/>
            <a:pathLst>
              <a:path w="496755" h="148381">
                <a:moveTo>
                  <a:pt x="0" y="0"/>
                </a:moveTo>
                <a:lnTo>
                  <a:pt x="496755" y="0"/>
                </a:lnTo>
                <a:lnTo>
                  <a:pt x="496755" y="148381"/>
                </a:lnTo>
                <a:lnTo>
                  <a:pt x="0" y="148381"/>
                </a:lnTo>
                <a:close/>
              </a:path>
            </a:pathLst>
          </a:custGeom>
          <a:solidFill>
            <a:schemeClr val="accent1"/>
          </a:solidFill>
        </p:spPr>
        <p:txBody>
          <a:bodyPr wrap="square">
            <a:noAutofit/>
          </a:bodyPr>
          <a:lstStyle>
            <a:lvl1pPr marL="0" indent="0">
              <a:spcBef>
                <a:spcPts val="0"/>
              </a:spcBef>
              <a:buFont typeface="Skeena" panose="020B0604020202020204" pitchFamily="34" charset="0"/>
              <a:buNone/>
              <a:defRPr sz="100" b="0">
                <a:noFill/>
              </a:defRPr>
            </a:lvl1pPr>
            <a:lvl2pPr marL="0" indent="0">
              <a:spcBef>
                <a:spcPts val="0"/>
              </a:spcBef>
              <a:buFont typeface="Skeena" panose="020B0604020202020204" pitchFamily="34" charset="0"/>
              <a:buNone/>
              <a:defRPr sz="100" b="0">
                <a:noFill/>
              </a:defRPr>
            </a:lvl2pPr>
            <a:lvl3pPr marL="0" indent="0">
              <a:spcBef>
                <a:spcPts val="0"/>
              </a:spcBef>
              <a:buNone/>
              <a:defRPr sz="100" b="0">
                <a:noFill/>
              </a:defRPr>
            </a:lvl3pPr>
            <a:lvl4pPr marL="0" indent="0">
              <a:spcBef>
                <a:spcPts val="0"/>
              </a:spcBef>
              <a:buNone/>
              <a:defRPr sz="100" b="0">
                <a:noFill/>
              </a:defRPr>
            </a:lvl4pPr>
            <a:lvl5pPr marL="0" indent="0">
              <a:spcBef>
                <a:spcPts val="0"/>
              </a:spcBef>
              <a:buNone/>
              <a:defRPr sz="100" b="0">
                <a:noFill/>
              </a:defRPr>
            </a:lvl5pPr>
            <a:lvl6pPr marL="0" indent="0">
              <a:spcBef>
                <a:spcPts val="0"/>
              </a:spcBef>
              <a:buNone/>
              <a:defRPr sz="100" b="0">
                <a:noFill/>
              </a:defRPr>
            </a:lvl6pPr>
            <a:lvl7pPr marL="0" indent="0">
              <a:spcBef>
                <a:spcPts val="0"/>
              </a:spcBef>
              <a:buNone/>
              <a:defRPr sz="100" b="0">
                <a:noFill/>
              </a:defRPr>
            </a:lvl7pPr>
            <a:lvl8pPr marL="0" indent="0">
              <a:spcBef>
                <a:spcPts val="0"/>
              </a:spcBef>
              <a:buNone/>
              <a:defRPr sz="100" b="0">
                <a:noFill/>
              </a:defRPr>
            </a:lvl8pPr>
            <a:lvl9pPr marL="0" indent="0">
              <a:spcBef>
                <a:spcPts val="0"/>
              </a:spcBef>
              <a:buNone/>
              <a:defRPr sz="100" b="0">
                <a:noFill/>
              </a:defRPr>
            </a:lvl9pPr>
          </a:lstStyle>
          <a:p>
            <a:pPr lvl="0"/>
            <a:r>
              <a:rPr lang="de-DE" noProof="0"/>
              <a:t> </a:t>
            </a:r>
          </a:p>
        </p:txBody>
      </p:sp>
      <p:sp>
        <p:nvSpPr>
          <p:cNvPr id="58" name="Text Placeholder 57">
            <a:extLst>
              <a:ext uri="{FF2B5EF4-FFF2-40B4-BE49-F238E27FC236}">
                <a16:creationId xmlns:a16="http://schemas.microsoft.com/office/drawing/2014/main" id="{8250118E-33E8-A98B-7FB3-F0119E495F50}"/>
              </a:ext>
            </a:extLst>
          </p:cNvPr>
          <p:cNvSpPr>
            <a:spLocks noGrp="1"/>
          </p:cNvSpPr>
          <p:nvPr>
            <p:ph type="body" sz="quarter" idx="41" hasCustomPrompt="1"/>
          </p:nvPr>
        </p:nvSpPr>
        <p:spPr bwMode="gray">
          <a:xfrm>
            <a:off x="6312024" y="4084188"/>
            <a:ext cx="148381" cy="496755"/>
          </a:xfrm>
          <a:custGeom>
            <a:avLst/>
            <a:gdLst>
              <a:gd name="connsiteX0" fmla="*/ 0 w 148381"/>
              <a:gd name="connsiteY0" fmla="*/ 0 h 496755"/>
              <a:gd name="connsiteX1" fmla="*/ 148381 w 148381"/>
              <a:gd name="connsiteY1" fmla="*/ 0 h 496755"/>
              <a:gd name="connsiteX2" fmla="*/ 148381 w 148381"/>
              <a:gd name="connsiteY2" fmla="*/ 496755 h 496755"/>
              <a:gd name="connsiteX3" fmla="*/ 0 w 148381"/>
              <a:gd name="connsiteY3" fmla="*/ 496755 h 496755"/>
            </a:gdLst>
            <a:ahLst/>
            <a:cxnLst>
              <a:cxn ang="0">
                <a:pos x="connsiteX0" y="connsiteY0"/>
              </a:cxn>
              <a:cxn ang="0">
                <a:pos x="connsiteX1" y="connsiteY1"/>
              </a:cxn>
              <a:cxn ang="0">
                <a:pos x="connsiteX2" y="connsiteY2"/>
              </a:cxn>
              <a:cxn ang="0">
                <a:pos x="connsiteX3" y="connsiteY3"/>
              </a:cxn>
            </a:cxnLst>
            <a:rect l="l" t="t" r="r" b="b"/>
            <a:pathLst>
              <a:path w="148381" h="496755">
                <a:moveTo>
                  <a:pt x="0" y="0"/>
                </a:moveTo>
                <a:lnTo>
                  <a:pt x="148381" y="0"/>
                </a:lnTo>
                <a:lnTo>
                  <a:pt x="148381" y="496755"/>
                </a:lnTo>
                <a:lnTo>
                  <a:pt x="0" y="496755"/>
                </a:lnTo>
                <a:close/>
              </a:path>
            </a:pathLst>
          </a:custGeom>
          <a:solidFill>
            <a:schemeClr val="accent1"/>
          </a:solidFill>
        </p:spPr>
        <p:txBody>
          <a:bodyPr wrap="square">
            <a:noAutofit/>
          </a:bodyPr>
          <a:lstStyle>
            <a:lvl1pPr marL="0" indent="0">
              <a:spcBef>
                <a:spcPts val="0"/>
              </a:spcBef>
              <a:buFont typeface="Skeena" panose="020B0604020202020204" pitchFamily="34" charset="0"/>
              <a:buNone/>
              <a:defRPr sz="100" b="0">
                <a:noFill/>
              </a:defRPr>
            </a:lvl1pPr>
            <a:lvl2pPr marL="0" indent="0">
              <a:spcBef>
                <a:spcPts val="0"/>
              </a:spcBef>
              <a:buFont typeface="Skeena" panose="020B0604020202020204" pitchFamily="34" charset="0"/>
              <a:buNone/>
              <a:defRPr sz="100" b="0">
                <a:noFill/>
              </a:defRPr>
            </a:lvl2pPr>
            <a:lvl3pPr marL="0" indent="0">
              <a:spcBef>
                <a:spcPts val="0"/>
              </a:spcBef>
              <a:buNone/>
              <a:defRPr sz="100" b="0">
                <a:noFill/>
              </a:defRPr>
            </a:lvl3pPr>
            <a:lvl4pPr marL="0" indent="0">
              <a:spcBef>
                <a:spcPts val="0"/>
              </a:spcBef>
              <a:buNone/>
              <a:defRPr sz="100" b="0">
                <a:noFill/>
              </a:defRPr>
            </a:lvl4pPr>
            <a:lvl5pPr marL="0" indent="0">
              <a:spcBef>
                <a:spcPts val="0"/>
              </a:spcBef>
              <a:buNone/>
              <a:defRPr sz="100" b="0">
                <a:noFill/>
              </a:defRPr>
            </a:lvl5pPr>
            <a:lvl6pPr marL="0" indent="0">
              <a:spcBef>
                <a:spcPts val="0"/>
              </a:spcBef>
              <a:buNone/>
              <a:defRPr sz="100" b="0">
                <a:noFill/>
              </a:defRPr>
            </a:lvl6pPr>
            <a:lvl7pPr marL="0" indent="0">
              <a:spcBef>
                <a:spcPts val="0"/>
              </a:spcBef>
              <a:buNone/>
              <a:defRPr sz="100" b="0">
                <a:noFill/>
              </a:defRPr>
            </a:lvl7pPr>
            <a:lvl8pPr marL="0" indent="0">
              <a:spcBef>
                <a:spcPts val="0"/>
              </a:spcBef>
              <a:buNone/>
              <a:defRPr sz="100" b="0">
                <a:noFill/>
              </a:defRPr>
            </a:lvl8pPr>
            <a:lvl9pPr marL="0" indent="0">
              <a:spcBef>
                <a:spcPts val="0"/>
              </a:spcBef>
              <a:buNone/>
              <a:defRPr sz="100" b="0">
                <a:noFill/>
              </a:defRPr>
            </a:lvl9pPr>
          </a:lstStyle>
          <a:p>
            <a:pPr lvl="0"/>
            <a:r>
              <a:rPr lang="de-DE" noProof="0"/>
              <a:t> </a:t>
            </a:r>
          </a:p>
        </p:txBody>
      </p:sp>
      <p:sp>
        <p:nvSpPr>
          <p:cNvPr id="59" name="Text Placeholder 58">
            <a:extLst>
              <a:ext uri="{FF2B5EF4-FFF2-40B4-BE49-F238E27FC236}">
                <a16:creationId xmlns:a16="http://schemas.microsoft.com/office/drawing/2014/main" id="{FDF475BB-63D2-6802-EDAC-4C1944952824}"/>
              </a:ext>
            </a:extLst>
          </p:cNvPr>
          <p:cNvSpPr>
            <a:spLocks noGrp="1"/>
          </p:cNvSpPr>
          <p:nvPr>
            <p:ph type="body" sz="quarter" idx="42" hasCustomPrompt="1"/>
          </p:nvPr>
        </p:nvSpPr>
        <p:spPr bwMode="gray">
          <a:xfrm>
            <a:off x="6460405" y="5592176"/>
            <a:ext cx="496755" cy="148381"/>
          </a:xfrm>
          <a:custGeom>
            <a:avLst/>
            <a:gdLst>
              <a:gd name="connsiteX0" fmla="*/ 0 w 496755"/>
              <a:gd name="connsiteY0" fmla="*/ 0 h 148381"/>
              <a:gd name="connsiteX1" fmla="*/ 496755 w 496755"/>
              <a:gd name="connsiteY1" fmla="*/ 0 h 148381"/>
              <a:gd name="connsiteX2" fmla="*/ 496755 w 496755"/>
              <a:gd name="connsiteY2" fmla="*/ 148381 h 148381"/>
              <a:gd name="connsiteX3" fmla="*/ 0 w 496755"/>
              <a:gd name="connsiteY3" fmla="*/ 148381 h 148381"/>
            </a:gdLst>
            <a:ahLst/>
            <a:cxnLst>
              <a:cxn ang="0">
                <a:pos x="connsiteX0" y="connsiteY0"/>
              </a:cxn>
              <a:cxn ang="0">
                <a:pos x="connsiteX1" y="connsiteY1"/>
              </a:cxn>
              <a:cxn ang="0">
                <a:pos x="connsiteX2" y="connsiteY2"/>
              </a:cxn>
              <a:cxn ang="0">
                <a:pos x="connsiteX3" y="connsiteY3"/>
              </a:cxn>
            </a:cxnLst>
            <a:rect l="l" t="t" r="r" b="b"/>
            <a:pathLst>
              <a:path w="496755" h="148381">
                <a:moveTo>
                  <a:pt x="0" y="0"/>
                </a:moveTo>
                <a:lnTo>
                  <a:pt x="496755" y="0"/>
                </a:lnTo>
                <a:lnTo>
                  <a:pt x="496755" y="148381"/>
                </a:lnTo>
                <a:lnTo>
                  <a:pt x="0" y="148381"/>
                </a:lnTo>
                <a:close/>
              </a:path>
            </a:pathLst>
          </a:custGeom>
          <a:solidFill>
            <a:schemeClr val="accent1"/>
          </a:solidFill>
        </p:spPr>
        <p:txBody>
          <a:bodyPr wrap="square">
            <a:noAutofit/>
          </a:bodyPr>
          <a:lstStyle>
            <a:lvl1pPr marL="0" indent="0">
              <a:spcBef>
                <a:spcPts val="0"/>
              </a:spcBef>
              <a:buFont typeface="Skeena" panose="020B0604020202020204" pitchFamily="34" charset="0"/>
              <a:buNone/>
              <a:defRPr sz="100" b="0">
                <a:noFill/>
              </a:defRPr>
            </a:lvl1pPr>
            <a:lvl2pPr marL="0" indent="0">
              <a:spcBef>
                <a:spcPts val="0"/>
              </a:spcBef>
              <a:buFont typeface="Skeena" panose="020B0604020202020204" pitchFamily="34" charset="0"/>
              <a:buNone/>
              <a:defRPr sz="100" b="0">
                <a:noFill/>
              </a:defRPr>
            </a:lvl2pPr>
            <a:lvl3pPr marL="0" indent="0">
              <a:spcBef>
                <a:spcPts val="0"/>
              </a:spcBef>
              <a:buNone/>
              <a:defRPr sz="100" b="0">
                <a:noFill/>
              </a:defRPr>
            </a:lvl3pPr>
            <a:lvl4pPr marL="0" indent="0">
              <a:spcBef>
                <a:spcPts val="0"/>
              </a:spcBef>
              <a:buNone/>
              <a:defRPr sz="100" b="0">
                <a:noFill/>
              </a:defRPr>
            </a:lvl4pPr>
            <a:lvl5pPr marL="0" indent="0">
              <a:spcBef>
                <a:spcPts val="0"/>
              </a:spcBef>
              <a:buNone/>
              <a:defRPr sz="100" b="0">
                <a:noFill/>
              </a:defRPr>
            </a:lvl5pPr>
            <a:lvl6pPr marL="0" indent="0">
              <a:spcBef>
                <a:spcPts val="0"/>
              </a:spcBef>
              <a:buNone/>
              <a:defRPr sz="100" b="0">
                <a:noFill/>
              </a:defRPr>
            </a:lvl6pPr>
            <a:lvl7pPr marL="0" indent="0">
              <a:spcBef>
                <a:spcPts val="0"/>
              </a:spcBef>
              <a:buNone/>
              <a:defRPr sz="100" b="0">
                <a:noFill/>
              </a:defRPr>
            </a:lvl7pPr>
            <a:lvl8pPr marL="0" indent="0">
              <a:spcBef>
                <a:spcPts val="0"/>
              </a:spcBef>
              <a:buNone/>
              <a:defRPr sz="100" b="0">
                <a:noFill/>
              </a:defRPr>
            </a:lvl8pPr>
            <a:lvl9pPr marL="0" indent="0">
              <a:spcBef>
                <a:spcPts val="0"/>
              </a:spcBef>
              <a:buNone/>
              <a:defRPr sz="100" b="0">
                <a:noFill/>
              </a:defRPr>
            </a:lvl9pPr>
          </a:lstStyle>
          <a:p>
            <a:pPr lvl="0"/>
            <a:r>
              <a:rPr lang="de-DE" noProof="0"/>
              <a:t> </a:t>
            </a:r>
          </a:p>
        </p:txBody>
      </p:sp>
      <p:sp>
        <p:nvSpPr>
          <p:cNvPr id="60" name="Text Placeholder 59">
            <a:extLst>
              <a:ext uri="{FF2B5EF4-FFF2-40B4-BE49-F238E27FC236}">
                <a16:creationId xmlns:a16="http://schemas.microsoft.com/office/drawing/2014/main" id="{7A36D9D3-E425-FAD9-D386-02E9C80A5A5A}"/>
              </a:ext>
            </a:extLst>
          </p:cNvPr>
          <p:cNvSpPr>
            <a:spLocks noGrp="1"/>
          </p:cNvSpPr>
          <p:nvPr>
            <p:ph type="body" sz="quarter" idx="43" hasCustomPrompt="1"/>
          </p:nvPr>
        </p:nvSpPr>
        <p:spPr bwMode="gray">
          <a:xfrm>
            <a:off x="6312024" y="5740557"/>
            <a:ext cx="148381" cy="496755"/>
          </a:xfrm>
          <a:custGeom>
            <a:avLst/>
            <a:gdLst>
              <a:gd name="connsiteX0" fmla="*/ 0 w 148381"/>
              <a:gd name="connsiteY0" fmla="*/ 0 h 496755"/>
              <a:gd name="connsiteX1" fmla="*/ 148381 w 148381"/>
              <a:gd name="connsiteY1" fmla="*/ 0 h 496755"/>
              <a:gd name="connsiteX2" fmla="*/ 148381 w 148381"/>
              <a:gd name="connsiteY2" fmla="*/ 496755 h 496755"/>
              <a:gd name="connsiteX3" fmla="*/ 0 w 148381"/>
              <a:gd name="connsiteY3" fmla="*/ 496755 h 496755"/>
            </a:gdLst>
            <a:ahLst/>
            <a:cxnLst>
              <a:cxn ang="0">
                <a:pos x="connsiteX0" y="connsiteY0"/>
              </a:cxn>
              <a:cxn ang="0">
                <a:pos x="connsiteX1" y="connsiteY1"/>
              </a:cxn>
              <a:cxn ang="0">
                <a:pos x="connsiteX2" y="connsiteY2"/>
              </a:cxn>
              <a:cxn ang="0">
                <a:pos x="connsiteX3" y="connsiteY3"/>
              </a:cxn>
            </a:cxnLst>
            <a:rect l="l" t="t" r="r" b="b"/>
            <a:pathLst>
              <a:path w="148381" h="496755">
                <a:moveTo>
                  <a:pt x="0" y="0"/>
                </a:moveTo>
                <a:lnTo>
                  <a:pt x="148381" y="0"/>
                </a:lnTo>
                <a:lnTo>
                  <a:pt x="148381" y="496755"/>
                </a:lnTo>
                <a:lnTo>
                  <a:pt x="0" y="496755"/>
                </a:lnTo>
                <a:close/>
              </a:path>
            </a:pathLst>
          </a:custGeom>
          <a:solidFill>
            <a:schemeClr val="accent1"/>
          </a:solidFill>
        </p:spPr>
        <p:txBody>
          <a:bodyPr wrap="square">
            <a:noAutofit/>
          </a:bodyPr>
          <a:lstStyle>
            <a:lvl1pPr marL="0" indent="0">
              <a:spcBef>
                <a:spcPts val="0"/>
              </a:spcBef>
              <a:buFont typeface="Skeena" panose="020B0604020202020204" pitchFamily="34" charset="0"/>
              <a:buNone/>
              <a:defRPr sz="100" b="0">
                <a:noFill/>
              </a:defRPr>
            </a:lvl1pPr>
            <a:lvl2pPr marL="0" indent="0">
              <a:spcBef>
                <a:spcPts val="0"/>
              </a:spcBef>
              <a:buFont typeface="Skeena" panose="020B0604020202020204" pitchFamily="34" charset="0"/>
              <a:buNone/>
              <a:defRPr sz="100" b="0">
                <a:noFill/>
              </a:defRPr>
            </a:lvl2pPr>
            <a:lvl3pPr marL="0" indent="0">
              <a:spcBef>
                <a:spcPts val="0"/>
              </a:spcBef>
              <a:buNone/>
              <a:defRPr sz="100" b="0">
                <a:noFill/>
              </a:defRPr>
            </a:lvl3pPr>
            <a:lvl4pPr marL="0" indent="0">
              <a:spcBef>
                <a:spcPts val="0"/>
              </a:spcBef>
              <a:buNone/>
              <a:defRPr sz="100" b="0">
                <a:noFill/>
              </a:defRPr>
            </a:lvl4pPr>
            <a:lvl5pPr marL="0" indent="0">
              <a:spcBef>
                <a:spcPts val="0"/>
              </a:spcBef>
              <a:buNone/>
              <a:defRPr sz="100" b="0">
                <a:noFill/>
              </a:defRPr>
            </a:lvl5pPr>
            <a:lvl6pPr marL="0" indent="0">
              <a:spcBef>
                <a:spcPts val="0"/>
              </a:spcBef>
              <a:buNone/>
              <a:defRPr sz="100" b="0">
                <a:noFill/>
              </a:defRPr>
            </a:lvl6pPr>
            <a:lvl7pPr marL="0" indent="0">
              <a:spcBef>
                <a:spcPts val="0"/>
              </a:spcBef>
              <a:buNone/>
              <a:defRPr sz="100" b="0">
                <a:noFill/>
              </a:defRPr>
            </a:lvl7pPr>
            <a:lvl8pPr marL="0" indent="0">
              <a:spcBef>
                <a:spcPts val="0"/>
              </a:spcBef>
              <a:buNone/>
              <a:defRPr sz="100" b="0">
                <a:noFill/>
              </a:defRPr>
            </a:lvl8pPr>
            <a:lvl9pPr marL="0" indent="0">
              <a:spcBef>
                <a:spcPts val="0"/>
              </a:spcBef>
              <a:buNone/>
              <a:defRPr sz="100" b="0">
                <a:noFill/>
              </a:defRPr>
            </a:lvl9pPr>
          </a:lstStyle>
          <a:p>
            <a:pPr lvl="0"/>
            <a:r>
              <a:rPr lang="de-DE" noProof="0"/>
              <a:t> </a:t>
            </a:r>
          </a:p>
        </p:txBody>
      </p:sp>
    </p:spTree>
    <p:extLst>
      <p:ext uri="{BB962C8B-B14F-4D97-AF65-F5344CB8AC3E}">
        <p14:creationId xmlns:p14="http://schemas.microsoft.com/office/powerpoint/2010/main" val="29783494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 Kapiteltrennfolie mit Bild (rechts)">
    <p:spTree>
      <p:nvGrpSpPr>
        <p:cNvPr id="1" name=""/>
        <p:cNvGrpSpPr/>
        <p:nvPr/>
      </p:nvGrpSpPr>
      <p:grpSpPr>
        <a:xfrm>
          <a:off x="0" y="0"/>
          <a:ext cx="0" cy="0"/>
          <a:chOff x="0" y="0"/>
          <a:chExt cx="0" cy="0"/>
        </a:xfrm>
      </p:grpSpPr>
      <p:sp>
        <p:nvSpPr>
          <p:cNvPr id="40" name="Picture Placeholder 17">
            <a:extLst>
              <a:ext uri="{FF2B5EF4-FFF2-40B4-BE49-F238E27FC236}">
                <a16:creationId xmlns:a16="http://schemas.microsoft.com/office/drawing/2014/main" id="{0D46E141-FAAF-E9A6-B1EB-37D5D14C4023}"/>
              </a:ext>
            </a:extLst>
          </p:cNvPr>
          <p:cNvSpPr>
            <a:spLocks noGrp="1"/>
          </p:cNvSpPr>
          <p:nvPr>
            <p:ph type="pic" sz="quarter" idx="22"/>
          </p:nvPr>
        </p:nvSpPr>
        <p:spPr bwMode="gray">
          <a:xfrm>
            <a:off x="7860564" y="2526561"/>
            <a:ext cx="4331436" cy="4331439"/>
          </a:xfrm>
        </p:spPr>
        <p:txBody>
          <a:bodyPr tIns="648000" anchor="ctr"/>
          <a:lstStyle>
            <a:lvl1pPr algn="ctr">
              <a:spcBef>
                <a:spcPts val="0"/>
              </a:spcBef>
              <a:defRPr sz="1600" b="0"/>
            </a:lvl1pPr>
          </a:lstStyle>
          <a:p>
            <a:r>
              <a:rPr lang="en-US" noProof="0"/>
              <a:t>Click icon to add picture</a:t>
            </a:r>
            <a:endParaRPr lang="de-DE" noProof="0" dirty="0"/>
          </a:p>
        </p:txBody>
      </p:sp>
      <p:grpSp>
        <p:nvGrpSpPr>
          <p:cNvPr id="41" name="Group 40">
            <a:extLst>
              <a:ext uri="{FF2B5EF4-FFF2-40B4-BE49-F238E27FC236}">
                <a16:creationId xmlns:a16="http://schemas.microsoft.com/office/drawing/2014/main" id="{82A912F9-275B-C7C6-7D6F-F7EE4DB15DD1}"/>
              </a:ext>
            </a:extLst>
          </p:cNvPr>
          <p:cNvGrpSpPr>
            <a:grpSpLocks noChangeAspect="1"/>
          </p:cNvGrpSpPr>
          <p:nvPr userDrawn="1"/>
        </p:nvGrpSpPr>
        <p:grpSpPr bwMode="ltGray">
          <a:xfrm>
            <a:off x="6566754" y="1232756"/>
            <a:ext cx="5625248" cy="5625246"/>
            <a:chOff x="5118212" y="1097010"/>
            <a:chExt cx="3600003" cy="3600000"/>
          </a:xfrm>
          <a:solidFill>
            <a:schemeClr val="tx1"/>
          </a:solidFill>
        </p:grpSpPr>
        <p:sp>
          <p:nvSpPr>
            <p:cNvPr id="42" name="Rectangle 41">
              <a:extLst>
                <a:ext uri="{FF2B5EF4-FFF2-40B4-BE49-F238E27FC236}">
                  <a16:creationId xmlns:a16="http://schemas.microsoft.com/office/drawing/2014/main" id="{87540F96-326B-4427-0D5C-14DBF0F727C7}"/>
                </a:ext>
              </a:extLst>
            </p:cNvPr>
            <p:cNvSpPr>
              <a:spLocks noChangeAspect="1"/>
            </p:cNvSpPr>
            <p:nvPr userDrawn="1"/>
          </p:nvSpPr>
          <p:spPr bwMode="ltGray">
            <a:xfrm>
              <a:off x="5946214" y="1097010"/>
              <a:ext cx="2772001" cy="82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43" name="Rectangle 42">
              <a:extLst>
                <a:ext uri="{FF2B5EF4-FFF2-40B4-BE49-F238E27FC236}">
                  <a16:creationId xmlns:a16="http://schemas.microsoft.com/office/drawing/2014/main" id="{E78704B2-8E28-7D64-3777-D6D6B155B8E6}"/>
                </a:ext>
              </a:extLst>
            </p:cNvPr>
            <p:cNvSpPr>
              <a:spLocks noChangeAspect="1"/>
            </p:cNvSpPr>
            <p:nvPr userDrawn="1"/>
          </p:nvSpPr>
          <p:spPr bwMode="ltGray">
            <a:xfrm>
              <a:off x="5118212" y="1925010"/>
              <a:ext cx="828000" cy="277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sp>
        <p:nvSpPr>
          <p:cNvPr id="9" name="Text Placeholder 10">
            <a:extLst>
              <a:ext uri="{FF2B5EF4-FFF2-40B4-BE49-F238E27FC236}">
                <a16:creationId xmlns:a16="http://schemas.microsoft.com/office/drawing/2014/main" id="{93827F3F-23F6-3143-81F1-510EE74CD825}"/>
              </a:ext>
            </a:extLst>
          </p:cNvPr>
          <p:cNvSpPr>
            <a:spLocks noGrp="1"/>
          </p:cNvSpPr>
          <p:nvPr>
            <p:ph type="body" sz="quarter" idx="12" hasCustomPrompt="1"/>
          </p:nvPr>
        </p:nvSpPr>
        <p:spPr bwMode="gray">
          <a:xfrm>
            <a:off x="371364" y="944724"/>
            <a:ext cx="2520000" cy="1728000"/>
          </a:xfrm>
        </p:spPr>
        <p:txBody>
          <a:bodyPr wrap="none" anchor="ctr">
            <a:noAutofit/>
          </a:bodyPr>
          <a:lstStyle>
            <a:lvl1pPr marL="0" indent="0" algn="l">
              <a:spcBef>
                <a:spcPts val="0"/>
              </a:spcBef>
              <a:buFont typeface="Skeena" panose="020B0604020202020204" pitchFamily="34" charset="0"/>
              <a:buNone/>
              <a:defRPr sz="15400" b="0">
                <a:solidFill>
                  <a:schemeClr val="accent1"/>
                </a:solidFill>
              </a:defRPr>
            </a:lvl1pPr>
            <a:lvl2pPr marL="0" indent="0" algn="l">
              <a:spcBef>
                <a:spcPts val="0"/>
              </a:spcBef>
              <a:buFont typeface="Skeena" panose="020B0604020202020204" pitchFamily="34" charset="0"/>
              <a:buNone/>
              <a:defRPr sz="15400" b="0">
                <a:solidFill>
                  <a:schemeClr val="accent1"/>
                </a:solidFill>
              </a:defRPr>
            </a:lvl2pPr>
            <a:lvl3pPr marL="0" indent="0" algn="l">
              <a:spcBef>
                <a:spcPts val="0"/>
              </a:spcBef>
              <a:buNone/>
              <a:defRPr sz="15400" b="0">
                <a:solidFill>
                  <a:schemeClr val="accent1"/>
                </a:solidFill>
              </a:defRPr>
            </a:lvl3pPr>
            <a:lvl4pPr marL="0" indent="0" algn="l">
              <a:spcBef>
                <a:spcPts val="0"/>
              </a:spcBef>
              <a:buNone/>
              <a:defRPr sz="15400" b="0">
                <a:solidFill>
                  <a:schemeClr val="accent1"/>
                </a:solidFill>
              </a:defRPr>
            </a:lvl4pPr>
            <a:lvl5pPr marL="0" indent="0" algn="l">
              <a:spcBef>
                <a:spcPts val="0"/>
              </a:spcBef>
              <a:buNone/>
              <a:defRPr sz="15400" b="0">
                <a:solidFill>
                  <a:schemeClr val="accent1"/>
                </a:solidFill>
              </a:defRPr>
            </a:lvl5pPr>
            <a:lvl6pPr marL="0" indent="0" algn="l">
              <a:spcBef>
                <a:spcPts val="0"/>
              </a:spcBef>
              <a:buNone/>
              <a:defRPr sz="15400" b="0">
                <a:solidFill>
                  <a:schemeClr val="accent1"/>
                </a:solidFill>
              </a:defRPr>
            </a:lvl6pPr>
            <a:lvl7pPr marL="0" indent="0" algn="l">
              <a:spcBef>
                <a:spcPts val="0"/>
              </a:spcBef>
              <a:buNone/>
              <a:defRPr sz="15400" b="0">
                <a:solidFill>
                  <a:schemeClr val="accent1"/>
                </a:solidFill>
              </a:defRPr>
            </a:lvl7pPr>
            <a:lvl8pPr marL="0" indent="0" algn="l">
              <a:spcBef>
                <a:spcPts val="0"/>
              </a:spcBef>
              <a:buNone/>
              <a:defRPr sz="15400" b="0">
                <a:solidFill>
                  <a:schemeClr val="accent1"/>
                </a:solidFill>
              </a:defRPr>
            </a:lvl8pPr>
            <a:lvl9pPr marL="0" indent="0" algn="l">
              <a:spcBef>
                <a:spcPts val="0"/>
              </a:spcBef>
              <a:buNone/>
              <a:defRPr sz="15400" b="0">
                <a:solidFill>
                  <a:schemeClr val="accent1"/>
                </a:solidFill>
              </a:defRPr>
            </a:lvl9pPr>
          </a:lstStyle>
          <a:p>
            <a:pPr lvl="0"/>
            <a:r>
              <a:rPr lang="de-DE" noProof="0" dirty="0"/>
              <a:t>0X</a:t>
            </a:r>
          </a:p>
        </p:txBody>
      </p:sp>
      <p:sp>
        <p:nvSpPr>
          <p:cNvPr id="11" name="Text Placeholder 10">
            <a:extLst>
              <a:ext uri="{FF2B5EF4-FFF2-40B4-BE49-F238E27FC236}">
                <a16:creationId xmlns:a16="http://schemas.microsoft.com/office/drawing/2014/main" id="{3580AFF5-7336-B625-0697-D5755301E5C9}"/>
              </a:ext>
            </a:extLst>
          </p:cNvPr>
          <p:cNvSpPr txBox="1">
            <a:spLocks/>
          </p:cNvSpPr>
          <p:nvPr userDrawn="1"/>
        </p:nvSpPr>
        <p:spPr bwMode="gray">
          <a:xfrm>
            <a:off x="9061233" y="316267"/>
            <a:ext cx="2723399" cy="306000"/>
          </a:xfrm>
          <a:prstGeom prst="rect">
            <a:avLst/>
          </a:prstGeom>
          <a:blipFill>
            <a:blip r:embed="rId2"/>
            <a:stretch>
              <a:fillRect/>
            </a:stretch>
          </a:blipFill>
        </p:spPr>
        <p:txBody>
          <a:bodyPr/>
          <a:lstStyle>
            <a:lvl1pPr marL="0" indent="0" algn="l" defTabSz="914400" rtl="0" eaLnBrk="1" latinLnBrk="0" hangingPunct="1">
              <a:lnSpc>
                <a:spcPct val="100000"/>
              </a:lnSpc>
              <a:spcBef>
                <a:spcPts val="0"/>
              </a:spcBef>
              <a:buFont typeface="Skeena" panose="020B0604020202020204" pitchFamily="34" charset="0"/>
              <a:buNone/>
              <a:defRPr sz="100" b="0" kern="1200">
                <a:noFill/>
                <a:latin typeface="+mn-lt"/>
                <a:ea typeface="+mn-ea"/>
                <a:cs typeface="+mn-cs"/>
              </a:defRPr>
            </a:lvl1pPr>
            <a:lvl2pPr marL="0" indent="0" algn="l" defTabSz="914400" rtl="0" eaLnBrk="1" latinLnBrk="0" hangingPunct="1">
              <a:lnSpc>
                <a:spcPct val="100000"/>
              </a:lnSpc>
              <a:spcBef>
                <a:spcPts val="0"/>
              </a:spcBef>
              <a:buFont typeface="Skeena" panose="020B0604020202020204" pitchFamily="34" charset="0"/>
              <a:buNone/>
              <a:defRPr sz="100" b="0" kern="1200">
                <a:noFill/>
                <a:latin typeface="+mn-lt"/>
                <a:ea typeface="+mn-ea"/>
                <a:cs typeface="+mn-cs"/>
              </a:defRPr>
            </a:lvl2pPr>
            <a:lvl3pPr marL="0" indent="0" algn="l" defTabSz="914400" rtl="0" eaLnBrk="1" latinLnBrk="0" hangingPunct="1">
              <a:lnSpc>
                <a:spcPct val="100000"/>
              </a:lnSpc>
              <a:spcBef>
                <a:spcPts val="0"/>
              </a:spcBef>
              <a:buFont typeface="Wingdings" panose="05000000000000000000" pitchFamily="2" charset="2"/>
              <a:buNone/>
              <a:defRPr sz="100" b="0" kern="1200">
                <a:noFill/>
                <a:latin typeface="+mn-lt"/>
                <a:ea typeface="+mn-ea"/>
                <a:cs typeface="+mn-cs"/>
              </a:defRPr>
            </a:lvl3pPr>
            <a:lvl4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4pPr>
            <a:lvl5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5pPr>
            <a:lvl6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6pPr>
            <a:lvl7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7pPr>
            <a:lvl8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8pPr>
            <a:lvl9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9pPr>
          </a:lstStyle>
          <a:p>
            <a:r>
              <a:rPr lang="de-DE" noProof="0"/>
              <a:t> </a:t>
            </a:r>
          </a:p>
        </p:txBody>
      </p:sp>
      <p:sp>
        <p:nvSpPr>
          <p:cNvPr id="10" name="Text Placeholder 10">
            <a:extLst>
              <a:ext uri="{FF2B5EF4-FFF2-40B4-BE49-F238E27FC236}">
                <a16:creationId xmlns:a16="http://schemas.microsoft.com/office/drawing/2014/main" id="{2CA61D65-9C5F-4547-248C-B4CABFC35E37}"/>
              </a:ext>
            </a:extLst>
          </p:cNvPr>
          <p:cNvSpPr>
            <a:spLocks noGrp="1"/>
          </p:cNvSpPr>
          <p:nvPr>
            <p:ph type="body" sz="quarter" idx="13" hasCustomPrompt="1"/>
          </p:nvPr>
        </p:nvSpPr>
        <p:spPr bwMode="gray">
          <a:xfrm>
            <a:off x="407368" y="2913960"/>
            <a:ext cx="5472732" cy="2215991"/>
          </a:xfrm>
        </p:spPr>
        <p:txBody>
          <a:bodyPr wrap="square" anchor="t">
            <a:spAutoFit/>
          </a:bodyPr>
          <a:lstStyle>
            <a:lvl1pPr marL="0" indent="0" algn="l">
              <a:spcBef>
                <a:spcPts val="0"/>
              </a:spcBef>
              <a:buFont typeface="Skeena" panose="020B0604020202020204" pitchFamily="34" charset="0"/>
              <a:buNone/>
              <a:defRPr sz="4800" b="1">
                <a:solidFill>
                  <a:schemeClr val="tx1"/>
                </a:solidFill>
              </a:defRPr>
            </a:lvl1pPr>
            <a:lvl2pPr marL="0" indent="0" algn="l">
              <a:spcBef>
                <a:spcPts val="0"/>
              </a:spcBef>
              <a:buFont typeface="Skeena" panose="020B0604020202020204" pitchFamily="34" charset="0"/>
              <a:buNone/>
              <a:defRPr sz="4800" b="1">
                <a:solidFill>
                  <a:schemeClr val="tx1"/>
                </a:solidFill>
              </a:defRPr>
            </a:lvl2pPr>
            <a:lvl3pPr marL="0" indent="0" algn="l">
              <a:spcBef>
                <a:spcPts val="0"/>
              </a:spcBef>
              <a:buNone/>
              <a:defRPr sz="4800" b="1">
                <a:solidFill>
                  <a:schemeClr val="tx1"/>
                </a:solidFill>
              </a:defRPr>
            </a:lvl3pPr>
            <a:lvl4pPr marL="0" indent="0" algn="l">
              <a:spcBef>
                <a:spcPts val="0"/>
              </a:spcBef>
              <a:buNone/>
              <a:defRPr sz="4800" b="1">
                <a:solidFill>
                  <a:schemeClr val="tx1"/>
                </a:solidFill>
              </a:defRPr>
            </a:lvl4pPr>
            <a:lvl5pPr marL="0" indent="0" algn="l">
              <a:spcBef>
                <a:spcPts val="0"/>
              </a:spcBef>
              <a:buNone/>
              <a:defRPr sz="4800" b="1">
                <a:solidFill>
                  <a:schemeClr val="tx1"/>
                </a:solidFill>
              </a:defRPr>
            </a:lvl5pPr>
            <a:lvl6pPr marL="0" indent="0" algn="l">
              <a:spcBef>
                <a:spcPts val="0"/>
              </a:spcBef>
              <a:buNone/>
              <a:defRPr sz="4800" b="1">
                <a:solidFill>
                  <a:schemeClr val="tx1"/>
                </a:solidFill>
              </a:defRPr>
            </a:lvl6pPr>
            <a:lvl7pPr marL="0" indent="0" algn="l">
              <a:spcBef>
                <a:spcPts val="0"/>
              </a:spcBef>
              <a:buNone/>
              <a:defRPr sz="4800" b="1">
                <a:solidFill>
                  <a:schemeClr val="tx1"/>
                </a:solidFill>
              </a:defRPr>
            </a:lvl7pPr>
            <a:lvl8pPr marL="0" indent="0" algn="l">
              <a:spcBef>
                <a:spcPts val="0"/>
              </a:spcBef>
              <a:buNone/>
              <a:defRPr sz="4800" b="1">
                <a:solidFill>
                  <a:schemeClr val="tx1"/>
                </a:solidFill>
              </a:defRPr>
            </a:lvl8pPr>
            <a:lvl9pPr marL="0" indent="0" algn="l">
              <a:spcBef>
                <a:spcPts val="0"/>
              </a:spcBef>
              <a:buNone/>
              <a:defRPr sz="4800" b="1">
                <a:solidFill>
                  <a:schemeClr val="tx1"/>
                </a:solidFill>
              </a:defRPr>
            </a:lvl9pPr>
          </a:lstStyle>
          <a:p>
            <a:pPr lvl="0"/>
            <a:r>
              <a:rPr lang="de-DE" noProof="0"/>
              <a:t>Kapitelnamen durch Klicken bearbeiten</a:t>
            </a:r>
            <a:endParaRPr lang="de-DE" noProof="0" dirty="0"/>
          </a:p>
        </p:txBody>
      </p:sp>
    </p:spTree>
    <p:extLst>
      <p:ext uri="{BB962C8B-B14F-4D97-AF65-F5344CB8AC3E}">
        <p14:creationId xmlns:p14="http://schemas.microsoft.com/office/powerpoint/2010/main" val="2155400983"/>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 Kapiteltrennfolie ohne Bild">
    <p:spTree>
      <p:nvGrpSpPr>
        <p:cNvPr id="1" name=""/>
        <p:cNvGrpSpPr/>
        <p:nvPr/>
      </p:nvGrpSpPr>
      <p:grpSpPr>
        <a:xfrm>
          <a:off x="0" y="0"/>
          <a:ext cx="0" cy="0"/>
          <a:chOff x="0" y="0"/>
          <a:chExt cx="0" cy="0"/>
        </a:xfrm>
      </p:grpSpPr>
      <p:sp>
        <p:nvSpPr>
          <p:cNvPr id="9" name="Text Placeholder 10">
            <a:extLst>
              <a:ext uri="{FF2B5EF4-FFF2-40B4-BE49-F238E27FC236}">
                <a16:creationId xmlns:a16="http://schemas.microsoft.com/office/drawing/2014/main" id="{93827F3F-23F6-3143-81F1-510EE74CD825}"/>
              </a:ext>
            </a:extLst>
          </p:cNvPr>
          <p:cNvSpPr>
            <a:spLocks noGrp="1"/>
          </p:cNvSpPr>
          <p:nvPr>
            <p:ph type="body" sz="quarter" idx="12" hasCustomPrompt="1"/>
          </p:nvPr>
        </p:nvSpPr>
        <p:spPr bwMode="gray">
          <a:xfrm>
            <a:off x="371364" y="944724"/>
            <a:ext cx="2520000" cy="1728000"/>
          </a:xfrm>
        </p:spPr>
        <p:txBody>
          <a:bodyPr wrap="none" anchor="ctr">
            <a:noAutofit/>
          </a:bodyPr>
          <a:lstStyle>
            <a:lvl1pPr marL="0" indent="0" algn="l">
              <a:spcBef>
                <a:spcPts val="0"/>
              </a:spcBef>
              <a:buFont typeface="Skeena" panose="020B0604020202020204" pitchFamily="34" charset="0"/>
              <a:buNone/>
              <a:defRPr sz="15400" b="0">
                <a:solidFill>
                  <a:schemeClr val="accent1"/>
                </a:solidFill>
              </a:defRPr>
            </a:lvl1pPr>
            <a:lvl2pPr marL="0" indent="0" algn="l">
              <a:spcBef>
                <a:spcPts val="0"/>
              </a:spcBef>
              <a:buFont typeface="Skeena" panose="020B0604020202020204" pitchFamily="34" charset="0"/>
              <a:buNone/>
              <a:defRPr sz="15400" b="0">
                <a:solidFill>
                  <a:schemeClr val="accent1"/>
                </a:solidFill>
              </a:defRPr>
            </a:lvl2pPr>
            <a:lvl3pPr marL="0" indent="0" algn="l">
              <a:spcBef>
                <a:spcPts val="0"/>
              </a:spcBef>
              <a:buNone/>
              <a:defRPr sz="15400" b="0">
                <a:solidFill>
                  <a:schemeClr val="accent1"/>
                </a:solidFill>
              </a:defRPr>
            </a:lvl3pPr>
            <a:lvl4pPr marL="0" indent="0" algn="l">
              <a:spcBef>
                <a:spcPts val="0"/>
              </a:spcBef>
              <a:buNone/>
              <a:defRPr sz="15400" b="0">
                <a:solidFill>
                  <a:schemeClr val="accent1"/>
                </a:solidFill>
              </a:defRPr>
            </a:lvl4pPr>
            <a:lvl5pPr marL="0" indent="0" algn="l">
              <a:spcBef>
                <a:spcPts val="0"/>
              </a:spcBef>
              <a:buNone/>
              <a:defRPr sz="15400" b="0">
                <a:solidFill>
                  <a:schemeClr val="accent1"/>
                </a:solidFill>
              </a:defRPr>
            </a:lvl5pPr>
            <a:lvl6pPr marL="0" indent="0" algn="l">
              <a:spcBef>
                <a:spcPts val="0"/>
              </a:spcBef>
              <a:buNone/>
              <a:defRPr sz="15400" b="0">
                <a:solidFill>
                  <a:schemeClr val="accent1"/>
                </a:solidFill>
              </a:defRPr>
            </a:lvl6pPr>
            <a:lvl7pPr marL="0" indent="0" algn="l">
              <a:spcBef>
                <a:spcPts val="0"/>
              </a:spcBef>
              <a:buNone/>
              <a:defRPr sz="15400" b="0">
                <a:solidFill>
                  <a:schemeClr val="accent1"/>
                </a:solidFill>
              </a:defRPr>
            </a:lvl7pPr>
            <a:lvl8pPr marL="0" indent="0" algn="l">
              <a:spcBef>
                <a:spcPts val="0"/>
              </a:spcBef>
              <a:buNone/>
              <a:defRPr sz="15400" b="0">
                <a:solidFill>
                  <a:schemeClr val="accent1"/>
                </a:solidFill>
              </a:defRPr>
            </a:lvl8pPr>
            <a:lvl9pPr marL="0" indent="0" algn="l">
              <a:spcBef>
                <a:spcPts val="0"/>
              </a:spcBef>
              <a:buNone/>
              <a:defRPr sz="15400" b="0">
                <a:solidFill>
                  <a:schemeClr val="accent1"/>
                </a:solidFill>
              </a:defRPr>
            </a:lvl9pPr>
          </a:lstStyle>
          <a:p>
            <a:pPr lvl="0"/>
            <a:r>
              <a:rPr lang="de-DE" noProof="0"/>
              <a:t>0X</a:t>
            </a:r>
          </a:p>
        </p:txBody>
      </p:sp>
      <p:sp>
        <p:nvSpPr>
          <p:cNvPr id="11" name="Text Placeholder 10">
            <a:extLst>
              <a:ext uri="{FF2B5EF4-FFF2-40B4-BE49-F238E27FC236}">
                <a16:creationId xmlns:a16="http://schemas.microsoft.com/office/drawing/2014/main" id="{3580AFF5-7336-B625-0697-D5755301E5C9}"/>
              </a:ext>
            </a:extLst>
          </p:cNvPr>
          <p:cNvSpPr txBox="1">
            <a:spLocks/>
          </p:cNvSpPr>
          <p:nvPr userDrawn="1"/>
        </p:nvSpPr>
        <p:spPr bwMode="gray">
          <a:xfrm>
            <a:off x="9061233" y="316267"/>
            <a:ext cx="2723399" cy="306000"/>
          </a:xfrm>
          <a:prstGeom prst="rect">
            <a:avLst/>
          </a:prstGeom>
          <a:blipFill>
            <a:blip r:embed="rId2"/>
            <a:stretch>
              <a:fillRect/>
            </a:stretch>
          </a:blipFill>
        </p:spPr>
        <p:txBody>
          <a:bodyPr/>
          <a:lstStyle>
            <a:lvl1pPr marL="0" indent="0" algn="l" defTabSz="914400" rtl="0" eaLnBrk="1" latinLnBrk="0" hangingPunct="1">
              <a:lnSpc>
                <a:spcPct val="100000"/>
              </a:lnSpc>
              <a:spcBef>
                <a:spcPts val="0"/>
              </a:spcBef>
              <a:buFont typeface="Skeena" panose="020B0604020202020204" pitchFamily="34" charset="0"/>
              <a:buNone/>
              <a:defRPr sz="100" b="0" kern="1200">
                <a:noFill/>
                <a:latin typeface="+mn-lt"/>
                <a:ea typeface="+mn-ea"/>
                <a:cs typeface="+mn-cs"/>
              </a:defRPr>
            </a:lvl1pPr>
            <a:lvl2pPr marL="0" indent="0" algn="l" defTabSz="914400" rtl="0" eaLnBrk="1" latinLnBrk="0" hangingPunct="1">
              <a:lnSpc>
                <a:spcPct val="100000"/>
              </a:lnSpc>
              <a:spcBef>
                <a:spcPts val="0"/>
              </a:spcBef>
              <a:buFont typeface="Skeena" panose="020B0604020202020204" pitchFamily="34" charset="0"/>
              <a:buNone/>
              <a:defRPr sz="100" b="0" kern="1200">
                <a:noFill/>
                <a:latin typeface="+mn-lt"/>
                <a:ea typeface="+mn-ea"/>
                <a:cs typeface="+mn-cs"/>
              </a:defRPr>
            </a:lvl2pPr>
            <a:lvl3pPr marL="0" indent="0" algn="l" defTabSz="914400" rtl="0" eaLnBrk="1" latinLnBrk="0" hangingPunct="1">
              <a:lnSpc>
                <a:spcPct val="100000"/>
              </a:lnSpc>
              <a:spcBef>
                <a:spcPts val="0"/>
              </a:spcBef>
              <a:buFont typeface="Wingdings" panose="05000000000000000000" pitchFamily="2" charset="2"/>
              <a:buNone/>
              <a:defRPr sz="100" b="0" kern="1200">
                <a:noFill/>
                <a:latin typeface="+mn-lt"/>
                <a:ea typeface="+mn-ea"/>
                <a:cs typeface="+mn-cs"/>
              </a:defRPr>
            </a:lvl3pPr>
            <a:lvl4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4pPr>
            <a:lvl5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5pPr>
            <a:lvl6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6pPr>
            <a:lvl7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7pPr>
            <a:lvl8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8pPr>
            <a:lvl9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9pPr>
          </a:lstStyle>
          <a:p>
            <a:r>
              <a:rPr lang="de-DE" noProof="0"/>
              <a:t> </a:t>
            </a:r>
          </a:p>
        </p:txBody>
      </p:sp>
      <p:grpSp>
        <p:nvGrpSpPr>
          <p:cNvPr id="15" name="Group 14">
            <a:extLst>
              <a:ext uri="{FF2B5EF4-FFF2-40B4-BE49-F238E27FC236}">
                <a16:creationId xmlns:a16="http://schemas.microsoft.com/office/drawing/2014/main" id="{2DBE674F-08BE-BA62-3305-B41643C591D8}"/>
              </a:ext>
            </a:extLst>
          </p:cNvPr>
          <p:cNvGrpSpPr/>
          <p:nvPr userDrawn="1"/>
        </p:nvGrpSpPr>
        <p:grpSpPr bwMode="gray">
          <a:xfrm>
            <a:off x="10818263" y="5270919"/>
            <a:ext cx="966369" cy="966369"/>
            <a:chOff x="10818263" y="5270919"/>
            <a:chExt cx="966369" cy="966369"/>
          </a:xfrm>
          <a:solidFill>
            <a:schemeClr val="accent2"/>
          </a:solidFill>
        </p:grpSpPr>
        <p:sp>
          <p:nvSpPr>
            <p:cNvPr id="16" name="Rectangle 15">
              <a:extLst>
                <a:ext uri="{FF2B5EF4-FFF2-40B4-BE49-F238E27FC236}">
                  <a16:creationId xmlns:a16="http://schemas.microsoft.com/office/drawing/2014/main" id="{BE9756D9-3231-45A9-6128-697E9C2B7D36}"/>
                </a:ext>
              </a:extLst>
            </p:cNvPr>
            <p:cNvSpPr>
              <a:spLocks noChangeAspect="1"/>
            </p:cNvSpPr>
            <p:nvPr userDrawn="1"/>
          </p:nvSpPr>
          <p:spPr bwMode="gray">
            <a:xfrm rot="10800000" flipV="1">
              <a:off x="10818263" y="6015023"/>
              <a:ext cx="744104" cy="2222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17" name="Rectangle 16">
              <a:extLst>
                <a:ext uri="{FF2B5EF4-FFF2-40B4-BE49-F238E27FC236}">
                  <a16:creationId xmlns:a16="http://schemas.microsoft.com/office/drawing/2014/main" id="{66136217-EC01-60D7-800F-7B3F16557B8C}"/>
                </a:ext>
              </a:extLst>
            </p:cNvPr>
            <p:cNvSpPr>
              <a:spLocks noChangeAspect="1"/>
            </p:cNvSpPr>
            <p:nvPr userDrawn="1"/>
          </p:nvSpPr>
          <p:spPr bwMode="gray">
            <a:xfrm rot="10800000" flipV="1">
              <a:off x="11562367" y="5270919"/>
              <a:ext cx="222265" cy="744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grpSp>
        <p:nvGrpSpPr>
          <p:cNvPr id="18" name="Group 17">
            <a:extLst>
              <a:ext uri="{FF2B5EF4-FFF2-40B4-BE49-F238E27FC236}">
                <a16:creationId xmlns:a16="http://schemas.microsoft.com/office/drawing/2014/main" id="{313C6245-1A1C-5541-0E9E-5C7A71CAADB9}"/>
              </a:ext>
            </a:extLst>
          </p:cNvPr>
          <p:cNvGrpSpPr/>
          <p:nvPr userDrawn="1"/>
        </p:nvGrpSpPr>
        <p:grpSpPr bwMode="gray">
          <a:xfrm>
            <a:off x="9473526" y="5270919"/>
            <a:ext cx="966369" cy="966369"/>
            <a:chOff x="10818263" y="5270919"/>
            <a:chExt cx="966369" cy="966369"/>
          </a:xfrm>
          <a:solidFill>
            <a:schemeClr val="accent2"/>
          </a:solidFill>
        </p:grpSpPr>
        <p:sp>
          <p:nvSpPr>
            <p:cNvPr id="19" name="Rectangle 18">
              <a:extLst>
                <a:ext uri="{FF2B5EF4-FFF2-40B4-BE49-F238E27FC236}">
                  <a16:creationId xmlns:a16="http://schemas.microsoft.com/office/drawing/2014/main" id="{1608D8B6-43C3-6D4A-1FF5-E78FA49ACF7E}"/>
                </a:ext>
              </a:extLst>
            </p:cNvPr>
            <p:cNvSpPr>
              <a:spLocks noChangeAspect="1"/>
            </p:cNvSpPr>
            <p:nvPr userDrawn="1"/>
          </p:nvSpPr>
          <p:spPr bwMode="gray">
            <a:xfrm rot="10800000" flipV="1">
              <a:off x="10818263" y="6015023"/>
              <a:ext cx="744104" cy="2222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20" name="Rectangle 19">
              <a:extLst>
                <a:ext uri="{FF2B5EF4-FFF2-40B4-BE49-F238E27FC236}">
                  <a16:creationId xmlns:a16="http://schemas.microsoft.com/office/drawing/2014/main" id="{9EBD8241-1BCE-AC92-0024-B3A66F4FAB84}"/>
                </a:ext>
              </a:extLst>
            </p:cNvPr>
            <p:cNvSpPr>
              <a:spLocks noChangeAspect="1"/>
            </p:cNvSpPr>
            <p:nvPr userDrawn="1"/>
          </p:nvSpPr>
          <p:spPr bwMode="gray">
            <a:xfrm rot="10800000" flipV="1">
              <a:off x="11562367" y="5270919"/>
              <a:ext cx="222265" cy="744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grpSp>
        <p:nvGrpSpPr>
          <p:cNvPr id="21" name="Group 20">
            <a:extLst>
              <a:ext uri="{FF2B5EF4-FFF2-40B4-BE49-F238E27FC236}">
                <a16:creationId xmlns:a16="http://schemas.microsoft.com/office/drawing/2014/main" id="{6DEDFAAB-C2B1-D936-88AA-EEB947AE2E17}"/>
              </a:ext>
            </a:extLst>
          </p:cNvPr>
          <p:cNvGrpSpPr/>
          <p:nvPr userDrawn="1"/>
        </p:nvGrpSpPr>
        <p:grpSpPr bwMode="gray">
          <a:xfrm>
            <a:off x="8128789" y="5270919"/>
            <a:ext cx="966369" cy="966369"/>
            <a:chOff x="10818263" y="5270919"/>
            <a:chExt cx="966369" cy="966369"/>
          </a:xfrm>
          <a:solidFill>
            <a:schemeClr val="accent2"/>
          </a:solidFill>
        </p:grpSpPr>
        <p:sp>
          <p:nvSpPr>
            <p:cNvPr id="22" name="Rectangle 21">
              <a:extLst>
                <a:ext uri="{FF2B5EF4-FFF2-40B4-BE49-F238E27FC236}">
                  <a16:creationId xmlns:a16="http://schemas.microsoft.com/office/drawing/2014/main" id="{8978B2C4-8A1D-4DA1-7625-734A9798AFE3}"/>
                </a:ext>
              </a:extLst>
            </p:cNvPr>
            <p:cNvSpPr>
              <a:spLocks noChangeAspect="1"/>
            </p:cNvSpPr>
            <p:nvPr userDrawn="1"/>
          </p:nvSpPr>
          <p:spPr bwMode="gray">
            <a:xfrm rot="10800000" flipV="1">
              <a:off x="10818263" y="6015023"/>
              <a:ext cx="744104" cy="2222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23" name="Rectangle 22">
              <a:extLst>
                <a:ext uri="{FF2B5EF4-FFF2-40B4-BE49-F238E27FC236}">
                  <a16:creationId xmlns:a16="http://schemas.microsoft.com/office/drawing/2014/main" id="{92A61E19-F04A-1FB0-846E-0C0103C7FA89}"/>
                </a:ext>
              </a:extLst>
            </p:cNvPr>
            <p:cNvSpPr>
              <a:spLocks noChangeAspect="1"/>
            </p:cNvSpPr>
            <p:nvPr userDrawn="1"/>
          </p:nvSpPr>
          <p:spPr bwMode="gray">
            <a:xfrm rot="10800000" flipV="1">
              <a:off x="11562367" y="5270919"/>
              <a:ext cx="222265" cy="744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grpSp>
        <p:nvGrpSpPr>
          <p:cNvPr id="24" name="Group 23">
            <a:extLst>
              <a:ext uri="{FF2B5EF4-FFF2-40B4-BE49-F238E27FC236}">
                <a16:creationId xmlns:a16="http://schemas.microsoft.com/office/drawing/2014/main" id="{87E2CC3D-81C5-7FA7-7A0F-CE5A954DA3BB}"/>
              </a:ext>
            </a:extLst>
          </p:cNvPr>
          <p:cNvGrpSpPr/>
          <p:nvPr userDrawn="1"/>
        </p:nvGrpSpPr>
        <p:grpSpPr bwMode="gray">
          <a:xfrm>
            <a:off x="10818263" y="3898740"/>
            <a:ext cx="966369" cy="966369"/>
            <a:chOff x="10818263" y="5270919"/>
            <a:chExt cx="966369" cy="966369"/>
          </a:xfrm>
          <a:solidFill>
            <a:schemeClr val="accent2"/>
          </a:solidFill>
        </p:grpSpPr>
        <p:sp>
          <p:nvSpPr>
            <p:cNvPr id="25" name="Rectangle 24">
              <a:extLst>
                <a:ext uri="{FF2B5EF4-FFF2-40B4-BE49-F238E27FC236}">
                  <a16:creationId xmlns:a16="http://schemas.microsoft.com/office/drawing/2014/main" id="{2AE2F69C-0D03-DE64-4699-1AE327D4DAA4}"/>
                </a:ext>
              </a:extLst>
            </p:cNvPr>
            <p:cNvSpPr>
              <a:spLocks noChangeAspect="1"/>
            </p:cNvSpPr>
            <p:nvPr userDrawn="1"/>
          </p:nvSpPr>
          <p:spPr bwMode="gray">
            <a:xfrm rot="10800000" flipV="1">
              <a:off x="10818263" y="6015023"/>
              <a:ext cx="744104" cy="2222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26" name="Rectangle 25">
              <a:extLst>
                <a:ext uri="{FF2B5EF4-FFF2-40B4-BE49-F238E27FC236}">
                  <a16:creationId xmlns:a16="http://schemas.microsoft.com/office/drawing/2014/main" id="{F2AE1E6B-C775-CA10-9F40-67AB8BD012BE}"/>
                </a:ext>
              </a:extLst>
            </p:cNvPr>
            <p:cNvSpPr>
              <a:spLocks noChangeAspect="1"/>
            </p:cNvSpPr>
            <p:nvPr userDrawn="1"/>
          </p:nvSpPr>
          <p:spPr bwMode="gray">
            <a:xfrm rot="10800000" flipV="1">
              <a:off x="11562367" y="5270919"/>
              <a:ext cx="222265" cy="744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grpSp>
        <p:nvGrpSpPr>
          <p:cNvPr id="27" name="Group 26">
            <a:extLst>
              <a:ext uri="{FF2B5EF4-FFF2-40B4-BE49-F238E27FC236}">
                <a16:creationId xmlns:a16="http://schemas.microsoft.com/office/drawing/2014/main" id="{EA2E55DD-5BB7-CC6B-209C-4C13057292B2}"/>
              </a:ext>
            </a:extLst>
          </p:cNvPr>
          <p:cNvGrpSpPr/>
          <p:nvPr userDrawn="1"/>
        </p:nvGrpSpPr>
        <p:grpSpPr bwMode="gray">
          <a:xfrm>
            <a:off x="10818263" y="2526561"/>
            <a:ext cx="966369" cy="966369"/>
            <a:chOff x="10818263" y="5270919"/>
            <a:chExt cx="966369" cy="966369"/>
          </a:xfrm>
          <a:solidFill>
            <a:schemeClr val="accent2"/>
          </a:solidFill>
        </p:grpSpPr>
        <p:sp>
          <p:nvSpPr>
            <p:cNvPr id="28" name="Rectangle 27">
              <a:extLst>
                <a:ext uri="{FF2B5EF4-FFF2-40B4-BE49-F238E27FC236}">
                  <a16:creationId xmlns:a16="http://schemas.microsoft.com/office/drawing/2014/main" id="{DD8FB671-303E-8AE6-29CF-7C10613C4620}"/>
                </a:ext>
              </a:extLst>
            </p:cNvPr>
            <p:cNvSpPr>
              <a:spLocks noChangeAspect="1"/>
            </p:cNvSpPr>
            <p:nvPr userDrawn="1"/>
          </p:nvSpPr>
          <p:spPr bwMode="gray">
            <a:xfrm rot="10800000" flipV="1">
              <a:off x="10818263" y="6015023"/>
              <a:ext cx="744104" cy="2222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29" name="Rectangle 28">
              <a:extLst>
                <a:ext uri="{FF2B5EF4-FFF2-40B4-BE49-F238E27FC236}">
                  <a16:creationId xmlns:a16="http://schemas.microsoft.com/office/drawing/2014/main" id="{138D75B9-AE19-54D0-F03B-3D5897883087}"/>
                </a:ext>
              </a:extLst>
            </p:cNvPr>
            <p:cNvSpPr>
              <a:spLocks noChangeAspect="1"/>
            </p:cNvSpPr>
            <p:nvPr userDrawn="1"/>
          </p:nvSpPr>
          <p:spPr bwMode="gray">
            <a:xfrm rot="10800000" flipV="1">
              <a:off x="11562367" y="5270919"/>
              <a:ext cx="222265" cy="744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grpSp>
        <p:nvGrpSpPr>
          <p:cNvPr id="30" name="Group 29">
            <a:extLst>
              <a:ext uri="{FF2B5EF4-FFF2-40B4-BE49-F238E27FC236}">
                <a16:creationId xmlns:a16="http://schemas.microsoft.com/office/drawing/2014/main" id="{61E9CC2C-2B54-3BC0-7438-3BB82EA3A5CB}"/>
              </a:ext>
            </a:extLst>
          </p:cNvPr>
          <p:cNvGrpSpPr/>
          <p:nvPr userDrawn="1"/>
        </p:nvGrpSpPr>
        <p:grpSpPr bwMode="gray">
          <a:xfrm>
            <a:off x="9473526" y="3898740"/>
            <a:ext cx="966369" cy="966369"/>
            <a:chOff x="10818263" y="5270919"/>
            <a:chExt cx="966369" cy="966369"/>
          </a:xfrm>
          <a:solidFill>
            <a:schemeClr val="accent2"/>
          </a:solidFill>
        </p:grpSpPr>
        <p:sp>
          <p:nvSpPr>
            <p:cNvPr id="31" name="Rectangle 30">
              <a:extLst>
                <a:ext uri="{FF2B5EF4-FFF2-40B4-BE49-F238E27FC236}">
                  <a16:creationId xmlns:a16="http://schemas.microsoft.com/office/drawing/2014/main" id="{0E9C4F12-3523-E362-9361-72F00F686A41}"/>
                </a:ext>
              </a:extLst>
            </p:cNvPr>
            <p:cNvSpPr>
              <a:spLocks noChangeAspect="1"/>
            </p:cNvSpPr>
            <p:nvPr userDrawn="1"/>
          </p:nvSpPr>
          <p:spPr bwMode="gray">
            <a:xfrm rot="10800000" flipV="1">
              <a:off x="10818263" y="6015023"/>
              <a:ext cx="744104" cy="2222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32" name="Rectangle 31">
              <a:extLst>
                <a:ext uri="{FF2B5EF4-FFF2-40B4-BE49-F238E27FC236}">
                  <a16:creationId xmlns:a16="http://schemas.microsoft.com/office/drawing/2014/main" id="{AB80D925-450B-CD1A-F756-AE7D6B051F88}"/>
                </a:ext>
              </a:extLst>
            </p:cNvPr>
            <p:cNvSpPr>
              <a:spLocks noChangeAspect="1"/>
            </p:cNvSpPr>
            <p:nvPr userDrawn="1"/>
          </p:nvSpPr>
          <p:spPr bwMode="gray">
            <a:xfrm rot="10800000" flipV="1">
              <a:off x="11562367" y="5270919"/>
              <a:ext cx="222265" cy="744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grpSp>
        <p:nvGrpSpPr>
          <p:cNvPr id="33" name="Group 32">
            <a:extLst>
              <a:ext uri="{FF2B5EF4-FFF2-40B4-BE49-F238E27FC236}">
                <a16:creationId xmlns:a16="http://schemas.microsoft.com/office/drawing/2014/main" id="{76F5F36A-CD86-CE69-B228-AA20B118D0BE}"/>
              </a:ext>
            </a:extLst>
          </p:cNvPr>
          <p:cNvGrpSpPr/>
          <p:nvPr userDrawn="1"/>
        </p:nvGrpSpPr>
        <p:grpSpPr bwMode="gray">
          <a:xfrm>
            <a:off x="9473526" y="2526561"/>
            <a:ext cx="966369" cy="966369"/>
            <a:chOff x="10818263" y="5270919"/>
            <a:chExt cx="966369" cy="966369"/>
          </a:xfrm>
          <a:solidFill>
            <a:schemeClr val="accent2"/>
          </a:solidFill>
        </p:grpSpPr>
        <p:sp>
          <p:nvSpPr>
            <p:cNvPr id="34" name="Rectangle 33">
              <a:extLst>
                <a:ext uri="{FF2B5EF4-FFF2-40B4-BE49-F238E27FC236}">
                  <a16:creationId xmlns:a16="http://schemas.microsoft.com/office/drawing/2014/main" id="{B83470B4-2CCA-FFB3-CB2F-0FD9980A51A6}"/>
                </a:ext>
              </a:extLst>
            </p:cNvPr>
            <p:cNvSpPr>
              <a:spLocks noChangeAspect="1"/>
            </p:cNvSpPr>
            <p:nvPr userDrawn="1"/>
          </p:nvSpPr>
          <p:spPr bwMode="gray">
            <a:xfrm rot="10800000" flipV="1">
              <a:off x="10818263" y="6015023"/>
              <a:ext cx="744104" cy="2222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35" name="Rectangle 34">
              <a:extLst>
                <a:ext uri="{FF2B5EF4-FFF2-40B4-BE49-F238E27FC236}">
                  <a16:creationId xmlns:a16="http://schemas.microsoft.com/office/drawing/2014/main" id="{8588CDD5-BB25-269C-2920-7F259AF9B16A}"/>
                </a:ext>
              </a:extLst>
            </p:cNvPr>
            <p:cNvSpPr>
              <a:spLocks noChangeAspect="1"/>
            </p:cNvSpPr>
            <p:nvPr userDrawn="1"/>
          </p:nvSpPr>
          <p:spPr bwMode="gray">
            <a:xfrm rot="10800000" flipV="1">
              <a:off x="11562367" y="5270919"/>
              <a:ext cx="222265" cy="744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grpSp>
        <p:nvGrpSpPr>
          <p:cNvPr id="36" name="Group 35">
            <a:extLst>
              <a:ext uri="{FF2B5EF4-FFF2-40B4-BE49-F238E27FC236}">
                <a16:creationId xmlns:a16="http://schemas.microsoft.com/office/drawing/2014/main" id="{0A3611DC-C7BF-09B7-0DA2-647000BED99D}"/>
              </a:ext>
            </a:extLst>
          </p:cNvPr>
          <p:cNvGrpSpPr/>
          <p:nvPr userDrawn="1"/>
        </p:nvGrpSpPr>
        <p:grpSpPr bwMode="gray">
          <a:xfrm>
            <a:off x="8128789" y="3898740"/>
            <a:ext cx="966369" cy="966369"/>
            <a:chOff x="10818263" y="5270919"/>
            <a:chExt cx="966369" cy="966369"/>
          </a:xfrm>
          <a:solidFill>
            <a:schemeClr val="accent2"/>
          </a:solidFill>
        </p:grpSpPr>
        <p:sp>
          <p:nvSpPr>
            <p:cNvPr id="37" name="Rectangle 36">
              <a:extLst>
                <a:ext uri="{FF2B5EF4-FFF2-40B4-BE49-F238E27FC236}">
                  <a16:creationId xmlns:a16="http://schemas.microsoft.com/office/drawing/2014/main" id="{1CD44E9F-32F8-5E55-5211-DDF10EFCC039}"/>
                </a:ext>
              </a:extLst>
            </p:cNvPr>
            <p:cNvSpPr>
              <a:spLocks noChangeAspect="1"/>
            </p:cNvSpPr>
            <p:nvPr userDrawn="1"/>
          </p:nvSpPr>
          <p:spPr bwMode="gray">
            <a:xfrm rot="10800000" flipV="1">
              <a:off x="10818263" y="6015023"/>
              <a:ext cx="744104" cy="2222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38" name="Rectangle 37">
              <a:extLst>
                <a:ext uri="{FF2B5EF4-FFF2-40B4-BE49-F238E27FC236}">
                  <a16:creationId xmlns:a16="http://schemas.microsoft.com/office/drawing/2014/main" id="{2B4BDE0A-E0FC-AEF1-5DC4-9A13CF6CAFD6}"/>
                </a:ext>
              </a:extLst>
            </p:cNvPr>
            <p:cNvSpPr>
              <a:spLocks noChangeAspect="1"/>
            </p:cNvSpPr>
            <p:nvPr userDrawn="1"/>
          </p:nvSpPr>
          <p:spPr bwMode="gray">
            <a:xfrm rot="10800000" flipV="1">
              <a:off x="11562367" y="5270919"/>
              <a:ext cx="222265" cy="744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grpSp>
        <p:nvGrpSpPr>
          <p:cNvPr id="39" name="Group 38">
            <a:extLst>
              <a:ext uri="{FF2B5EF4-FFF2-40B4-BE49-F238E27FC236}">
                <a16:creationId xmlns:a16="http://schemas.microsoft.com/office/drawing/2014/main" id="{4102F2F2-FCA9-C02C-585F-6A5F17107CE6}"/>
              </a:ext>
            </a:extLst>
          </p:cNvPr>
          <p:cNvGrpSpPr/>
          <p:nvPr userDrawn="1"/>
        </p:nvGrpSpPr>
        <p:grpSpPr bwMode="gray">
          <a:xfrm>
            <a:off x="8128789" y="2526561"/>
            <a:ext cx="966369" cy="966369"/>
            <a:chOff x="10818263" y="5270919"/>
            <a:chExt cx="966369" cy="966369"/>
          </a:xfrm>
          <a:solidFill>
            <a:schemeClr val="accent2"/>
          </a:solidFill>
        </p:grpSpPr>
        <p:sp>
          <p:nvSpPr>
            <p:cNvPr id="44" name="Rectangle 43">
              <a:extLst>
                <a:ext uri="{FF2B5EF4-FFF2-40B4-BE49-F238E27FC236}">
                  <a16:creationId xmlns:a16="http://schemas.microsoft.com/office/drawing/2014/main" id="{96366EDF-D719-AA07-DDC1-38FB99B0F0FF}"/>
                </a:ext>
              </a:extLst>
            </p:cNvPr>
            <p:cNvSpPr>
              <a:spLocks noChangeAspect="1"/>
            </p:cNvSpPr>
            <p:nvPr userDrawn="1"/>
          </p:nvSpPr>
          <p:spPr bwMode="gray">
            <a:xfrm rot="10800000" flipV="1">
              <a:off x="10818263" y="6015023"/>
              <a:ext cx="744104" cy="2222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45" name="Rectangle 44">
              <a:extLst>
                <a:ext uri="{FF2B5EF4-FFF2-40B4-BE49-F238E27FC236}">
                  <a16:creationId xmlns:a16="http://schemas.microsoft.com/office/drawing/2014/main" id="{BD822887-8D05-773F-8242-19376727CE6C}"/>
                </a:ext>
              </a:extLst>
            </p:cNvPr>
            <p:cNvSpPr>
              <a:spLocks noChangeAspect="1"/>
            </p:cNvSpPr>
            <p:nvPr userDrawn="1"/>
          </p:nvSpPr>
          <p:spPr bwMode="gray">
            <a:xfrm rot="10800000" flipV="1">
              <a:off x="11562367" y="5270919"/>
              <a:ext cx="222265" cy="744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sp>
        <p:nvSpPr>
          <p:cNvPr id="10" name="Text Placeholder 10">
            <a:extLst>
              <a:ext uri="{FF2B5EF4-FFF2-40B4-BE49-F238E27FC236}">
                <a16:creationId xmlns:a16="http://schemas.microsoft.com/office/drawing/2014/main" id="{2CA61D65-9C5F-4547-248C-B4CABFC35E37}"/>
              </a:ext>
            </a:extLst>
          </p:cNvPr>
          <p:cNvSpPr>
            <a:spLocks noGrp="1"/>
          </p:cNvSpPr>
          <p:nvPr>
            <p:ph type="body" sz="quarter" idx="13" hasCustomPrompt="1"/>
          </p:nvPr>
        </p:nvSpPr>
        <p:spPr bwMode="gray">
          <a:xfrm>
            <a:off x="407368" y="2913960"/>
            <a:ext cx="5472732" cy="2215991"/>
          </a:xfrm>
        </p:spPr>
        <p:txBody>
          <a:bodyPr wrap="square" anchor="t">
            <a:spAutoFit/>
          </a:bodyPr>
          <a:lstStyle>
            <a:lvl1pPr marL="0" indent="0" algn="l">
              <a:spcBef>
                <a:spcPts val="0"/>
              </a:spcBef>
              <a:buFont typeface="Skeena" panose="020B0604020202020204" pitchFamily="34" charset="0"/>
              <a:buNone/>
              <a:defRPr sz="4800" b="1">
                <a:solidFill>
                  <a:schemeClr val="tx1"/>
                </a:solidFill>
              </a:defRPr>
            </a:lvl1pPr>
            <a:lvl2pPr marL="0" indent="0" algn="l">
              <a:spcBef>
                <a:spcPts val="0"/>
              </a:spcBef>
              <a:buFont typeface="Skeena" panose="020B0604020202020204" pitchFamily="34" charset="0"/>
              <a:buNone/>
              <a:defRPr sz="4800" b="1">
                <a:solidFill>
                  <a:schemeClr val="tx1"/>
                </a:solidFill>
              </a:defRPr>
            </a:lvl2pPr>
            <a:lvl3pPr marL="0" indent="0" algn="l">
              <a:spcBef>
                <a:spcPts val="0"/>
              </a:spcBef>
              <a:buNone/>
              <a:defRPr sz="4800" b="1">
                <a:solidFill>
                  <a:schemeClr val="tx1"/>
                </a:solidFill>
              </a:defRPr>
            </a:lvl3pPr>
            <a:lvl4pPr marL="0" indent="0" algn="l">
              <a:spcBef>
                <a:spcPts val="0"/>
              </a:spcBef>
              <a:buNone/>
              <a:defRPr sz="4800" b="1">
                <a:solidFill>
                  <a:schemeClr val="tx1"/>
                </a:solidFill>
              </a:defRPr>
            </a:lvl4pPr>
            <a:lvl5pPr marL="0" indent="0" algn="l">
              <a:spcBef>
                <a:spcPts val="0"/>
              </a:spcBef>
              <a:buNone/>
              <a:defRPr sz="4800" b="1">
                <a:solidFill>
                  <a:schemeClr val="tx1"/>
                </a:solidFill>
              </a:defRPr>
            </a:lvl5pPr>
            <a:lvl6pPr marL="0" indent="0" algn="l">
              <a:spcBef>
                <a:spcPts val="0"/>
              </a:spcBef>
              <a:buNone/>
              <a:defRPr sz="4800" b="1">
                <a:solidFill>
                  <a:schemeClr val="tx1"/>
                </a:solidFill>
              </a:defRPr>
            </a:lvl6pPr>
            <a:lvl7pPr marL="0" indent="0" algn="l">
              <a:spcBef>
                <a:spcPts val="0"/>
              </a:spcBef>
              <a:buNone/>
              <a:defRPr sz="4800" b="1">
                <a:solidFill>
                  <a:schemeClr val="tx1"/>
                </a:solidFill>
              </a:defRPr>
            </a:lvl7pPr>
            <a:lvl8pPr marL="0" indent="0" algn="l">
              <a:spcBef>
                <a:spcPts val="0"/>
              </a:spcBef>
              <a:buNone/>
              <a:defRPr sz="4800" b="1">
                <a:solidFill>
                  <a:schemeClr val="tx1"/>
                </a:solidFill>
              </a:defRPr>
            </a:lvl8pPr>
            <a:lvl9pPr marL="0" indent="0" algn="l">
              <a:spcBef>
                <a:spcPts val="0"/>
              </a:spcBef>
              <a:buNone/>
              <a:defRPr sz="4800" b="1">
                <a:solidFill>
                  <a:schemeClr val="tx1"/>
                </a:solidFill>
              </a:defRPr>
            </a:lvl9pPr>
          </a:lstStyle>
          <a:p>
            <a:pPr lvl="0"/>
            <a:r>
              <a:rPr lang="de-DE" noProof="0"/>
              <a:t>Kapitelnamen durch Klicken bearbeiten</a:t>
            </a:r>
          </a:p>
        </p:txBody>
      </p:sp>
    </p:spTree>
    <p:extLst>
      <p:ext uri="{BB962C8B-B14F-4D97-AF65-F5344CB8AC3E}">
        <p14:creationId xmlns:p14="http://schemas.microsoft.com/office/powerpoint/2010/main" val="388346023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 Kapiteltrennfolie mit hellem Bild (vollflächig)">
    <p:spTree>
      <p:nvGrpSpPr>
        <p:cNvPr id="1" name=""/>
        <p:cNvGrpSpPr/>
        <p:nvPr/>
      </p:nvGrpSpPr>
      <p:grpSpPr>
        <a:xfrm>
          <a:off x="0" y="0"/>
          <a:ext cx="0" cy="0"/>
          <a:chOff x="0" y="0"/>
          <a:chExt cx="0" cy="0"/>
        </a:xfrm>
      </p:grpSpPr>
      <p:sp>
        <p:nvSpPr>
          <p:cNvPr id="40" name="Picture Placeholder 17">
            <a:extLst>
              <a:ext uri="{FF2B5EF4-FFF2-40B4-BE49-F238E27FC236}">
                <a16:creationId xmlns:a16="http://schemas.microsoft.com/office/drawing/2014/main" id="{0D46E141-FAAF-E9A6-B1EB-37D5D14C4023}"/>
              </a:ext>
            </a:extLst>
          </p:cNvPr>
          <p:cNvSpPr>
            <a:spLocks noGrp="1"/>
          </p:cNvSpPr>
          <p:nvPr>
            <p:ph type="pic" sz="quarter" idx="22"/>
          </p:nvPr>
        </p:nvSpPr>
        <p:spPr bwMode="gray">
          <a:xfrm>
            <a:off x="0" y="1"/>
            <a:ext cx="12192000" cy="6858000"/>
          </a:xfrm>
          <a:solidFill>
            <a:schemeClr val="accent3"/>
          </a:solidFill>
        </p:spPr>
        <p:txBody>
          <a:bodyPr lIns="6408000" tIns="0" anchor="ctr"/>
          <a:lstStyle>
            <a:lvl1pPr algn="l">
              <a:spcBef>
                <a:spcPts val="0"/>
              </a:spcBef>
              <a:defRPr sz="1600" b="0">
                <a:solidFill>
                  <a:schemeClr val="tx1"/>
                </a:solidFill>
              </a:defRPr>
            </a:lvl1pPr>
          </a:lstStyle>
          <a:p>
            <a:r>
              <a:rPr lang="en-US" noProof="0"/>
              <a:t>Click icon to add picture</a:t>
            </a:r>
            <a:endParaRPr lang="de-DE" noProof="0" dirty="0"/>
          </a:p>
        </p:txBody>
      </p:sp>
      <p:sp>
        <p:nvSpPr>
          <p:cNvPr id="9" name="Text Placeholder 10">
            <a:extLst>
              <a:ext uri="{FF2B5EF4-FFF2-40B4-BE49-F238E27FC236}">
                <a16:creationId xmlns:a16="http://schemas.microsoft.com/office/drawing/2014/main" id="{93827F3F-23F6-3143-81F1-510EE74CD825}"/>
              </a:ext>
            </a:extLst>
          </p:cNvPr>
          <p:cNvSpPr>
            <a:spLocks noGrp="1"/>
          </p:cNvSpPr>
          <p:nvPr>
            <p:ph type="body" sz="quarter" idx="12" hasCustomPrompt="1"/>
          </p:nvPr>
        </p:nvSpPr>
        <p:spPr bwMode="gray">
          <a:xfrm>
            <a:off x="371364" y="944724"/>
            <a:ext cx="2520000" cy="1728000"/>
          </a:xfrm>
        </p:spPr>
        <p:txBody>
          <a:bodyPr wrap="none" anchor="ctr">
            <a:noAutofit/>
          </a:bodyPr>
          <a:lstStyle>
            <a:lvl1pPr marL="0" indent="0" algn="l">
              <a:spcBef>
                <a:spcPts val="0"/>
              </a:spcBef>
              <a:buFont typeface="Skeena" panose="020B0604020202020204" pitchFamily="34" charset="0"/>
              <a:buNone/>
              <a:defRPr sz="15400" b="0">
                <a:solidFill>
                  <a:schemeClr val="accent1"/>
                </a:solidFill>
              </a:defRPr>
            </a:lvl1pPr>
            <a:lvl2pPr marL="0" indent="0" algn="l">
              <a:spcBef>
                <a:spcPts val="0"/>
              </a:spcBef>
              <a:buFont typeface="Skeena" panose="020B0604020202020204" pitchFamily="34" charset="0"/>
              <a:buNone/>
              <a:defRPr sz="15400" b="0">
                <a:solidFill>
                  <a:schemeClr val="accent1"/>
                </a:solidFill>
              </a:defRPr>
            </a:lvl2pPr>
            <a:lvl3pPr marL="0" indent="0" algn="l">
              <a:spcBef>
                <a:spcPts val="0"/>
              </a:spcBef>
              <a:buNone/>
              <a:defRPr sz="15400" b="0">
                <a:solidFill>
                  <a:schemeClr val="accent1"/>
                </a:solidFill>
              </a:defRPr>
            </a:lvl3pPr>
            <a:lvl4pPr marL="0" indent="0" algn="l">
              <a:spcBef>
                <a:spcPts val="0"/>
              </a:spcBef>
              <a:buNone/>
              <a:defRPr sz="15400" b="0">
                <a:solidFill>
                  <a:schemeClr val="accent1"/>
                </a:solidFill>
              </a:defRPr>
            </a:lvl4pPr>
            <a:lvl5pPr marL="0" indent="0" algn="l">
              <a:spcBef>
                <a:spcPts val="0"/>
              </a:spcBef>
              <a:buNone/>
              <a:defRPr sz="15400" b="0">
                <a:solidFill>
                  <a:schemeClr val="accent1"/>
                </a:solidFill>
              </a:defRPr>
            </a:lvl5pPr>
            <a:lvl6pPr marL="0" indent="0" algn="l">
              <a:spcBef>
                <a:spcPts val="0"/>
              </a:spcBef>
              <a:buNone/>
              <a:defRPr sz="15400" b="0">
                <a:solidFill>
                  <a:schemeClr val="accent1"/>
                </a:solidFill>
              </a:defRPr>
            </a:lvl6pPr>
            <a:lvl7pPr marL="0" indent="0" algn="l">
              <a:spcBef>
                <a:spcPts val="0"/>
              </a:spcBef>
              <a:buNone/>
              <a:defRPr sz="15400" b="0">
                <a:solidFill>
                  <a:schemeClr val="accent1"/>
                </a:solidFill>
              </a:defRPr>
            </a:lvl7pPr>
            <a:lvl8pPr marL="0" indent="0" algn="l">
              <a:spcBef>
                <a:spcPts val="0"/>
              </a:spcBef>
              <a:buNone/>
              <a:defRPr sz="15400" b="0">
                <a:solidFill>
                  <a:schemeClr val="accent1"/>
                </a:solidFill>
              </a:defRPr>
            </a:lvl8pPr>
            <a:lvl9pPr marL="0" indent="0" algn="l">
              <a:spcBef>
                <a:spcPts val="0"/>
              </a:spcBef>
              <a:buNone/>
              <a:defRPr sz="15400" b="0">
                <a:solidFill>
                  <a:schemeClr val="accent1"/>
                </a:solidFill>
              </a:defRPr>
            </a:lvl9pPr>
          </a:lstStyle>
          <a:p>
            <a:pPr lvl="0"/>
            <a:r>
              <a:rPr lang="de-DE" noProof="0"/>
              <a:t>0X</a:t>
            </a:r>
          </a:p>
        </p:txBody>
      </p:sp>
      <p:sp>
        <p:nvSpPr>
          <p:cNvPr id="12" name="Text Placeholder 10">
            <a:extLst>
              <a:ext uri="{FF2B5EF4-FFF2-40B4-BE49-F238E27FC236}">
                <a16:creationId xmlns:a16="http://schemas.microsoft.com/office/drawing/2014/main" id="{6AD71E6C-5977-77A5-DEBC-7C6A150904F7}"/>
              </a:ext>
            </a:extLst>
          </p:cNvPr>
          <p:cNvSpPr>
            <a:spLocks noGrp="1"/>
          </p:cNvSpPr>
          <p:nvPr>
            <p:ph type="body" sz="quarter" idx="23" hasCustomPrompt="1"/>
          </p:nvPr>
        </p:nvSpPr>
        <p:spPr bwMode="gray">
          <a:xfrm>
            <a:off x="9061233" y="316267"/>
            <a:ext cx="2723399" cy="306000"/>
          </a:xfrm>
          <a:blipFill>
            <a:blip r:embed="rId2"/>
            <a:stretch>
              <a:fillRect/>
            </a:stretch>
          </a:blipFill>
        </p:spPr>
        <p:txBody>
          <a:bodyPr/>
          <a:lstStyle>
            <a:lvl1pPr marL="0" indent="0">
              <a:spcBef>
                <a:spcPts val="0"/>
              </a:spcBef>
              <a:buFont typeface="Skeena" panose="020B0604020202020204" pitchFamily="34" charset="0"/>
              <a:buNone/>
              <a:defRPr sz="100" b="0">
                <a:noFill/>
              </a:defRPr>
            </a:lvl1pPr>
            <a:lvl2pPr marL="0" indent="0">
              <a:spcBef>
                <a:spcPts val="0"/>
              </a:spcBef>
              <a:buFont typeface="Skeena" panose="020B0604020202020204" pitchFamily="34" charset="0"/>
              <a:buNone/>
              <a:defRPr sz="100" b="0">
                <a:noFill/>
              </a:defRPr>
            </a:lvl2pPr>
            <a:lvl3pPr marL="0" indent="0">
              <a:spcBef>
                <a:spcPts val="0"/>
              </a:spcBef>
              <a:buNone/>
              <a:defRPr sz="100" b="0">
                <a:noFill/>
              </a:defRPr>
            </a:lvl3pPr>
            <a:lvl4pPr marL="0" indent="0">
              <a:spcBef>
                <a:spcPts val="0"/>
              </a:spcBef>
              <a:buNone/>
              <a:defRPr sz="100" b="0">
                <a:noFill/>
              </a:defRPr>
            </a:lvl4pPr>
            <a:lvl5pPr marL="0" indent="0">
              <a:spcBef>
                <a:spcPts val="0"/>
              </a:spcBef>
              <a:buNone/>
              <a:defRPr sz="100" b="0">
                <a:noFill/>
              </a:defRPr>
            </a:lvl5pPr>
            <a:lvl6pPr marL="0" indent="0">
              <a:spcBef>
                <a:spcPts val="0"/>
              </a:spcBef>
              <a:buNone/>
              <a:defRPr sz="100" b="0">
                <a:noFill/>
              </a:defRPr>
            </a:lvl6pPr>
            <a:lvl7pPr marL="0" indent="0">
              <a:spcBef>
                <a:spcPts val="0"/>
              </a:spcBef>
              <a:buNone/>
              <a:defRPr sz="100" b="0">
                <a:noFill/>
              </a:defRPr>
            </a:lvl7pPr>
            <a:lvl8pPr marL="0" indent="0">
              <a:spcBef>
                <a:spcPts val="0"/>
              </a:spcBef>
              <a:buNone/>
              <a:defRPr sz="100" b="0">
                <a:noFill/>
              </a:defRPr>
            </a:lvl8pPr>
            <a:lvl9pPr marL="0" indent="0">
              <a:spcBef>
                <a:spcPts val="0"/>
              </a:spcBef>
              <a:buNone/>
              <a:defRPr sz="100" b="0">
                <a:noFill/>
              </a:defRPr>
            </a:lvl9pPr>
          </a:lstStyle>
          <a:p>
            <a:pPr lvl="0"/>
            <a:r>
              <a:rPr lang="de-DE" noProof="0"/>
              <a:t> </a:t>
            </a:r>
          </a:p>
        </p:txBody>
      </p:sp>
      <p:sp>
        <p:nvSpPr>
          <p:cNvPr id="10" name="Text Placeholder 10">
            <a:extLst>
              <a:ext uri="{FF2B5EF4-FFF2-40B4-BE49-F238E27FC236}">
                <a16:creationId xmlns:a16="http://schemas.microsoft.com/office/drawing/2014/main" id="{2CA61D65-9C5F-4547-248C-B4CABFC35E37}"/>
              </a:ext>
            </a:extLst>
          </p:cNvPr>
          <p:cNvSpPr>
            <a:spLocks noGrp="1"/>
          </p:cNvSpPr>
          <p:nvPr>
            <p:ph type="body" sz="quarter" idx="13" hasCustomPrompt="1"/>
          </p:nvPr>
        </p:nvSpPr>
        <p:spPr bwMode="gray">
          <a:xfrm>
            <a:off x="407368" y="2913960"/>
            <a:ext cx="5472732" cy="2215991"/>
          </a:xfrm>
        </p:spPr>
        <p:txBody>
          <a:bodyPr wrap="square" anchor="t">
            <a:spAutoFit/>
          </a:bodyPr>
          <a:lstStyle>
            <a:lvl1pPr marL="0" indent="0" algn="l">
              <a:spcBef>
                <a:spcPts val="0"/>
              </a:spcBef>
              <a:buFont typeface="Skeena" panose="020B0604020202020204" pitchFamily="34" charset="0"/>
              <a:buNone/>
              <a:defRPr sz="4800" b="1">
                <a:solidFill>
                  <a:schemeClr val="tx1"/>
                </a:solidFill>
              </a:defRPr>
            </a:lvl1pPr>
            <a:lvl2pPr marL="0" indent="0" algn="l">
              <a:spcBef>
                <a:spcPts val="0"/>
              </a:spcBef>
              <a:buFont typeface="Skeena" panose="020B0604020202020204" pitchFamily="34" charset="0"/>
              <a:buNone/>
              <a:defRPr sz="4800" b="1">
                <a:solidFill>
                  <a:schemeClr val="tx1"/>
                </a:solidFill>
              </a:defRPr>
            </a:lvl2pPr>
            <a:lvl3pPr marL="0" indent="0" algn="l">
              <a:spcBef>
                <a:spcPts val="0"/>
              </a:spcBef>
              <a:buNone/>
              <a:defRPr sz="4800" b="1">
                <a:solidFill>
                  <a:schemeClr val="tx1"/>
                </a:solidFill>
              </a:defRPr>
            </a:lvl3pPr>
            <a:lvl4pPr marL="0" indent="0" algn="l">
              <a:spcBef>
                <a:spcPts val="0"/>
              </a:spcBef>
              <a:buNone/>
              <a:defRPr sz="4800" b="1">
                <a:solidFill>
                  <a:schemeClr val="tx1"/>
                </a:solidFill>
              </a:defRPr>
            </a:lvl4pPr>
            <a:lvl5pPr marL="0" indent="0" algn="l">
              <a:spcBef>
                <a:spcPts val="0"/>
              </a:spcBef>
              <a:buNone/>
              <a:defRPr sz="4800" b="1">
                <a:solidFill>
                  <a:schemeClr val="tx1"/>
                </a:solidFill>
              </a:defRPr>
            </a:lvl5pPr>
            <a:lvl6pPr marL="0" indent="0" algn="l">
              <a:spcBef>
                <a:spcPts val="0"/>
              </a:spcBef>
              <a:buNone/>
              <a:defRPr sz="4800" b="1">
                <a:solidFill>
                  <a:schemeClr val="tx1"/>
                </a:solidFill>
              </a:defRPr>
            </a:lvl6pPr>
            <a:lvl7pPr marL="0" indent="0" algn="l">
              <a:spcBef>
                <a:spcPts val="0"/>
              </a:spcBef>
              <a:buNone/>
              <a:defRPr sz="4800" b="1">
                <a:solidFill>
                  <a:schemeClr val="tx1"/>
                </a:solidFill>
              </a:defRPr>
            </a:lvl7pPr>
            <a:lvl8pPr marL="0" indent="0" algn="l">
              <a:spcBef>
                <a:spcPts val="0"/>
              </a:spcBef>
              <a:buNone/>
              <a:defRPr sz="4800" b="1">
                <a:solidFill>
                  <a:schemeClr val="tx1"/>
                </a:solidFill>
              </a:defRPr>
            </a:lvl8pPr>
            <a:lvl9pPr marL="0" indent="0" algn="l">
              <a:spcBef>
                <a:spcPts val="0"/>
              </a:spcBef>
              <a:buNone/>
              <a:defRPr sz="4800" b="1">
                <a:solidFill>
                  <a:schemeClr val="tx1"/>
                </a:solidFill>
              </a:defRPr>
            </a:lvl9pPr>
          </a:lstStyle>
          <a:p>
            <a:pPr lvl="0"/>
            <a:r>
              <a:rPr lang="de-DE" noProof="0"/>
              <a:t>Kapitelnamen durch Klicken bearbeiten</a:t>
            </a:r>
          </a:p>
        </p:txBody>
      </p:sp>
    </p:spTree>
    <p:extLst>
      <p:ext uri="{BB962C8B-B14F-4D97-AF65-F5344CB8AC3E}">
        <p14:creationId xmlns:p14="http://schemas.microsoft.com/office/powerpoint/2010/main" val="1070439835"/>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 Kapiteltrennfolie mit dunklem Bild (vollflächig)">
    <p:spTree>
      <p:nvGrpSpPr>
        <p:cNvPr id="1" name=""/>
        <p:cNvGrpSpPr/>
        <p:nvPr/>
      </p:nvGrpSpPr>
      <p:grpSpPr>
        <a:xfrm>
          <a:off x="0" y="0"/>
          <a:ext cx="0" cy="0"/>
          <a:chOff x="0" y="0"/>
          <a:chExt cx="0" cy="0"/>
        </a:xfrm>
      </p:grpSpPr>
      <p:sp>
        <p:nvSpPr>
          <p:cNvPr id="40" name="Picture Placeholder 17">
            <a:extLst>
              <a:ext uri="{FF2B5EF4-FFF2-40B4-BE49-F238E27FC236}">
                <a16:creationId xmlns:a16="http://schemas.microsoft.com/office/drawing/2014/main" id="{0D46E141-FAAF-E9A6-B1EB-37D5D14C4023}"/>
              </a:ext>
            </a:extLst>
          </p:cNvPr>
          <p:cNvSpPr>
            <a:spLocks noGrp="1"/>
          </p:cNvSpPr>
          <p:nvPr>
            <p:ph type="pic" sz="quarter" idx="22"/>
          </p:nvPr>
        </p:nvSpPr>
        <p:spPr bwMode="gray">
          <a:xfrm>
            <a:off x="0" y="1"/>
            <a:ext cx="12192000" cy="6858000"/>
          </a:xfrm>
          <a:solidFill>
            <a:schemeClr val="tx2"/>
          </a:solidFill>
        </p:spPr>
        <p:txBody>
          <a:bodyPr lIns="6408000" tIns="0" anchor="ctr"/>
          <a:lstStyle>
            <a:lvl1pPr algn="l">
              <a:spcBef>
                <a:spcPts val="0"/>
              </a:spcBef>
              <a:defRPr sz="1600" b="0">
                <a:solidFill>
                  <a:schemeClr val="bg1"/>
                </a:solidFill>
              </a:defRPr>
            </a:lvl1pPr>
          </a:lstStyle>
          <a:p>
            <a:r>
              <a:rPr lang="en-US" noProof="0"/>
              <a:t>Click icon to add picture</a:t>
            </a:r>
            <a:endParaRPr lang="de-DE" noProof="0" dirty="0"/>
          </a:p>
        </p:txBody>
      </p:sp>
      <p:sp>
        <p:nvSpPr>
          <p:cNvPr id="9" name="Text Placeholder 10">
            <a:extLst>
              <a:ext uri="{FF2B5EF4-FFF2-40B4-BE49-F238E27FC236}">
                <a16:creationId xmlns:a16="http://schemas.microsoft.com/office/drawing/2014/main" id="{93827F3F-23F6-3143-81F1-510EE74CD825}"/>
              </a:ext>
            </a:extLst>
          </p:cNvPr>
          <p:cNvSpPr>
            <a:spLocks noGrp="1"/>
          </p:cNvSpPr>
          <p:nvPr>
            <p:ph type="body" sz="quarter" idx="12" hasCustomPrompt="1"/>
          </p:nvPr>
        </p:nvSpPr>
        <p:spPr bwMode="gray">
          <a:xfrm>
            <a:off x="371364" y="944724"/>
            <a:ext cx="2520000" cy="1728000"/>
          </a:xfrm>
        </p:spPr>
        <p:txBody>
          <a:bodyPr wrap="none" anchor="ctr">
            <a:noAutofit/>
          </a:bodyPr>
          <a:lstStyle>
            <a:lvl1pPr marL="0" indent="0" algn="l">
              <a:spcBef>
                <a:spcPts val="0"/>
              </a:spcBef>
              <a:buFont typeface="Skeena" panose="020B0604020202020204" pitchFamily="34" charset="0"/>
              <a:buNone/>
              <a:defRPr sz="15400" b="0">
                <a:solidFill>
                  <a:schemeClr val="bg1"/>
                </a:solidFill>
              </a:defRPr>
            </a:lvl1pPr>
            <a:lvl2pPr marL="0" indent="0" algn="l">
              <a:spcBef>
                <a:spcPts val="0"/>
              </a:spcBef>
              <a:buFont typeface="Skeena" panose="020B0604020202020204" pitchFamily="34" charset="0"/>
              <a:buNone/>
              <a:defRPr sz="15400" b="0">
                <a:solidFill>
                  <a:schemeClr val="bg1"/>
                </a:solidFill>
              </a:defRPr>
            </a:lvl2pPr>
            <a:lvl3pPr marL="0" indent="0" algn="l">
              <a:spcBef>
                <a:spcPts val="0"/>
              </a:spcBef>
              <a:buNone/>
              <a:defRPr sz="15400" b="0">
                <a:solidFill>
                  <a:schemeClr val="bg1"/>
                </a:solidFill>
              </a:defRPr>
            </a:lvl3pPr>
            <a:lvl4pPr marL="0" indent="0" algn="l">
              <a:spcBef>
                <a:spcPts val="0"/>
              </a:spcBef>
              <a:buNone/>
              <a:defRPr sz="15400" b="0">
                <a:solidFill>
                  <a:schemeClr val="bg1"/>
                </a:solidFill>
              </a:defRPr>
            </a:lvl4pPr>
            <a:lvl5pPr marL="0" indent="0" algn="l">
              <a:spcBef>
                <a:spcPts val="0"/>
              </a:spcBef>
              <a:buNone/>
              <a:defRPr sz="15400" b="0">
                <a:solidFill>
                  <a:schemeClr val="bg1"/>
                </a:solidFill>
              </a:defRPr>
            </a:lvl5pPr>
            <a:lvl6pPr marL="0" indent="0" algn="l">
              <a:spcBef>
                <a:spcPts val="0"/>
              </a:spcBef>
              <a:buNone/>
              <a:defRPr sz="15400" b="0">
                <a:solidFill>
                  <a:schemeClr val="bg1"/>
                </a:solidFill>
              </a:defRPr>
            </a:lvl6pPr>
            <a:lvl7pPr marL="0" indent="0" algn="l">
              <a:spcBef>
                <a:spcPts val="0"/>
              </a:spcBef>
              <a:buNone/>
              <a:defRPr sz="15400" b="0">
                <a:solidFill>
                  <a:schemeClr val="bg1"/>
                </a:solidFill>
              </a:defRPr>
            </a:lvl7pPr>
            <a:lvl8pPr marL="0" indent="0" algn="l">
              <a:spcBef>
                <a:spcPts val="0"/>
              </a:spcBef>
              <a:buNone/>
              <a:defRPr sz="15400" b="0">
                <a:solidFill>
                  <a:schemeClr val="bg1"/>
                </a:solidFill>
              </a:defRPr>
            </a:lvl8pPr>
            <a:lvl9pPr marL="0" indent="0" algn="l">
              <a:spcBef>
                <a:spcPts val="0"/>
              </a:spcBef>
              <a:buNone/>
              <a:defRPr sz="15400" b="0">
                <a:solidFill>
                  <a:schemeClr val="bg1"/>
                </a:solidFill>
              </a:defRPr>
            </a:lvl9pPr>
          </a:lstStyle>
          <a:p>
            <a:pPr lvl="0"/>
            <a:r>
              <a:rPr lang="de-DE" noProof="0"/>
              <a:t>0X</a:t>
            </a:r>
          </a:p>
        </p:txBody>
      </p:sp>
      <p:sp>
        <p:nvSpPr>
          <p:cNvPr id="12" name="Text Placeholder 10">
            <a:extLst>
              <a:ext uri="{FF2B5EF4-FFF2-40B4-BE49-F238E27FC236}">
                <a16:creationId xmlns:a16="http://schemas.microsoft.com/office/drawing/2014/main" id="{6AD71E6C-5977-77A5-DEBC-7C6A150904F7}"/>
              </a:ext>
            </a:extLst>
          </p:cNvPr>
          <p:cNvSpPr>
            <a:spLocks noGrp="1"/>
          </p:cNvSpPr>
          <p:nvPr>
            <p:ph type="body" sz="quarter" idx="23" hasCustomPrompt="1"/>
          </p:nvPr>
        </p:nvSpPr>
        <p:spPr bwMode="gray">
          <a:xfrm>
            <a:off x="9061233" y="316267"/>
            <a:ext cx="2723399" cy="306000"/>
          </a:xfrm>
          <a:blipFill>
            <a:blip r:embed="rId2"/>
            <a:stretch>
              <a:fillRect/>
            </a:stretch>
          </a:blipFill>
        </p:spPr>
        <p:txBody>
          <a:bodyPr/>
          <a:lstStyle>
            <a:lvl1pPr marL="0" indent="0">
              <a:spcBef>
                <a:spcPts val="0"/>
              </a:spcBef>
              <a:buFont typeface="Skeena" panose="020B0604020202020204" pitchFamily="34" charset="0"/>
              <a:buNone/>
              <a:defRPr sz="100" b="0">
                <a:noFill/>
              </a:defRPr>
            </a:lvl1pPr>
            <a:lvl2pPr marL="0" indent="0">
              <a:spcBef>
                <a:spcPts val="0"/>
              </a:spcBef>
              <a:buFont typeface="Skeena" panose="020B0604020202020204" pitchFamily="34" charset="0"/>
              <a:buNone/>
              <a:defRPr sz="100" b="0">
                <a:noFill/>
              </a:defRPr>
            </a:lvl2pPr>
            <a:lvl3pPr marL="0" indent="0">
              <a:spcBef>
                <a:spcPts val="0"/>
              </a:spcBef>
              <a:buNone/>
              <a:defRPr sz="100" b="0">
                <a:noFill/>
              </a:defRPr>
            </a:lvl3pPr>
            <a:lvl4pPr marL="0" indent="0">
              <a:spcBef>
                <a:spcPts val="0"/>
              </a:spcBef>
              <a:buNone/>
              <a:defRPr sz="100" b="0">
                <a:noFill/>
              </a:defRPr>
            </a:lvl4pPr>
            <a:lvl5pPr marL="0" indent="0">
              <a:spcBef>
                <a:spcPts val="0"/>
              </a:spcBef>
              <a:buNone/>
              <a:defRPr sz="100" b="0">
                <a:noFill/>
              </a:defRPr>
            </a:lvl5pPr>
            <a:lvl6pPr marL="0" indent="0">
              <a:spcBef>
                <a:spcPts val="0"/>
              </a:spcBef>
              <a:buNone/>
              <a:defRPr sz="100" b="0">
                <a:noFill/>
              </a:defRPr>
            </a:lvl6pPr>
            <a:lvl7pPr marL="0" indent="0">
              <a:spcBef>
                <a:spcPts val="0"/>
              </a:spcBef>
              <a:buNone/>
              <a:defRPr sz="100" b="0">
                <a:noFill/>
              </a:defRPr>
            </a:lvl7pPr>
            <a:lvl8pPr marL="0" indent="0">
              <a:spcBef>
                <a:spcPts val="0"/>
              </a:spcBef>
              <a:buNone/>
              <a:defRPr sz="100" b="0">
                <a:noFill/>
              </a:defRPr>
            </a:lvl8pPr>
            <a:lvl9pPr marL="0" indent="0">
              <a:spcBef>
                <a:spcPts val="0"/>
              </a:spcBef>
              <a:buNone/>
              <a:defRPr sz="100" b="0">
                <a:noFill/>
              </a:defRPr>
            </a:lvl9pPr>
          </a:lstStyle>
          <a:p>
            <a:pPr lvl="0"/>
            <a:r>
              <a:rPr lang="de-DE" noProof="0"/>
              <a:t> </a:t>
            </a:r>
          </a:p>
        </p:txBody>
      </p:sp>
      <p:sp>
        <p:nvSpPr>
          <p:cNvPr id="10" name="Text Placeholder 10">
            <a:extLst>
              <a:ext uri="{FF2B5EF4-FFF2-40B4-BE49-F238E27FC236}">
                <a16:creationId xmlns:a16="http://schemas.microsoft.com/office/drawing/2014/main" id="{2CA61D65-9C5F-4547-248C-B4CABFC35E37}"/>
              </a:ext>
            </a:extLst>
          </p:cNvPr>
          <p:cNvSpPr>
            <a:spLocks noGrp="1"/>
          </p:cNvSpPr>
          <p:nvPr>
            <p:ph type="body" sz="quarter" idx="13" hasCustomPrompt="1"/>
          </p:nvPr>
        </p:nvSpPr>
        <p:spPr bwMode="gray">
          <a:xfrm>
            <a:off x="407368" y="2913960"/>
            <a:ext cx="5472732" cy="2215991"/>
          </a:xfrm>
        </p:spPr>
        <p:txBody>
          <a:bodyPr wrap="square" anchor="t">
            <a:spAutoFit/>
          </a:bodyPr>
          <a:lstStyle>
            <a:lvl1pPr marL="0" indent="0" algn="l">
              <a:spcBef>
                <a:spcPts val="0"/>
              </a:spcBef>
              <a:buFont typeface="Skeena" panose="020B0604020202020204" pitchFamily="34" charset="0"/>
              <a:buNone/>
              <a:defRPr sz="4800" b="1">
                <a:solidFill>
                  <a:schemeClr val="bg1"/>
                </a:solidFill>
              </a:defRPr>
            </a:lvl1pPr>
            <a:lvl2pPr marL="0" indent="0" algn="l">
              <a:spcBef>
                <a:spcPts val="0"/>
              </a:spcBef>
              <a:buFont typeface="Skeena" panose="020B0604020202020204" pitchFamily="34" charset="0"/>
              <a:buNone/>
              <a:defRPr sz="4800" b="1">
                <a:solidFill>
                  <a:schemeClr val="bg1"/>
                </a:solidFill>
              </a:defRPr>
            </a:lvl2pPr>
            <a:lvl3pPr marL="0" indent="0" algn="l">
              <a:spcBef>
                <a:spcPts val="0"/>
              </a:spcBef>
              <a:buNone/>
              <a:defRPr sz="4800" b="1">
                <a:solidFill>
                  <a:schemeClr val="bg1"/>
                </a:solidFill>
              </a:defRPr>
            </a:lvl3pPr>
            <a:lvl4pPr marL="0" indent="0" algn="l">
              <a:spcBef>
                <a:spcPts val="0"/>
              </a:spcBef>
              <a:buNone/>
              <a:defRPr sz="4800" b="1">
                <a:solidFill>
                  <a:schemeClr val="bg1"/>
                </a:solidFill>
              </a:defRPr>
            </a:lvl4pPr>
            <a:lvl5pPr marL="0" indent="0" algn="l">
              <a:spcBef>
                <a:spcPts val="0"/>
              </a:spcBef>
              <a:buNone/>
              <a:defRPr sz="4800" b="1">
                <a:solidFill>
                  <a:schemeClr val="bg1"/>
                </a:solidFill>
              </a:defRPr>
            </a:lvl5pPr>
            <a:lvl6pPr marL="0" indent="0" algn="l">
              <a:spcBef>
                <a:spcPts val="0"/>
              </a:spcBef>
              <a:buNone/>
              <a:defRPr sz="4800" b="1">
                <a:solidFill>
                  <a:schemeClr val="bg1"/>
                </a:solidFill>
              </a:defRPr>
            </a:lvl6pPr>
            <a:lvl7pPr marL="0" indent="0" algn="l">
              <a:spcBef>
                <a:spcPts val="0"/>
              </a:spcBef>
              <a:buNone/>
              <a:defRPr sz="4800" b="1">
                <a:solidFill>
                  <a:schemeClr val="bg1"/>
                </a:solidFill>
              </a:defRPr>
            </a:lvl7pPr>
            <a:lvl8pPr marL="0" indent="0" algn="l">
              <a:spcBef>
                <a:spcPts val="0"/>
              </a:spcBef>
              <a:buNone/>
              <a:defRPr sz="4800" b="1">
                <a:solidFill>
                  <a:schemeClr val="bg1"/>
                </a:solidFill>
              </a:defRPr>
            </a:lvl8pPr>
            <a:lvl9pPr marL="0" indent="0" algn="l">
              <a:spcBef>
                <a:spcPts val="0"/>
              </a:spcBef>
              <a:buNone/>
              <a:defRPr sz="4800" b="1">
                <a:solidFill>
                  <a:schemeClr val="bg1"/>
                </a:solidFill>
              </a:defRPr>
            </a:lvl9pPr>
          </a:lstStyle>
          <a:p>
            <a:pPr lvl="0"/>
            <a:r>
              <a:rPr lang="de-DE" noProof="0"/>
              <a:t>Kapitelnamen durch Klicken bearbeiten</a:t>
            </a:r>
          </a:p>
        </p:txBody>
      </p:sp>
    </p:spTree>
    <p:extLst>
      <p:ext uri="{BB962C8B-B14F-4D97-AF65-F5344CB8AC3E}">
        <p14:creationId xmlns:p14="http://schemas.microsoft.com/office/powerpoint/2010/main" val="98416700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 Nur Tite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572F5-E83A-3E87-215C-6FDF1BCF28E6}"/>
              </a:ext>
            </a:extLst>
          </p:cNvPr>
          <p:cNvSpPr>
            <a:spLocks noGrp="1"/>
          </p:cNvSpPr>
          <p:nvPr>
            <p:ph type="title" hasCustomPrompt="1"/>
          </p:nvPr>
        </p:nvSpPr>
        <p:spPr bwMode="gray"/>
        <p:txBody>
          <a:bodyPr/>
          <a:lstStyle/>
          <a:p>
            <a:r>
              <a:rPr lang="de-DE" noProof="0" dirty="0"/>
              <a:t>Folientitel durch Klicken bearbeiten </a:t>
            </a:r>
            <a:br>
              <a:rPr lang="de-DE" noProof="0" dirty="0"/>
            </a:br>
            <a:r>
              <a:rPr lang="de-DE" noProof="0" dirty="0"/>
              <a:t>(maximal zweizeilig)</a:t>
            </a:r>
          </a:p>
        </p:txBody>
      </p:sp>
      <p:sp>
        <p:nvSpPr>
          <p:cNvPr id="3" name="Footer Placeholder 2">
            <a:extLst>
              <a:ext uri="{FF2B5EF4-FFF2-40B4-BE49-F238E27FC236}">
                <a16:creationId xmlns:a16="http://schemas.microsoft.com/office/drawing/2014/main" id="{380B7BAE-6840-9842-1720-11CF2479686A}"/>
              </a:ext>
            </a:extLst>
          </p:cNvPr>
          <p:cNvSpPr>
            <a:spLocks noGrp="1"/>
          </p:cNvSpPr>
          <p:nvPr>
            <p:ph type="ftr" sz="quarter" idx="10"/>
          </p:nvPr>
        </p:nvSpPr>
        <p:spPr bwMode="gray"/>
        <p:txBody>
          <a:bodyPr/>
          <a:lstStyle/>
          <a:p>
            <a:r>
              <a:rPr lang="de-DE" noProof="0"/>
              <a:t>Hier steht der übergeordnete Präsentationstitel (Einfügen → Kopf- und Fußzeile)</a:t>
            </a:r>
          </a:p>
        </p:txBody>
      </p:sp>
      <p:sp>
        <p:nvSpPr>
          <p:cNvPr id="4" name="Slide Number Placeholder 3">
            <a:extLst>
              <a:ext uri="{FF2B5EF4-FFF2-40B4-BE49-F238E27FC236}">
                <a16:creationId xmlns:a16="http://schemas.microsoft.com/office/drawing/2014/main" id="{51B88120-E8B7-C426-477A-56804F99DB5C}"/>
              </a:ext>
            </a:extLst>
          </p:cNvPr>
          <p:cNvSpPr>
            <a:spLocks noGrp="1"/>
          </p:cNvSpPr>
          <p:nvPr>
            <p:ph type="sldNum" sz="quarter" idx="11"/>
          </p:nvPr>
        </p:nvSpPr>
        <p:spPr bwMode="gray"/>
        <p:txBody>
          <a:bodyPr/>
          <a:lstStyle/>
          <a:p>
            <a:fld id="{5438FF58-A5B1-455A-BA0C-D8E0E4C71076}" type="slidenum">
              <a:rPr lang="de-DE" noProof="0" smtClean="0"/>
              <a:pPr/>
              <a:t>‹#›</a:t>
            </a:fld>
            <a:endParaRPr lang="de-DE" noProof="0"/>
          </a:p>
        </p:txBody>
      </p:sp>
    </p:spTree>
    <p:extLst>
      <p:ext uri="{BB962C8B-B14F-4D97-AF65-F5344CB8AC3E}">
        <p14:creationId xmlns:p14="http://schemas.microsoft.com/office/powerpoint/2010/main" val="793040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 Titel und Text 01 (einspalti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572F5-E83A-3E87-215C-6FDF1BCF28E6}"/>
              </a:ext>
            </a:extLst>
          </p:cNvPr>
          <p:cNvSpPr>
            <a:spLocks noGrp="1"/>
          </p:cNvSpPr>
          <p:nvPr>
            <p:ph type="title" hasCustomPrompt="1"/>
          </p:nvPr>
        </p:nvSpPr>
        <p:spPr bwMode="gray"/>
        <p:txBody>
          <a:bodyPr/>
          <a:lstStyle/>
          <a:p>
            <a:r>
              <a:rPr lang="de-DE" noProof="0" dirty="0"/>
              <a:t>Folientitel durch Klicken bearbeiten </a:t>
            </a:r>
            <a:br>
              <a:rPr lang="de-DE" noProof="0" dirty="0"/>
            </a:br>
            <a:r>
              <a:rPr lang="de-DE" noProof="0" dirty="0"/>
              <a:t>(maximal zweizeilig)</a:t>
            </a:r>
          </a:p>
        </p:txBody>
      </p:sp>
      <p:sp>
        <p:nvSpPr>
          <p:cNvPr id="3" name="Footer Placeholder 2">
            <a:extLst>
              <a:ext uri="{FF2B5EF4-FFF2-40B4-BE49-F238E27FC236}">
                <a16:creationId xmlns:a16="http://schemas.microsoft.com/office/drawing/2014/main" id="{380B7BAE-6840-9842-1720-11CF2479686A}"/>
              </a:ext>
            </a:extLst>
          </p:cNvPr>
          <p:cNvSpPr>
            <a:spLocks noGrp="1"/>
          </p:cNvSpPr>
          <p:nvPr>
            <p:ph type="ftr" sz="quarter" idx="10"/>
          </p:nvPr>
        </p:nvSpPr>
        <p:spPr bwMode="gray"/>
        <p:txBody>
          <a:bodyPr/>
          <a:lstStyle/>
          <a:p>
            <a:r>
              <a:rPr lang="de-DE" noProof="0"/>
              <a:t>Hier steht der übergeordnete Präsentationstitel (Einfügen → Kopf- und Fußzeile)</a:t>
            </a:r>
          </a:p>
        </p:txBody>
      </p:sp>
      <p:sp>
        <p:nvSpPr>
          <p:cNvPr id="4" name="Slide Number Placeholder 3">
            <a:extLst>
              <a:ext uri="{FF2B5EF4-FFF2-40B4-BE49-F238E27FC236}">
                <a16:creationId xmlns:a16="http://schemas.microsoft.com/office/drawing/2014/main" id="{51B88120-E8B7-C426-477A-56804F99DB5C}"/>
              </a:ext>
            </a:extLst>
          </p:cNvPr>
          <p:cNvSpPr>
            <a:spLocks noGrp="1"/>
          </p:cNvSpPr>
          <p:nvPr>
            <p:ph type="sldNum" sz="quarter" idx="11"/>
          </p:nvPr>
        </p:nvSpPr>
        <p:spPr bwMode="gray"/>
        <p:txBody>
          <a:bodyPr/>
          <a:lstStyle/>
          <a:p>
            <a:fld id="{5438FF58-A5B1-455A-BA0C-D8E0E4C71076}" type="slidenum">
              <a:rPr lang="de-DE" noProof="0" smtClean="0"/>
              <a:pPr/>
              <a:t>‹#›</a:t>
            </a:fld>
            <a:endParaRPr lang="de-DE" noProof="0"/>
          </a:p>
        </p:txBody>
      </p:sp>
      <p:sp>
        <p:nvSpPr>
          <p:cNvPr id="6" name="Text Placeholder 5">
            <a:extLst>
              <a:ext uri="{FF2B5EF4-FFF2-40B4-BE49-F238E27FC236}">
                <a16:creationId xmlns:a16="http://schemas.microsoft.com/office/drawing/2014/main" id="{1437442A-2E2B-60D6-57CD-158E4565F415}"/>
              </a:ext>
            </a:extLst>
          </p:cNvPr>
          <p:cNvSpPr>
            <a:spLocks noGrp="1"/>
          </p:cNvSpPr>
          <p:nvPr>
            <p:ph type="body" sz="quarter" idx="12" hasCustomPrompt="1"/>
          </p:nvPr>
        </p:nvSpPr>
        <p:spPr bwMode="gray">
          <a:xfrm>
            <a:off x="407368" y="1592796"/>
            <a:ext cx="11376000" cy="4644000"/>
          </a:xfrm>
        </p:spPr>
        <p:txBody>
          <a:body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spTree>
    <p:extLst>
      <p:ext uri="{BB962C8B-B14F-4D97-AF65-F5344CB8AC3E}">
        <p14:creationId xmlns:p14="http://schemas.microsoft.com/office/powerpoint/2010/main" val="31369636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 Titel und Text 02 (zweispalti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572F5-E83A-3E87-215C-6FDF1BCF28E6}"/>
              </a:ext>
            </a:extLst>
          </p:cNvPr>
          <p:cNvSpPr>
            <a:spLocks noGrp="1"/>
          </p:cNvSpPr>
          <p:nvPr>
            <p:ph type="title" hasCustomPrompt="1"/>
          </p:nvPr>
        </p:nvSpPr>
        <p:spPr bwMode="gray"/>
        <p:txBody>
          <a:bodyPr/>
          <a:lstStyle/>
          <a:p>
            <a:r>
              <a:rPr lang="de-DE" noProof="0"/>
              <a:t>Folientitel durch Klicken bearbeiten </a:t>
            </a:r>
            <a:br>
              <a:rPr lang="de-DE" noProof="0"/>
            </a:br>
            <a:r>
              <a:rPr lang="de-DE" noProof="0"/>
              <a:t>(maximal zweizeilig)</a:t>
            </a:r>
          </a:p>
        </p:txBody>
      </p:sp>
      <p:sp>
        <p:nvSpPr>
          <p:cNvPr id="3" name="Footer Placeholder 2">
            <a:extLst>
              <a:ext uri="{FF2B5EF4-FFF2-40B4-BE49-F238E27FC236}">
                <a16:creationId xmlns:a16="http://schemas.microsoft.com/office/drawing/2014/main" id="{380B7BAE-6840-9842-1720-11CF2479686A}"/>
              </a:ext>
            </a:extLst>
          </p:cNvPr>
          <p:cNvSpPr>
            <a:spLocks noGrp="1"/>
          </p:cNvSpPr>
          <p:nvPr>
            <p:ph type="ftr" sz="quarter" idx="10"/>
          </p:nvPr>
        </p:nvSpPr>
        <p:spPr bwMode="gray"/>
        <p:txBody>
          <a:bodyPr/>
          <a:lstStyle/>
          <a:p>
            <a:r>
              <a:rPr lang="de-DE" noProof="0"/>
              <a:t>Hier steht der übergeordnete Präsentationstitel (Einfügen → Kopf- und Fußzeile)</a:t>
            </a:r>
          </a:p>
        </p:txBody>
      </p:sp>
      <p:sp>
        <p:nvSpPr>
          <p:cNvPr id="4" name="Slide Number Placeholder 3">
            <a:extLst>
              <a:ext uri="{FF2B5EF4-FFF2-40B4-BE49-F238E27FC236}">
                <a16:creationId xmlns:a16="http://schemas.microsoft.com/office/drawing/2014/main" id="{51B88120-E8B7-C426-477A-56804F99DB5C}"/>
              </a:ext>
            </a:extLst>
          </p:cNvPr>
          <p:cNvSpPr>
            <a:spLocks noGrp="1"/>
          </p:cNvSpPr>
          <p:nvPr>
            <p:ph type="sldNum" sz="quarter" idx="11"/>
          </p:nvPr>
        </p:nvSpPr>
        <p:spPr bwMode="gray"/>
        <p:txBody>
          <a:bodyPr/>
          <a:lstStyle/>
          <a:p>
            <a:fld id="{5438FF58-A5B1-455A-BA0C-D8E0E4C71076}" type="slidenum">
              <a:rPr lang="de-DE" noProof="0" smtClean="0"/>
              <a:pPr/>
              <a:t>‹#›</a:t>
            </a:fld>
            <a:endParaRPr lang="de-DE" noProof="0"/>
          </a:p>
        </p:txBody>
      </p:sp>
      <p:sp>
        <p:nvSpPr>
          <p:cNvPr id="6" name="Text Placeholder 5">
            <a:extLst>
              <a:ext uri="{FF2B5EF4-FFF2-40B4-BE49-F238E27FC236}">
                <a16:creationId xmlns:a16="http://schemas.microsoft.com/office/drawing/2014/main" id="{1437442A-2E2B-60D6-57CD-158E4565F415}"/>
              </a:ext>
            </a:extLst>
          </p:cNvPr>
          <p:cNvSpPr>
            <a:spLocks noGrp="1"/>
          </p:cNvSpPr>
          <p:nvPr>
            <p:ph type="body" sz="quarter" idx="12" hasCustomPrompt="1"/>
          </p:nvPr>
        </p:nvSpPr>
        <p:spPr bwMode="gray">
          <a:xfrm>
            <a:off x="407368" y="1592796"/>
            <a:ext cx="5472732" cy="4644000"/>
          </a:xfrm>
        </p:spPr>
        <p:txBody>
          <a:body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sp>
        <p:nvSpPr>
          <p:cNvPr id="7" name="Text Placeholder 5">
            <a:extLst>
              <a:ext uri="{FF2B5EF4-FFF2-40B4-BE49-F238E27FC236}">
                <a16:creationId xmlns:a16="http://schemas.microsoft.com/office/drawing/2014/main" id="{37B0818A-E3C0-1D55-0E64-308082D2B018}"/>
              </a:ext>
            </a:extLst>
          </p:cNvPr>
          <p:cNvSpPr>
            <a:spLocks noGrp="1"/>
          </p:cNvSpPr>
          <p:nvPr>
            <p:ph type="body" sz="quarter" idx="13" hasCustomPrompt="1"/>
          </p:nvPr>
        </p:nvSpPr>
        <p:spPr bwMode="gray">
          <a:xfrm>
            <a:off x="6312024" y="1592796"/>
            <a:ext cx="5472732" cy="4644000"/>
          </a:xfrm>
        </p:spPr>
        <p:txBody>
          <a:body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spTree>
    <p:extLst>
      <p:ext uri="{BB962C8B-B14F-4D97-AF65-F5344CB8AC3E}">
        <p14:creationId xmlns:p14="http://schemas.microsoft.com/office/powerpoint/2010/main" val="34952991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 Titel und Text 03 (zweispalti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803ACE4-6865-3058-0529-B76A74CBFF8D}"/>
              </a:ext>
            </a:extLst>
          </p:cNvPr>
          <p:cNvSpPr/>
          <p:nvPr userDrawn="1"/>
        </p:nvSpPr>
        <p:spPr bwMode="hidden">
          <a:xfrm>
            <a:off x="0" y="1411200"/>
            <a:ext cx="6096000" cy="5446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11" name="Rectangle 10">
            <a:extLst>
              <a:ext uri="{FF2B5EF4-FFF2-40B4-BE49-F238E27FC236}">
                <a16:creationId xmlns:a16="http://schemas.microsoft.com/office/drawing/2014/main" id="{861FA592-2D70-5C10-5164-725AB371FA1F}"/>
              </a:ext>
            </a:extLst>
          </p:cNvPr>
          <p:cNvSpPr/>
          <p:nvPr userDrawn="1"/>
        </p:nvSpPr>
        <p:spPr bwMode="hidden">
          <a:xfrm>
            <a:off x="6096000" y="1411200"/>
            <a:ext cx="6096000" cy="544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2" name="Title 1">
            <a:extLst>
              <a:ext uri="{FF2B5EF4-FFF2-40B4-BE49-F238E27FC236}">
                <a16:creationId xmlns:a16="http://schemas.microsoft.com/office/drawing/2014/main" id="{8F8572F5-E83A-3E87-215C-6FDF1BCF28E6}"/>
              </a:ext>
            </a:extLst>
          </p:cNvPr>
          <p:cNvSpPr>
            <a:spLocks noGrp="1"/>
          </p:cNvSpPr>
          <p:nvPr>
            <p:ph type="title" hasCustomPrompt="1"/>
          </p:nvPr>
        </p:nvSpPr>
        <p:spPr bwMode="gray"/>
        <p:txBody>
          <a:bodyPr/>
          <a:lstStyle/>
          <a:p>
            <a:r>
              <a:rPr lang="de-DE" noProof="0"/>
              <a:t>Folientitel durch Klicken bearbeiten </a:t>
            </a:r>
            <a:br>
              <a:rPr lang="de-DE" noProof="0"/>
            </a:br>
            <a:r>
              <a:rPr lang="de-DE" noProof="0"/>
              <a:t>(maximal zweizeilig)</a:t>
            </a:r>
          </a:p>
        </p:txBody>
      </p:sp>
      <p:sp>
        <p:nvSpPr>
          <p:cNvPr id="3" name="Footer Placeholder 2">
            <a:extLst>
              <a:ext uri="{FF2B5EF4-FFF2-40B4-BE49-F238E27FC236}">
                <a16:creationId xmlns:a16="http://schemas.microsoft.com/office/drawing/2014/main" id="{380B7BAE-6840-9842-1720-11CF2479686A}"/>
              </a:ext>
            </a:extLst>
          </p:cNvPr>
          <p:cNvSpPr>
            <a:spLocks noGrp="1"/>
          </p:cNvSpPr>
          <p:nvPr>
            <p:ph type="ftr" sz="quarter" idx="10"/>
          </p:nvPr>
        </p:nvSpPr>
        <p:spPr bwMode="invGray"/>
        <p:txBody>
          <a:bodyPr/>
          <a:lstStyle>
            <a:lvl1pPr>
              <a:defRPr>
                <a:solidFill>
                  <a:schemeClr val="bg1"/>
                </a:solidFill>
              </a:defRPr>
            </a:lvl1pPr>
          </a:lstStyle>
          <a:p>
            <a:r>
              <a:rPr lang="de-DE" noProof="0"/>
              <a:t>Hier steht der übergeordnete Präsentationstitel (Einfügen → Kopf- und Fußzeile)</a:t>
            </a:r>
          </a:p>
        </p:txBody>
      </p:sp>
      <p:sp>
        <p:nvSpPr>
          <p:cNvPr id="4" name="Slide Number Placeholder 3">
            <a:extLst>
              <a:ext uri="{FF2B5EF4-FFF2-40B4-BE49-F238E27FC236}">
                <a16:creationId xmlns:a16="http://schemas.microsoft.com/office/drawing/2014/main" id="{51B88120-E8B7-C426-477A-56804F99DB5C}"/>
              </a:ext>
            </a:extLst>
          </p:cNvPr>
          <p:cNvSpPr>
            <a:spLocks noGrp="1"/>
          </p:cNvSpPr>
          <p:nvPr>
            <p:ph type="sldNum" sz="quarter" idx="11"/>
          </p:nvPr>
        </p:nvSpPr>
        <p:spPr bwMode="invGray"/>
        <p:txBody>
          <a:bodyPr/>
          <a:lstStyle>
            <a:lvl1pPr>
              <a:defRPr>
                <a:solidFill>
                  <a:schemeClr val="bg1"/>
                </a:solidFill>
              </a:defRPr>
            </a:lvl1pPr>
          </a:lstStyle>
          <a:p>
            <a:fld id="{5438FF58-A5B1-455A-BA0C-D8E0E4C71076}" type="slidenum">
              <a:rPr lang="de-DE" noProof="0" smtClean="0"/>
              <a:pPr/>
              <a:t>‹#›</a:t>
            </a:fld>
            <a:endParaRPr lang="de-DE" noProof="0"/>
          </a:p>
        </p:txBody>
      </p:sp>
      <p:sp>
        <p:nvSpPr>
          <p:cNvPr id="6" name="Text Placeholder 5">
            <a:extLst>
              <a:ext uri="{FF2B5EF4-FFF2-40B4-BE49-F238E27FC236}">
                <a16:creationId xmlns:a16="http://schemas.microsoft.com/office/drawing/2014/main" id="{1437442A-2E2B-60D6-57CD-158E4565F415}"/>
              </a:ext>
            </a:extLst>
          </p:cNvPr>
          <p:cNvSpPr>
            <a:spLocks noGrp="1"/>
          </p:cNvSpPr>
          <p:nvPr>
            <p:ph type="body" sz="quarter" idx="12" hasCustomPrompt="1"/>
          </p:nvPr>
        </p:nvSpPr>
        <p:spPr bwMode="invGray">
          <a:xfrm>
            <a:off x="407368" y="1592796"/>
            <a:ext cx="5472732" cy="4644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sp>
        <p:nvSpPr>
          <p:cNvPr id="7" name="Text Placeholder 5">
            <a:extLst>
              <a:ext uri="{FF2B5EF4-FFF2-40B4-BE49-F238E27FC236}">
                <a16:creationId xmlns:a16="http://schemas.microsoft.com/office/drawing/2014/main" id="{37B0818A-E3C0-1D55-0E64-308082D2B018}"/>
              </a:ext>
            </a:extLst>
          </p:cNvPr>
          <p:cNvSpPr>
            <a:spLocks noGrp="1"/>
          </p:cNvSpPr>
          <p:nvPr>
            <p:ph type="body" sz="quarter" idx="13" hasCustomPrompt="1"/>
          </p:nvPr>
        </p:nvSpPr>
        <p:spPr bwMode="invGray">
          <a:xfrm>
            <a:off x="6312024" y="1592796"/>
            <a:ext cx="5472732" cy="4644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spTree>
    <p:extLst>
      <p:ext uri="{BB962C8B-B14F-4D97-AF65-F5344CB8AC3E}">
        <p14:creationId xmlns:p14="http://schemas.microsoft.com/office/powerpoint/2010/main" val="7299901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 Titel und Text 04 (dreispalti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572F5-E83A-3E87-215C-6FDF1BCF28E6}"/>
              </a:ext>
            </a:extLst>
          </p:cNvPr>
          <p:cNvSpPr>
            <a:spLocks noGrp="1"/>
          </p:cNvSpPr>
          <p:nvPr>
            <p:ph type="title" hasCustomPrompt="1"/>
          </p:nvPr>
        </p:nvSpPr>
        <p:spPr bwMode="gray"/>
        <p:txBody>
          <a:bodyPr/>
          <a:lstStyle/>
          <a:p>
            <a:r>
              <a:rPr lang="de-DE" noProof="0"/>
              <a:t>Folientitel durch Klicken bearbeiten </a:t>
            </a:r>
            <a:br>
              <a:rPr lang="de-DE" noProof="0"/>
            </a:br>
            <a:r>
              <a:rPr lang="de-DE" noProof="0"/>
              <a:t>(maximal zweizeilig)</a:t>
            </a:r>
          </a:p>
        </p:txBody>
      </p:sp>
      <p:sp>
        <p:nvSpPr>
          <p:cNvPr id="3" name="Footer Placeholder 2">
            <a:extLst>
              <a:ext uri="{FF2B5EF4-FFF2-40B4-BE49-F238E27FC236}">
                <a16:creationId xmlns:a16="http://schemas.microsoft.com/office/drawing/2014/main" id="{380B7BAE-6840-9842-1720-11CF2479686A}"/>
              </a:ext>
            </a:extLst>
          </p:cNvPr>
          <p:cNvSpPr>
            <a:spLocks noGrp="1"/>
          </p:cNvSpPr>
          <p:nvPr>
            <p:ph type="ftr" sz="quarter" idx="10"/>
          </p:nvPr>
        </p:nvSpPr>
        <p:spPr bwMode="gray"/>
        <p:txBody>
          <a:bodyPr/>
          <a:lstStyle/>
          <a:p>
            <a:r>
              <a:rPr lang="de-DE" noProof="0"/>
              <a:t>Hier steht der übergeordnete Präsentationstitel (Einfügen → Kopf- und Fußzeile)</a:t>
            </a:r>
          </a:p>
        </p:txBody>
      </p:sp>
      <p:sp>
        <p:nvSpPr>
          <p:cNvPr id="4" name="Slide Number Placeholder 3">
            <a:extLst>
              <a:ext uri="{FF2B5EF4-FFF2-40B4-BE49-F238E27FC236}">
                <a16:creationId xmlns:a16="http://schemas.microsoft.com/office/drawing/2014/main" id="{51B88120-E8B7-C426-477A-56804F99DB5C}"/>
              </a:ext>
            </a:extLst>
          </p:cNvPr>
          <p:cNvSpPr>
            <a:spLocks noGrp="1"/>
          </p:cNvSpPr>
          <p:nvPr>
            <p:ph type="sldNum" sz="quarter" idx="11"/>
          </p:nvPr>
        </p:nvSpPr>
        <p:spPr bwMode="gray"/>
        <p:txBody>
          <a:bodyPr/>
          <a:lstStyle/>
          <a:p>
            <a:fld id="{5438FF58-A5B1-455A-BA0C-D8E0E4C71076}" type="slidenum">
              <a:rPr lang="de-DE" noProof="0" smtClean="0"/>
              <a:pPr/>
              <a:t>‹#›</a:t>
            </a:fld>
            <a:endParaRPr lang="de-DE" noProof="0"/>
          </a:p>
        </p:txBody>
      </p:sp>
      <p:sp>
        <p:nvSpPr>
          <p:cNvPr id="6" name="Text Placeholder 5">
            <a:extLst>
              <a:ext uri="{FF2B5EF4-FFF2-40B4-BE49-F238E27FC236}">
                <a16:creationId xmlns:a16="http://schemas.microsoft.com/office/drawing/2014/main" id="{1437442A-2E2B-60D6-57CD-158E4565F415}"/>
              </a:ext>
            </a:extLst>
          </p:cNvPr>
          <p:cNvSpPr>
            <a:spLocks noGrp="1"/>
          </p:cNvSpPr>
          <p:nvPr>
            <p:ph type="body" sz="quarter" idx="12" hasCustomPrompt="1"/>
          </p:nvPr>
        </p:nvSpPr>
        <p:spPr bwMode="gray">
          <a:xfrm>
            <a:off x="407368" y="1592796"/>
            <a:ext cx="3528045" cy="4644000"/>
          </a:xfrm>
        </p:spPr>
        <p:txBody>
          <a:body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sp>
        <p:nvSpPr>
          <p:cNvPr id="7" name="Text Placeholder 5">
            <a:extLst>
              <a:ext uri="{FF2B5EF4-FFF2-40B4-BE49-F238E27FC236}">
                <a16:creationId xmlns:a16="http://schemas.microsoft.com/office/drawing/2014/main" id="{37B0818A-E3C0-1D55-0E64-308082D2B018}"/>
              </a:ext>
            </a:extLst>
          </p:cNvPr>
          <p:cNvSpPr>
            <a:spLocks noGrp="1"/>
          </p:cNvSpPr>
          <p:nvPr>
            <p:ph type="body" sz="quarter" idx="13" hasCustomPrompt="1"/>
          </p:nvPr>
        </p:nvSpPr>
        <p:spPr bwMode="gray">
          <a:xfrm>
            <a:off x="4331804" y="1592796"/>
            <a:ext cx="3528000" cy="4644000"/>
          </a:xfrm>
        </p:spPr>
        <p:txBody>
          <a:body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sp>
        <p:nvSpPr>
          <p:cNvPr id="8" name="Text Placeholder 5">
            <a:extLst>
              <a:ext uri="{FF2B5EF4-FFF2-40B4-BE49-F238E27FC236}">
                <a16:creationId xmlns:a16="http://schemas.microsoft.com/office/drawing/2014/main" id="{A001225D-F57A-2BE4-19C6-E010F5189400}"/>
              </a:ext>
            </a:extLst>
          </p:cNvPr>
          <p:cNvSpPr>
            <a:spLocks noGrp="1"/>
          </p:cNvSpPr>
          <p:nvPr>
            <p:ph type="body" sz="quarter" idx="14" hasCustomPrompt="1"/>
          </p:nvPr>
        </p:nvSpPr>
        <p:spPr bwMode="gray">
          <a:xfrm>
            <a:off x="8256240" y="1592796"/>
            <a:ext cx="3528000" cy="4644000"/>
          </a:xfrm>
        </p:spPr>
        <p:txBody>
          <a:body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spTree>
    <p:extLst>
      <p:ext uri="{BB962C8B-B14F-4D97-AF65-F5344CB8AC3E}">
        <p14:creationId xmlns:p14="http://schemas.microsoft.com/office/powerpoint/2010/main" val="14710637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 Titel und Text 05 (dreispalti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0CCC9E4-C95B-A6D9-03B8-301A2FDA1DF6}"/>
              </a:ext>
            </a:extLst>
          </p:cNvPr>
          <p:cNvSpPr/>
          <p:nvPr userDrawn="1"/>
        </p:nvSpPr>
        <p:spPr bwMode="hidden">
          <a:xfrm>
            <a:off x="3935227" y="1411200"/>
            <a:ext cx="4321546" cy="5446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12" name="Rectangle 11">
            <a:extLst>
              <a:ext uri="{FF2B5EF4-FFF2-40B4-BE49-F238E27FC236}">
                <a16:creationId xmlns:a16="http://schemas.microsoft.com/office/drawing/2014/main" id="{8D666EBE-6F81-F18D-3826-76D8A6FE31BD}"/>
              </a:ext>
            </a:extLst>
          </p:cNvPr>
          <p:cNvSpPr/>
          <p:nvPr userDrawn="1"/>
        </p:nvSpPr>
        <p:spPr bwMode="hidden">
          <a:xfrm>
            <a:off x="8058034" y="1411200"/>
            <a:ext cx="4133966" cy="544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13" name="Rectangle 12">
            <a:extLst>
              <a:ext uri="{FF2B5EF4-FFF2-40B4-BE49-F238E27FC236}">
                <a16:creationId xmlns:a16="http://schemas.microsoft.com/office/drawing/2014/main" id="{32748741-B6FE-DA03-E357-3D7AC069B69D}"/>
              </a:ext>
            </a:extLst>
          </p:cNvPr>
          <p:cNvSpPr/>
          <p:nvPr userDrawn="1"/>
        </p:nvSpPr>
        <p:spPr bwMode="hidden">
          <a:xfrm>
            <a:off x="0" y="1411200"/>
            <a:ext cx="4133619" cy="54468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2" name="Title 1">
            <a:extLst>
              <a:ext uri="{FF2B5EF4-FFF2-40B4-BE49-F238E27FC236}">
                <a16:creationId xmlns:a16="http://schemas.microsoft.com/office/drawing/2014/main" id="{8F8572F5-E83A-3E87-215C-6FDF1BCF28E6}"/>
              </a:ext>
            </a:extLst>
          </p:cNvPr>
          <p:cNvSpPr>
            <a:spLocks noGrp="1"/>
          </p:cNvSpPr>
          <p:nvPr>
            <p:ph type="title" hasCustomPrompt="1"/>
          </p:nvPr>
        </p:nvSpPr>
        <p:spPr bwMode="gray"/>
        <p:txBody>
          <a:bodyPr/>
          <a:lstStyle/>
          <a:p>
            <a:r>
              <a:rPr lang="de-DE" noProof="0"/>
              <a:t>Folientitel durch Klicken bearbeiten </a:t>
            </a:r>
            <a:br>
              <a:rPr lang="de-DE" noProof="0"/>
            </a:br>
            <a:r>
              <a:rPr lang="de-DE" noProof="0"/>
              <a:t>(maximal zweizeilig)</a:t>
            </a:r>
          </a:p>
        </p:txBody>
      </p:sp>
      <p:sp>
        <p:nvSpPr>
          <p:cNvPr id="3" name="Footer Placeholder 2">
            <a:extLst>
              <a:ext uri="{FF2B5EF4-FFF2-40B4-BE49-F238E27FC236}">
                <a16:creationId xmlns:a16="http://schemas.microsoft.com/office/drawing/2014/main" id="{380B7BAE-6840-9842-1720-11CF2479686A}"/>
              </a:ext>
            </a:extLst>
          </p:cNvPr>
          <p:cNvSpPr>
            <a:spLocks noGrp="1"/>
          </p:cNvSpPr>
          <p:nvPr>
            <p:ph type="ftr" sz="quarter" idx="10"/>
          </p:nvPr>
        </p:nvSpPr>
        <p:spPr bwMode="gray"/>
        <p:txBody>
          <a:bodyPr/>
          <a:lstStyle/>
          <a:p>
            <a:r>
              <a:rPr lang="de-DE" noProof="0"/>
              <a:t>Hier steht der übergeordnete Präsentationstitel (Einfügen → Kopf- und Fußzeile)</a:t>
            </a:r>
          </a:p>
        </p:txBody>
      </p:sp>
      <p:sp>
        <p:nvSpPr>
          <p:cNvPr id="4" name="Slide Number Placeholder 3">
            <a:extLst>
              <a:ext uri="{FF2B5EF4-FFF2-40B4-BE49-F238E27FC236}">
                <a16:creationId xmlns:a16="http://schemas.microsoft.com/office/drawing/2014/main" id="{51B88120-E8B7-C426-477A-56804F99DB5C}"/>
              </a:ext>
            </a:extLst>
          </p:cNvPr>
          <p:cNvSpPr>
            <a:spLocks noGrp="1"/>
          </p:cNvSpPr>
          <p:nvPr>
            <p:ph type="sldNum" sz="quarter" idx="11"/>
          </p:nvPr>
        </p:nvSpPr>
        <p:spPr bwMode="invGray"/>
        <p:txBody>
          <a:bodyPr/>
          <a:lstStyle>
            <a:lvl1pPr>
              <a:defRPr>
                <a:solidFill>
                  <a:schemeClr val="bg1"/>
                </a:solidFill>
              </a:defRPr>
            </a:lvl1pPr>
          </a:lstStyle>
          <a:p>
            <a:fld id="{5438FF58-A5B1-455A-BA0C-D8E0E4C71076}" type="slidenum">
              <a:rPr lang="de-DE" noProof="0" smtClean="0"/>
              <a:pPr/>
              <a:t>‹#›</a:t>
            </a:fld>
            <a:endParaRPr lang="de-DE" noProof="0"/>
          </a:p>
        </p:txBody>
      </p:sp>
      <p:sp>
        <p:nvSpPr>
          <p:cNvPr id="6" name="Text Placeholder 5">
            <a:extLst>
              <a:ext uri="{FF2B5EF4-FFF2-40B4-BE49-F238E27FC236}">
                <a16:creationId xmlns:a16="http://schemas.microsoft.com/office/drawing/2014/main" id="{1437442A-2E2B-60D6-57CD-158E4565F415}"/>
              </a:ext>
            </a:extLst>
          </p:cNvPr>
          <p:cNvSpPr>
            <a:spLocks noGrp="1"/>
          </p:cNvSpPr>
          <p:nvPr>
            <p:ph type="body" sz="quarter" idx="12" hasCustomPrompt="1"/>
          </p:nvPr>
        </p:nvSpPr>
        <p:spPr bwMode="gray">
          <a:xfrm>
            <a:off x="407368" y="1592796"/>
            <a:ext cx="3528045" cy="4644000"/>
          </a:xfrm>
        </p:spPr>
        <p:txBody>
          <a:body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sp>
        <p:nvSpPr>
          <p:cNvPr id="7" name="Text Placeholder 5">
            <a:extLst>
              <a:ext uri="{FF2B5EF4-FFF2-40B4-BE49-F238E27FC236}">
                <a16:creationId xmlns:a16="http://schemas.microsoft.com/office/drawing/2014/main" id="{37B0818A-E3C0-1D55-0E64-308082D2B018}"/>
              </a:ext>
            </a:extLst>
          </p:cNvPr>
          <p:cNvSpPr>
            <a:spLocks noGrp="1"/>
          </p:cNvSpPr>
          <p:nvPr>
            <p:ph type="body" sz="quarter" idx="13" hasCustomPrompt="1"/>
          </p:nvPr>
        </p:nvSpPr>
        <p:spPr bwMode="invGray">
          <a:xfrm>
            <a:off x="4331827" y="1592796"/>
            <a:ext cx="3528000" cy="4644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sp>
        <p:nvSpPr>
          <p:cNvPr id="8" name="Text Placeholder 5">
            <a:extLst>
              <a:ext uri="{FF2B5EF4-FFF2-40B4-BE49-F238E27FC236}">
                <a16:creationId xmlns:a16="http://schemas.microsoft.com/office/drawing/2014/main" id="{A001225D-F57A-2BE4-19C6-E010F5189400}"/>
              </a:ext>
            </a:extLst>
          </p:cNvPr>
          <p:cNvSpPr>
            <a:spLocks noGrp="1"/>
          </p:cNvSpPr>
          <p:nvPr>
            <p:ph type="body" sz="quarter" idx="14" hasCustomPrompt="1"/>
          </p:nvPr>
        </p:nvSpPr>
        <p:spPr bwMode="invGray">
          <a:xfrm>
            <a:off x="8256240" y="1592796"/>
            <a:ext cx="3528000" cy="4644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spTree>
    <p:extLst>
      <p:ext uri="{BB962C8B-B14F-4D97-AF65-F5344CB8AC3E}">
        <p14:creationId xmlns:p14="http://schemas.microsoft.com/office/powerpoint/2010/main" val="12334701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 Titel und Diagramm">
    <p:spTree>
      <p:nvGrpSpPr>
        <p:cNvPr id="1" name=""/>
        <p:cNvGrpSpPr/>
        <p:nvPr/>
      </p:nvGrpSpPr>
      <p:grpSpPr>
        <a:xfrm>
          <a:off x="0" y="0"/>
          <a:ext cx="0" cy="0"/>
          <a:chOff x="0" y="0"/>
          <a:chExt cx="0" cy="0"/>
        </a:xfrm>
      </p:grpSpPr>
      <p:sp>
        <p:nvSpPr>
          <p:cNvPr id="10" name="Chart Placeholder 9">
            <a:extLst>
              <a:ext uri="{FF2B5EF4-FFF2-40B4-BE49-F238E27FC236}">
                <a16:creationId xmlns:a16="http://schemas.microsoft.com/office/drawing/2014/main" id="{68E2BF02-3E71-B4D3-9100-115FCA029DE0}"/>
              </a:ext>
            </a:extLst>
          </p:cNvPr>
          <p:cNvSpPr>
            <a:spLocks noGrp="1"/>
          </p:cNvSpPr>
          <p:nvPr>
            <p:ph type="chart" sz="quarter" idx="16"/>
          </p:nvPr>
        </p:nvSpPr>
        <p:spPr bwMode="gray">
          <a:xfrm>
            <a:off x="407368" y="2384884"/>
            <a:ext cx="11376000" cy="3564000"/>
          </a:xfrm>
        </p:spPr>
        <p:txBody>
          <a:bodyPr tIns="648000" anchor="ctr"/>
          <a:lstStyle>
            <a:lvl1pPr algn="ctr">
              <a:spcBef>
                <a:spcPts val="0"/>
              </a:spcBef>
              <a:defRPr sz="1600" b="0"/>
            </a:lvl1pPr>
          </a:lstStyle>
          <a:p>
            <a:r>
              <a:rPr lang="en-US" noProof="0"/>
              <a:t>Click icon to add chart</a:t>
            </a:r>
            <a:endParaRPr lang="de-DE" noProof="0" dirty="0"/>
          </a:p>
        </p:txBody>
      </p:sp>
      <p:sp>
        <p:nvSpPr>
          <p:cNvPr id="2" name="Title 1">
            <a:extLst>
              <a:ext uri="{FF2B5EF4-FFF2-40B4-BE49-F238E27FC236}">
                <a16:creationId xmlns:a16="http://schemas.microsoft.com/office/drawing/2014/main" id="{8F8572F5-E83A-3E87-215C-6FDF1BCF28E6}"/>
              </a:ext>
            </a:extLst>
          </p:cNvPr>
          <p:cNvSpPr>
            <a:spLocks noGrp="1"/>
          </p:cNvSpPr>
          <p:nvPr>
            <p:ph type="title" hasCustomPrompt="1"/>
          </p:nvPr>
        </p:nvSpPr>
        <p:spPr bwMode="gray">
          <a:xfrm>
            <a:off x="407368" y="224644"/>
            <a:ext cx="10512000" cy="997196"/>
          </a:xfrm>
        </p:spPr>
        <p:txBody>
          <a:bodyPr/>
          <a:lstStyle/>
          <a:p>
            <a:r>
              <a:rPr lang="de-DE" noProof="0"/>
              <a:t>Folientitel durch Klicken bearbeiten </a:t>
            </a:r>
            <a:br>
              <a:rPr lang="de-DE" noProof="0"/>
            </a:br>
            <a:r>
              <a:rPr lang="de-DE" noProof="0"/>
              <a:t>(maximal zweizeilig)</a:t>
            </a:r>
          </a:p>
        </p:txBody>
      </p:sp>
      <p:sp>
        <p:nvSpPr>
          <p:cNvPr id="3" name="Footer Placeholder 2">
            <a:extLst>
              <a:ext uri="{FF2B5EF4-FFF2-40B4-BE49-F238E27FC236}">
                <a16:creationId xmlns:a16="http://schemas.microsoft.com/office/drawing/2014/main" id="{380B7BAE-6840-9842-1720-11CF2479686A}"/>
              </a:ext>
            </a:extLst>
          </p:cNvPr>
          <p:cNvSpPr>
            <a:spLocks noGrp="1"/>
          </p:cNvSpPr>
          <p:nvPr>
            <p:ph type="ftr" sz="quarter" idx="10"/>
          </p:nvPr>
        </p:nvSpPr>
        <p:spPr bwMode="gray"/>
        <p:txBody>
          <a:bodyPr/>
          <a:lstStyle/>
          <a:p>
            <a:r>
              <a:rPr lang="de-DE" noProof="0"/>
              <a:t>Hier steht der übergeordnete Präsentationstitel (Einfügen → Kopf- und Fußzeile)</a:t>
            </a:r>
          </a:p>
        </p:txBody>
      </p:sp>
      <p:sp>
        <p:nvSpPr>
          <p:cNvPr id="4" name="Slide Number Placeholder 3">
            <a:extLst>
              <a:ext uri="{FF2B5EF4-FFF2-40B4-BE49-F238E27FC236}">
                <a16:creationId xmlns:a16="http://schemas.microsoft.com/office/drawing/2014/main" id="{51B88120-E8B7-C426-477A-56804F99DB5C}"/>
              </a:ext>
            </a:extLst>
          </p:cNvPr>
          <p:cNvSpPr>
            <a:spLocks noGrp="1"/>
          </p:cNvSpPr>
          <p:nvPr>
            <p:ph type="sldNum" sz="quarter" idx="11"/>
          </p:nvPr>
        </p:nvSpPr>
        <p:spPr bwMode="gray"/>
        <p:txBody>
          <a:bodyPr/>
          <a:lstStyle/>
          <a:p>
            <a:fld id="{5438FF58-A5B1-455A-BA0C-D8E0E4C71076}" type="slidenum">
              <a:rPr lang="de-DE" noProof="0" smtClean="0"/>
              <a:pPr/>
              <a:t>‹#›</a:t>
            </a:fld>
            <a:endParaRPr lang="de-DE" noProof="0"/>
          </a:p>
        </p:txBody>
      </p:sp>
      <p:sp>
        <p:nvSpPr>
          <p:cNvPr id="7" name="Text Placeholder 10">
            <a:extLst>
              <a:ext uri="{FF2B5EF4-FFF2-40B4-BE49-F238E27FC236}">
                <a16:creationId xmlns:a16="http://schemas.microsoft.com/office/drawing/2014/main" id="{1280BB9E-AC72-3000-B234-C1B92BEA6BD1}"/>
              </a:ext>
            </a:extLst>
          </p:cNvPr>
          <p:cNvSpPr>
            <a:spLocks noGrp="1"/>
          </p:cNvSpPr>
          <p:nvPr>
            <p:ph type="body" sz="quarter" idx="13" hasCustomPrompt="1"/>
          </p:nvPr>
        </p:nvSpPr>
        <p:spPr bwMode="gray">
          <a:xfrm>
            <a:off x="407368" y="1592796"/>
            <a:ext cx="11376000" cy="307777"/>
          </a:xfrm>
        </p:spPr>
        <p:txBody>
          <a:bodyPr wrap="square">
            <a:spAutoFit/>
          </a:bodyPr>
          <a:lstStyle>
            <a:lvl1pPr marL="0" indent="0">
              <a:spcBef>
                <a:spcPts val="0"/>
              </a:spcBef>
              <a:buFont typeface="Skeena" panose="020B0604020202020204" pitchFamily="34" charset="0"/>
              <a:buNone/>
              <a:defRPr sz="2000" b="1">
                <a:solidFill>
                  <a:schemeClr val="tx1"/>
                </a:solidFill>
              </a:defRPr>
            </a:lvl1pPr>
            <a:lvl2pPr marL="0" indent="0">
              <a:spcBef>
                <a:spcPts val="0"/>
              </a:spcBef>
              <a:buFont typeface="Skeena" panose="020B0604020202020204" pitchFamily="34" charset="0"/>
              <a:buNone/>
              <a:defRPr sz="2000" b="1">
                <a:solidFill>
                  <a:schemeClr val="tx1"/>
                </a:solidFill>
              </a:defRPr>
            </a:lvl2pPr>
            <a:lvl3pPr marL="0" indent="0">
              <a:spcBef>
                <a:spcPts val="0"/>
              </a:spcBef>
              <a:buNone/>
              <a:defRPr sz="2000" b="1">
                <a:solidFill>
                  <a:schemeClr val="tx1"/>
                </a:solidFill>
              </a:defRPr>
            </a:lvl3pPr>
            <a:lvl4pPr marL="0" indent="0">
              <a:spcBef>
                <a:spcPts val="0"/>
              </a:spcBef>
              <a:buNone/>
              <a:defRPr sz="2000" b="1">
                <a:solidFill>
                  <a:schemeClr val="tx1"/>
                </a:solidFill>
              </a:defRPr>
            </a:lvl4pPr>
            <a:lvl5pPr marL="0" indent="0">
              <a:spcBef>
                <a:spcPts val="0"/>
              </a:spcBef>
              <a:buNone/>
              <a:defRPr sz="2000" b="1">
                <a:solidFill>
                  <a:schemeClr val="tx1"/>
                </a:solidFill>
              </a:defRPr>
            </a:lvl5pPr>
            <a:lvl6pPr marL="0" indent="0">
              <a:spcBef>
                <a:spcPts val="0"/>
              </a:spcBef>
              <a:buNone/>
              <a:defRPr sz="2000" b="1">
                <a:solidFill>
                  <a:schemeClr val="tx1"/>
                </a:solidFill>
              </a:defRPr>
            </a:lvl6pPr>
            <a:lvl7pPr marL="0" indent="0">
              <a:spcBef>
                <a:spcPts val="0"/>
              </a:spcBef>
              <a:buNone/>
              <a:defRPr sz="2000" b="1">
                <a:solidFill>
                  <a:schemeClr val="tx1"/>
                </a:solidFill>
              </a:defRPr>
            </a:lvl7pPr>
            <a:lvl8pPr marL="0" indent="0">
              <a:spcBef>
                <a:spcPts val="0"/>
              </a:spcBef>
              <a:buNone/>
              <a:defRPr sz="2000" b="1">
                <a:solidFill>
                  <a:schemeClr val="tx1"/>
                </a:solidFill>
              </a:defRPr>
            </a:lvl8pPr>
            <a:lvl9pPr marL="0" indent="0">
              <a:spcBef>
                <a:spcPts val="0"/>
              </a:spcBef>
              <a:buNone/>
              <a:defRPr sz="2000" b="1">
                <a:solidFill>
                  <a:schemeClr val="tx1"/>
                </a:solidFill>
              </a:defRPr>
            </a:lvl9pPr>
          </a:lstStyle>
          <a:p>
            <a:pPr lvl="0"/>
            <a:r>
              <a:rPr lang="de-DE" noProof="0"/>
              <a:t>Diagrammtitel durch Klicken bearbeiten</a:t>
            </a:r>
          </a:p>
        </p:txBody>
      </p:sp>
      <p:sp>
        <p:nvSpPr>
          <p:cNvPr id="8" name="Text Placeholder 10">
            <a:extLst>
              <a:ext uri="{FF2B5EF4-FFF2-40B4-BE49-F238E27FC236}">
                <a16:creationId xmlns:a16="http://schemas.microsoft.com/office/drawing/2014/main" id="{223E0DB9-8137-0846-98A4-7A44669C000F}"/>
              </a:ext>
            </a:extLst>
          </p:cNvPr>
          <p:cNvSpPr>
            <a:spLocks noGrp="1"/>
          </p:cNvSpPr>
          <p:nvPr>
            <p:ph type="body" sz="quarter" idx="14" hasCustomPrompt="1"/>
          </p:nvPr>
        </p:nvSpPr>
        <p:spPr bwMode="gray">
          <a:xfrm>
            <a:off x="407368" y="1975122"/>
            <a:ext cx="11376000" cy="276999"/>
          </a:xfrm>
        </p:spPr>
        <p:txBody>
          <a:bodyPr wrap="square">
            <a:spAutoFit/>
          </a:bodyPr>
          <a:lstStyle>
            <a:lvl1pPr marL="0" indent="0">
              <a:spcBef>
                <a:spcPts val="0"/>
              </a:spcBef>
              <a:buFont typeface="Skeena" panose="020B0604020202020204" pitchFamily="34" charset="0"/>
              <a:buNone/>
              <a:defRPr sz="1800" b="0">
                <a:solidFill>
                  <a:schemeClr val="tx1"/>
                </a:solidFill>
              </a:defRPr>
            </a:lvl1pPr>
            <a:lvl2pPr marL="0" indent="0">
              <a:spcBef>
                <a:spcPts val="0"/>
              </a:spcBef>
              <a:buFont typeface="Skeena" panose="020B0604020202020204" pitchFamily="34" charset="0"/>
              <a:buNone/>
              <a:defRPr sz="1800" b="0">
                <a:solidFill>
                  <a:schemeClr val="tx1"/>
                </a:solidFill>
              </a:defRPr>
            </a:lvl2pPr>
            <a:lvl3pPr marL="0" indent="0">
              <a:spcBef>
                <a:spcPts val="0"/>
              </a:spcBef>
              <a:buNone/>
              <a:defRPr sz="1800" b="0">
                <a:solidFill>
                  <a:schemeClr val="tx1"/>
                </a:solidFill>
              </a:defRPr>
            </a:lvl3pPr>
            <a:lvl4pPr marL="0" indent="0">
              <a:spcBef>
                <a:spcPts val="0"/>
              </a:spcBef>
              <a:buNone/>
              <a:defRPr sz="1800" b="0">
                <a:solidFill>
                  <a:schemeClr val="tx1"/>
                </a:solidFill>
              </a:defRPr>
            </a:lvl4pPr>
            <a:lvl5pPr marL="0" indent="0">
              <a:spcBef>
                <a:spcPts val="0"/>
              </a:spcBef>
              <a:buNone/>
              <a:defRPr sz="1800" b="0">
                <a:solidFill>
                  <a:schemeClr val="tx1"/>
                </a:solidFill>
              </a:defRPr>
            </a:lvl5pPr>
            <a:lvl6pPr marL="0" indent="0">
              <a:spcBef>
                <a:spcPts val="0"/>
              </a:spcBef>
              <a:buNone/>
              <a:defRPr sz="1800" b="0">
                <a:solidFill>
                  <a:schemeClr val="tx1"/>
                </a:solidFill>
              </a:defRPr>
            </a:lvl6pPr>
            <a:lvl7pPr marL="0" indent="0">
              <a:spcBef>
                <a:spcPts val="0"/>
              </a:spcBef>
              <a:buNone/>
              <a:defRPr sz="1800" b="0">
                <a:solidFill>
                  <a:schemeClr val="tx1"/>
                </a:solidFill>
              </a:defRPr>
            </a:lvl7pPr>
            <a:lvl8pPr marL="0" indent="0">
              <a:spcBef>
                <a:spcPts val="0"/>
              </a:spcBef>
              <a:buNone/>
              <a:defRPr sz="1800" b="0">
                <a:solidFill>
                  <a:schemeClr val="tx1"/>
                </a:solidFill>
              </a:defRPr>
            </a:lvl8pPr>
            <a:lvl9pPr marL="0" indent="0">
              <a:spcBef>
                <a:spcPts val="0"/>
              </a:spcBef>
              <a:buNone/>
              <a:defRPr sz="1800" b="0">
                <a:solidFill>
                  <a:schemeClr val="tx1"/>
                </a:solidFill>
              </a:defRPr>
            </a:lvl9pPr>
          </a:lstStyle>
          <a:p>
            <a:pPr lvl="0"/>
            <a:r>
              <a:rPr lang="de-DE" noProof="0"/>
              <a:t>Werteinheit durch Klicken bearbeiten</a:t>
            </a:r>
            <a:endParaRPr lang="de-DE" noProof="0" dirty="0"/>
          </a:p>
        </p:txBody>
      </p:sp>
      <p:sp>
        <p:nvSpPr>
          <p:cNvPr id="9" name="Text Placeholder 10">
            <a:extLst>
              <a:ext uri="{FF2B5EF4-FFF2-40B4-BE49-F238E27FC236}">
                <a16:creationId xmlns:a16="http://schemas.microsoft.com/office/drawing/2014/main" id="{F04793D8-BEC5-A481-5DFB-9D9D90CDC927}"/>
              </a:ext>
            </a:extLst>
          </p:cNvPr>
          <p:cNvSpPr>
            <a:spLocks noGrp="1"/>
          </p:cNvSpPr>
          <p:nvPr>
            <p:ph type="body" sz="quarter" idx="15" hasCustomPrompt="1"/>
          </p:nvPr>
        </p:nvSpPr>
        <p:spPr bwMode="gray">
          <a:xfrm>
            <a:off x="407368" y="6082908"/>
            <a:ext cx="11376000" cy="153888"/>
          </a:xfrm>
        </p:spPr>
        <p:txBody>
          <a:bodyPr wrap="square" anchor="b">
            <a:spAutoFit/>
          </a:bodyPr>
          <a:lstStyle>
            <a:lvl1pPr marL="0" indent="0">
              <a:spcBef>
                <a:spcPts val="0"/>
              </a:spcBef>
              <a:buFont typeface="Skeena" panose="020B0604020202020204" pitchFamily="34" charset="0"/>
              <a:buNone/>
              <a:defRPr sz="1000" b="0">
                <a:solidFill>
                  <a:schemeClr val="tx1"/>
                </a:solidFill>
              </a:defRPr>
            </a:lvl1pPr>
            <a:lvl2pPr marL="0" indent="0">
              <a:spcBef>
                <a:spcPts val="0"/>
              </a:spcBef>
              <a:buFont typeface="Skeena" panose="020B0604020202020204" pitchFamily="34" charset="0"/>
              <a:buNone/>
              <a:defRPr sz="1000" b="0">
                <a:solidFill>
                  <a:schemeClr val="tx1"/>
                </a:solidFill>
              </a:defRPr>
            </a:lvl2pPr>
            <a:lvl3pPr marL="0" indent="0">
              <a:spcBef>
                <a:spcPts val="0"/>
              </a:spcBef>
              <a:buNone/>
              <a:defRPr sz="1000" b="0">
                <a:solidFill>
                  <a:schemeClr val="tx1"/>
                </a:solidFill>
              </a:defRPr>
            </a:lvl3pPr>
            <a:lvl4pPr marL="0" indent="0">
              <a:spcBef>
                <a:spcPts val="0"/>
              </a:spcBef>
              <a:buNone/>
              <a:defRPr sz="1000" b="0">
                <a:solidFill>
                  <a:schemeClr val="tx1"/>
                </a:solidFill>
              </a:defRPr>
            </a:lvl4pPr>
            <a:lvl5pPr marL="0" indent="0">
              <a:spcBef>
                <a:spcPts val="0"/>
              </a:spcBef>
              <a:buNone/>
              <a:defRPr sz="1000" b="0">
                <a:solidFill>
                  <a:schemeClr val="tx1"/>
                </a:solidFill>
              </a:defRPr>
            </a:lvl5pPr>
            <a:lvl6pPr marL="0" indent="0">
              <a:spcBef>
                <a:spcPts val="0"/>
              </a:spcBef>
              <a:buNone/>
              <a:defRPr sz="1000" b="0">
                <a:solidFill>
                  <a:schemeClr val="tx1"/>
                </a:solidFill>
              </a:defRPr>
            </a:lvl6pPr>
            <a:lvl7pPr marL="0" indent="0">
              <a:spcBef>
                <a:spcPts val="0"/>
              </a:spcBef>
              <a:buNone/>
              <a:defRPr sz="1000" b="0">
                <a:solidFill>
                  <a:schemeClr val="tx1"/>
                </a:solidFill>
              </a:defRPr>
            </a:lvl7pPr>
            <a:lvl8pPr marL="0" indent="0">
              <a:spcBef>
                <a:spcPts val="0"/>
              </a:spcBef>
              <a:buNone/>
              <a:defRPr sz="1000" b="0">
                <a:solidFill>
                  <a:schemeClr val="tx1"/>
                </a:solidFill>
              </a:defRPr>
            </a:lvl8pPr>
            <a:lvl9pPr marL="0" indent="0">
              <a:spcBef>
                <a:spcPts val="0"/>
              </a:spcBef>
              <a:buNone/>
              <a:defRPr sz="1000" b="0">
                <a:solidFill>
                  <a:schemeClr val="tx1"/>
                </a:solidFill>
              </a:defRPr>
            </a:lvl9pPr>
          </a:lstStyle>
          <a:p>
            <a:pPr lvl="0"/>
            <a:r>
              <a:rPr lang="de-DE" noProof="0"/>
              <a:t>Fußnote/Quellenangabe durch Klicken bearbeiten</a:t>
            </a:r>
            <a:endParaRPr lang="de-DE" noProof="0" dirty="0"/>
          </a:p>
        </p:txBody>
      </p:sp>
    </p:spTree>
    <p:extLst>
      <p:ext uri="{BB962C8B-B14F-4D97-AF65-F5344CB8AC3E}">
        <p14:creationId xmlns:p14="http://schemas.microsoft.com/office/powerpoint/2010/main" val="13254372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 Titel und zwei Diagramme">
    <p:spTree>
      <p:nvGrpSpPr>
        <p:cNvPr id="1" name=""/>
        <p:cNvGrpSpPr/>
        <p:nvPr/>
      </p:nvGrpSpPr>
      <p:grpSpPr>
        <a:xfrm>
          <a:off x="0" y="0"/>
          <a:ext cx="0" cy="0"/>
          <a:chOff x="0" y="0"/>
          <a:chExt cx="0" cy="0"/>
        </a:xfrm>
      </p:grpSpPr>
      <p:sp>
        <p:nvSpPr>
          <p:cNvPr id="10" name="Chart Placeholder 9">
            <a:extLst>
              <a:ext uri="{FF2B5EF4-FFF2-40B4-BE49-F238E27FC236}">
                <a16:creationId xmlns:a16="http://schemas.microsoft.com/office/drawing/2014/main" id="{68E2BF02-3E71-B4D3-9100-115FCA029DE0}"/>
              </a:ext>
            </a:extLst>
          </p:cNvPr>
          <p:cNvSpPr>
            <a:spLocks noGrp="1"/>
          </p:cNvSpPr>
          <p:nvPr>
            <p:ph type="chart" sz="quarter" idx="16"/>
          </p:nvPr>
        </p:nvSpPr>
        <p:spPr bwMode="gray">
          <a:xfrm>
            <a:off x="407368" y="2384884"/>
            <a:ext cx="5472000" cy="3564000"/>
          </a:xfrm>
        </p:spPr>
        <p:txBody>
          <a:bodyPr tIns="648000" anchor="ctr"/>
          <a:lstStyle>
            <a:lvl1pPr algn="ctr">
              <a:spcBef>
                <a:spcPts val="0"/>
              </a:spcBef>
              <a:defRPr sz="1600" b="0"/>
            </a:lvl1pPr>
          </a:lstStyle>
          <a:p>
            <a:r>
              <a:rPr lang="en-US" noProof="0"/>
              <a:t>Click icon to add chart</a:t>
            </a:r>
            <a:endParaRPr lang="de-DE" noProof="0" dirty="0"/>
          </a:p>
        </p:txBody>
      </p:sp>
      <p:sp>
        <p:nvSpPr>
          <p:cNvPr id="14" name="Chart Placeholder 9">
            <a:extLst>
              <a:ext uri="{FF2B5EF4-FFF2-40B4-BE49-F238E27FC236}">
                <a16:creationId xmlns:a16="http://schemas.microsoft.com/office/drawing/2014/main" id="{3B6BA9E7-0268-DDE7-1A78-D4421DD3388E}"/>
              </a:ext>
            </a:extLst>
          </p:cNvPr>
          <p:cNvSpPr>
            <a:spLocks noGrp="1"/>
          </p:cNvSpPr>
          <p:nvPr>
            <p:ph type="chart" sz="quarter" idx="20"/>
          </p:nvPr>
        </p:nvSpPr>
        <p:spPr bwMode="gray">
          <a:xfrm>
            <a:off x="6312024" y="2384884"/>
            <a:ext cx="5472000" cy="3564000"/>
          </a:xfrm>
        </p:spPr>
        <p:txBody>
          <a:bodyPr tIns="648000" anchor="ctr"/>
          <a:lstStyle>
            <a:lvl1pPr algn="ctr">
              <a:spcBef>
                <a:spcPts val="0"/>
              </a:spcBef>
              <a:defRPr sz="1600" b="0"/>
            </a:lvl1pPr>
          </a:lstStyle>
          <a:p>
            <a:r>
              <a:rPr lang="en-US" noProof="0"/>
              <a:t>Click icon to add chart</a:t>
            </a:r>
            <a:endParaRPr lang="de-DE" noProof="0" dirty="0"/>
          </a:p>
        </p:txBody>
      </p:sp>
      <p:sp>
        <p:nvSpPr>
          <p:cNvPr id="2" name="Title 1">
            <a:extLst>
              <a:ext uri="{FF2B5EF4-FFF2-40B4-BE49-F238E27FC236}">
                <a16:creationId xmlns:a16="http://schemas.microsoft.com/office/drawing/2014/main" id="{8F8572F5-E83A-3E87-215C-6FDF1BCF28E6}"/>
              </a:ext>
            </a:extLst>
          </p:cNvPr>
          <p:cNvSpPr>
            <a:spLocks noGrp="1"/>
          </p:cNvSpPr>
          <p:nvPr>
            <p:ph type="title" hasCustomPrompt="1"/>
          </p:nvPr>
        </p:nvSpPr>
        <p:spPr bwMode="gray">
          <a:xfrm>
            <a:off x="407368" y="224644"/>
            <a:ext cx="10512000" cy="997196"/>
          </a:xfrm>
        </p:spPr>
        <p:txBody>
          <a:bodyPr/>
          <a:lstStyle/>
          <a:p>
            <a:r>
              <a:rPr lang="de-DE" noProof="0"/>
              <a:t>Folientitel durch Klicken bearbeiten </a:t>
            </a:r>
            <a:br>
              <a:rPr lang="de-DE" noProof="0"/>
            </a:br>
            <a:r>
              <a:rPr lang="de-DE" noProof="0"/>
              <a:t>(maximal zweizeilig)</a:t>
            </a:r>
          </a:p>
        </p:txBody>
      </p:sp>
      <p:sp>
        <p:nvSpPr>
          <p:cNvPr id="3" name="Footer Placeholder 2">
            <a:extLst>
              <a:ext uri="{FF2B5EF4-FFF2-40B4-BE49-F238E27FC236}">
                <a16:creationId xmlns:a16="http://schemas.microsoft.com/office/drawing/2014/main" id="{380B7BAE-6840-9842-1720-11CF2479686A}"/>
              </a:ext>
            </a:extLst>
          </p:cNvPr>
          <p:cNvSpPr>
            <a:spLocks noGrp="1"/>
          </p:cNvSpPr>
          <p:nvPr>
            <p:ph type="ftr" sz="quarter" idx="10"/>
          </p:nvPr>
        </p:nvSpPr>
        <p:spPr bwMode="gray"/>
        <p:txBody>
          <a:bodyPr/>
          <a:lstStyle/>
          <a:p>
            <a:r>
              <a:rPr lang="de-DE" noProof="0"/>
              <a:t>Hier steht der übergeordnete Präsentationstitel (Einfügen → Kopf- und Fußzeile)</a:t>
            </a:r>
          </a:p>
        </p:txBody>
      </p:sp>
      <p:sp>
        <p:nvSpPr>
          <p:cNvPr id="4" name="Slide Number Placeholder 3">
            <a:extLst>
              <a:ext uri="{FF2B5EF4-FFF2-40B4-BE49-F238E27FC236}">
                <a16:creationId xmlns:a16="http://schemas.microsoft.com/office/drawing/2014/main" id="{51B88120-E8B7-C426-477A-56804F99DB5C}"/>
              </a:ext>
            </a:extLst>
          </p:cNvPr>
          <p:cNvSpPr>
            <a:spLocks noGrp="1"/>
          </p:cNvSpPr>
          <p:nvPr>
            <p:ph type="sldNum" sz="quarter" idx="11"/>
          </p:nvPr>
        </p:nvSpPr>
        <p:spPr bwMode="gray"/>
        <p:txBody>
          <a:bodyPr/>
          <a:lstStyle/>
          <a:p>
            <a:fld id="{5438FF58-A5B1-455A-BA0C-D8E0E4C71076}" type="slidenum">
              <a:rPr lang="de-DE" noProof="0" smtClean="0"/>
              <a:pPr/>
              <a:t>‹#›</a:t>
            </a:fld>
            <a:endParaRPr lang="de-DE" noProof="0"/>
          </a:p>
        </p:txBody>
      </p:sp>
      <p:sp>
        <p:nvSpPr>
          <p:cNvPr id="7" name="Text Placeholder 10">
            <a:extLst>
              <a:ext uri="{FF2B5EF4-FFF2-40B4-BE49-F238E27FC236}">
                <a16:creationId xmlns:a16="http://schemas.microsoft.com/office/drawing/2014/main" id="{1280BB9E-AC72-3000-B234-C1B92BEA6BD1}"/>
              </a:ext>
            </a:extLst>
          </p:cNvPr>
          <p:cNvSpPr>
            <a:spLocks noGrp="1"/>
          </p:cNvSpPr>
          <p:nvPr>
            <p:ph type="body" sz="quarter" idx="13" hasCustomPrompt="1"/>
          </p:nvPr>
        </p:nvSpPr>
        <p:spPr bwMode="gray">
          <a:xfrm>
            <a:off x="407368" y="1592796"/>
            <a:ext cx="5472000" cy="307777"/>
          </a:xfrm>
        </p:spPr>
        <p:txBody>
          <a:bodyPr wrap="square">
            <a:spAutoFit/>
          </a:bodyPr>
          <a:lstStyle>
            <a:lvl1pPr marL="0" indent="0">
              <a:spcBef>
                <a:spcPts val="0"/>
              </a:spcBef>
              <a:buFont typeface="Skeena" panose="020B0604020202020204" pitchFamily="34" charset="0"/>
              <a:buNone/>
              <a:defRPr sz="2000" b="1">
                <a:solidFill>
                  <a:schemeClr val="tx1"/>
                </a:solidFill>
              </a:defRPr>
            </a:lvl1pPr>
            <a:lvl2pPr marL="0" indent="0">
              <a:spcBef>
                <a:spcPts val="0"/>
              </a:spcBef>
              <a:buFont typeface="Skeena" panose="020B0604020202020204" pitchFamily="34" charset="0"/>
              <a:buNone/>
              <a:defRPr sz="2000" b="1">
                <a:solidFill>
                  <a:schemeClr val="tx1"/>
                </a:solidFill>
              </a:defRPr>
            </a:lvl2pPr>
            <a:lvl3pPr marL="0" indent="0">
              <a:spcBef>
                <a:spcPts val="0"/>
              </a:spcBef>
              <a:buNone/>
              <a:defRPr sz="2000" b="1">
                <a:solidFill>
                  <a:schemeClr val="tx1"/>
                </a:solidFill>
              </a:defRPr>
            </a:lvl3pPr>
            <a:lvl4pPr marL="0" indent="0">
              <a:spcBef>
                <a:spcPts val="0"/>
              </a:spcBef>
              <a:buNone/>
              <a:defRPr sz="2000" b="1">
                <a:solidFill>
                  <a:schemeClr val="tx1"/>
                </a:solidFill>
              </a:defRPr>
            </a:lvl4pPr>
            <a:lvl5pPr marL="0" indent="0">
              <a:spcBef>
                <a:spcPts val="0"/>
              </a:spcBef>
              <a:buNone/>
              <a:defRPr sz="2000" b="1">
                <a:solidFill>
                  <a:schemeClr val="tx1"/>
                </a:solidFill>
              </a:defRPr>
            </a:lvl5pPr>
            <a:lvl6pPr marL="0" indent="0">
              <a:spcBef>
                <a:spcPts val="0"/>
              </a:spcBef>
              <a:buNone/>
              <a:defRPr sz="2000" b="1">
                <a:solidFill>
                  <a:schemeClr val="tx1"/>
                </a:solidFill>
              </a:defRPr>
            </a:lvl6pPr>
            <a:lvl7pPr marL="0" indent="0">
              <a:spcBef>
                <a:spcPts val="0"/>
              </a:spcBef>
              <a:buNone/>
              <a:defRPr sz="2000" b="1">
                <a:solidFill>
                  <a:schemeClr val="tx1"/>
                </a:solidFill>
              </a:defRPr>
            </a:lvl7pPr>
            <a:lvl8pPr marL="0" indent="0">
              <a:spcBef>
                <a:spcPts val="0"/>
              </a:spcBef>
              <a:buNone/>
              <a:defRPr sz="2000" b="1">
                <a:solidFill>
                  <a:schemeClr val="tx1"/>
                </a:solidFill>
              </a:defRPr>
            </a:lvl8pPr>
            <a:lvl9pPr marL="0" indent="0">
              <a:spcBef>
                <a:spcPts val="0"/>
              </a:spcBef>
              <a:buNone/>
              <a:defRPr sz="2000" b="1">
                <a:solidFill>
                  <a:schemeClr val="tx1"/>
                </a:solidFill>
              </a:defRPr>
            </a:lvl9pPr>
          </a:lstStyle>
          <a:p>
            <a:pPr lvl="0"/>
            <a:r>
              <a:rPr lang="de-DE" noProof="0"/>
              <a:t>Diagrammtitel durch Klicken bearbeiten</a:t>
            </a:r>
            <a:endParaRPr lang="de-DE" noProof="0" dirty="0"/>
          </a:p>
        </p:txBody>
      </p:sp>
      <p:sp>
        <p:nvSpPr>
          <p:cNvPr id="8" name="Text Placeholder 10">
            <a:extLst>
              <a:ext uri="{FF2B5EF4-FFF2-40B4-BE49-F238E27FC236}">
                <a16:creationId xmlns:a16="http://schemas.microsoft.com/office/drawing/2014/main" id="{223E0DB9-8137-0846-98A4-7A44669C000F}"/>
              </a:ext>
            </a:extLst>
          </p:cNvPr>
          <p:cNvSpPr>
            <a:spLocks noGrp="1"/>
          </p:cNvSpPr>
          <p:nvPr>
            <p:ph type="body" sz="quarter" idx="14" hasCustomPrompt="1"/>
          </p:nvPr>
        </p:nvSpPr>
        <p:spPr bwMode="gray">
          <a:xfrm>
            <a:off x="407368" y="1975122"/>
            <a:ext cx="5472000" cy="276999"/>
          </a:xfrm>
        </p:spPr>
        <p:txBody>
          <a:bodyPr wrap="square">
            <a:spAutoFit/>
          </a:bodyPr>
          <a:lstStyle>
            <a:lvl1pPr marL="0" indent="0">
              <a:spcBef>
                <a:spcPts val="0"/>
              </a:spcBef>
              <a:buFont typeface="Skeena" panose="020B0604020202020204" pitchFamily="34" charset="0"/>
              <a:buNone/>
              <a:defRPr sz="1800" b="0">
                <a:solidFill>
                  <a:schemeClr val="tx1"/>
                </a:solidFill>
              </a:defRPr>
            </a:lvl1pPr>
            <a:lvl2pPr marL="0" indent="0">
              <a:spcBef>
                <a:spcPts val="0"/>
              </a:spcBef>
              <a:buFont typeface="Skeena" panose="020B0604020202020204" pitchFamily="34" charset="0"/>
              <a:buNone/>
              <a:defRPr sz="1800" b="0">
                <a:solidFill>
                  <a:schemeClr val="tx1"/>
                </a:solidFill>
              </a:defRPr>
            </a:lvl2pPr>
            <a:lvl3pPr marL="0" indent="0">
              <a:spcBef>
                <a:spcPts val="0"/>
              </a:spcBef>
              <a:buNone/>
              <a:defRPr sz="1800" b="0">
                <a:solidFill>
                  <a:schemeClr val="tx1"/>
                </a:solidFill>
              </a:defRPr>
            </a:lvl3pPr>
            <a:lvl4pPr marL="0" indent="0">
              <a:spcBef>
                <a:spcPts val="0"/>
              </a:spcBef>
              <a:buNone/>
              <a:defRPr sz="1800" b="0">
                <a:solidFill>
                  <a:schemeClr val="tx1"/>
                </a:solidFill>
              </a:defRPr>
            </a:lvl4pPr>
            <a:lvl5pPr marL="0" indent="0">
              <a:spcBef>
                <a:spcPts val="0"/>
              </a:spcBef>
              <a:buNone/>
              <a:defRPr sz="1800" b="0">
                <a:solidFill>
                  <a:schemeClr val="tx1"/>
                </a:solidFill>
              </a:defRPr>
            </a:lvl5pPr>
            <a:lvl6pPr marL="0" indent="0">
              <a:spcBef>
                <a:spcPts val="0"/>
              </a:spcBef>
              <a:buNone/>
              <a:defRPr sz="1800" b="0">
                <a:solidFill>
                  <a:schemeClr val="tx1"/>
                </a:solidFill>
              </a:defRPr>
            </a:lvl6pPr>
            <a:lvl7pPr marL="0" indent="0">
              <a:spcBef>
                <a:spcPts val="0"/>
              </a:spcBef>
              <a:buNone/>
              <a:defRPr sz="1800" b="0">
                <a:solidFill>
                  <a:schemeClr val="tx1"/>
                </a:solidFill>
              </a:defRPr>
            </a:lvl7pPr>
            <a:lvl8pPr marL="0" indent="0">
              <a:spcBef>
                <a:spcPts val="0"/>
              </a:spcBef>
              <a:buNone/>
              <a:defRPr sz="1800" b="0">
                <a:solidFill>
                  <a:schemeClr val="tx1"/>
                </a:solidFill>
              </a:defRPr>
            </a:lvl8pPr>
            <a:lvl9pPr marL="0" indent="0">
              <a:spcBef>
                <a:spcPts val="0"/>
              </a:spcBef>
              <a:buNone/>
              <a:defRPr sz="1800" b="0">
                <a:solidFill>
                  <a:schemeClr val="tx1"/>
                </a:solidFill>
              </a:defRPr>
            </a:lvl9pPr>
          </a:lstStyle>
          <a:p>
            <a:pPr lvl="0"/>
            <a:r>
              <a:rPr lang="de-DE" noProof="0" dirty="0"/>
              <a:t>Werteinheit durch Klicken bearbeiten</a:t>
            </a:r>
          </a:p>
        </p:txBody>
      </p:sp>
      <p:sp>
        <p:nvSpPr>
          <p:cNvPr id="9" name="Text Placeholder 10">
            <a:extLst>
              <a:ext uri="{FF2B5EF4-FFF2-40B4-BE49-F238E27FC236}">
                <a16:creationId xmlns:a16="http://schemas.microsoft.com/office/drawing/2014/main" id="{F04793D8-BEC5-A481-5DFB-9D9D90CDC927}"/>
              </a:ext>
            </a:extLst>
          </p:cNvPr>
          <p:cNvSpPr>
            <a:spLocks noGrp="1"/>
          </p:cNvSpPr>
          <p:nvPr>
            <p:ph type="body" sz="quarter" idx="15" hasCustomPrompt="1"/>
          </p:nvPr>
        </p:nvSpPr>
        <p:spPr bwMode="gray">
          <a:xfrm>
            <a:off x="407368" y="6082908"/>
            <a:ext cx="5472000" cy="153888"/>
          </a:xfrm>
        </p:spPr>
        <p:txBody>
          <a:bodyPr wrap="square" anchor="b">
            <a:spAutoFit/>
          </a:bodyPr>
          <a:lstStyle>
            <a:lvl1pPr marL="0" indent="0">
              <a:spcBef>
                <a:spcPts val="0"/>
              </a:spcBef>
              <a:buFont typeface="Skeena" panose="020B0604020202020204" pitchFamily="34" charset="0"/>
              <a:buNone/>
              <a:defRPr sz="1000" b="0">
                <a:solidFill>
                  <a:schemeClr val="tx1"/>
                </a:solidFill>
              </a:defRPr>
            </a:lvl1pPr>
            <a:lvl2pPr marL="0" indent="0">
              <a:spcBef>
                <a:spcPts val="0"/>
              </a:spcBef>
              <a:buFont typeface="Skeena" panose="020B0604020202020204" pitchFamily="34" charset="0"/>
              <a:buNone/>
              <a:defRPr sz="1000" b="0">
                <a:solidFill>
                  <a:schemeClr val="tx1"/>
                </a:solidFill>
              </a:defRPr>
            </a:lvl2pPr>
            <a:lvl3pPr marL="0" indent="0">
              <a:spcBef>
                <a:spcPts val="0"/>
              </a:spcBef>
              <a:buNone/>
              <a:defRPr sz="1000" b="0">
                <a:solidFill>
                  <a:schemeClr val="tx1"/>
                </a:solidFill>
              </a:defRPr>
            </a:lvl3pPr>
            <a:lvl4pPr marL="0" indent="0">
              <a:spcBef>
                <a:spcPts val="0"/>
              </a:spcBef>
              <a:buNone/>
              <a:defRPr sz="1000" b="0">
                <a:solidFill>
                  <a:schemeClr val="tx1"/>
                </a:solidFill>
              </a:defRPr>
            </a:lvl4pPr>
            <a:lvl5pPr marL="0" indent="0">
              <a:spcBef>
                <a:spcPts val="0"/>
              </a:spcBef>
              <a:buNone/>
              <a:defRPr sz="1000" b="0">
                <a:solidFill>
                  <a:schemeClr val="tx1"/>
                </a:solidFill>
              </a:defRPr>
            </a:lvl5pPr>
            <a:lvl6pPr marL="0" indent="0">
              <a:spcBef>
                <a:spcPts val="0"/>
              </a:spcBef>
              <a:buNone/>
              <a:defRPr sz="1000" b="0">
                <a:solidFill>
                  <a:schemeClr val="tx1"/>
                </a:solidFill>
              </a:defRPr>
            </a:lvl6pPr>
            <a:lvl7pPr marL="0" indent="0">
              <a:spcBef>
                <a:spcPts val="0"/>
              </a:spcBef>
              <a:buNone/>
              <a:defRPr sz="1000" b="0">
                <a:solidFill>
                  <a:schemeClr val="tx1"/>
                </a:solidFill>
              </a:defRPr>
            </a:lvl7pPr>
            <a:lvl8pPr marL="0" indent="0">
              <a:spcBef>
                <a:spcPts val="0"/>
              </a:spcBef>
              <a:buNone/>
              <a:defRPr sz="1000" b="0">
                <a:solidFill>
                  <a:schemeClr val="tx1"/>
                </a:solidFill>
              </a:defRPr>
            </a:lvl8pPr>
            <a:lvl9pPr marL="0" indent="0">
              <a:spcBef>
                <a:spcPts val="0"/>
              </a:spcBef>
              <a:buNone/>
              <a:defRPr sz="1000" b="0">
                <a:solidFill>
                  <a:schemeClr val="tx1"/>
                </a:solidFill>
              </a:defRPr>
            </a:lvl9pPr>
          </a:lstStyle>
          <a:p>
            <a:pPr lvl="0"/>
            <a:r>
              <a:rPr lang="de-DE" noProof="0"/>
              <a:t>Fußnote/Quellenangabe durch Klicken bearbeiten</a:t>
            </a:r>
          </a:p>
        </p:txBody>
      </p:sp>
      <p:sp>
        <p:nvSpPr>
          <p:cNvPr id="11" name="Text Placeholder 10">
            <a:extLst>
              <a:ext uri="{FF2B5EF4-FFF2-40B4-BE49-F238E27FC236}">
                <a16:creationId xmlns:a16="http://schemas.microsoft.com/office/drawing/2014/main" id="{2FFAF3E6-0CA2-E2D4-5C5D-FF9ACFB418B2}"/>
              </a:ext>
            </a:extLst>
          </p:cNvPr>
          <p:cNvSpPr>
            <a:spLocks noGrp="1"/>
          </p:cNvSpPr>
          <p:nvPr>
            <p:ph type="body" sz="quarter" idx="17" hasCustomPrompt="1"/>
          </p:nvPr>
        </p:nvSpPr>
        <p:spPr bwMode="gray">
          <a:xfrm>
            <a:off x="6312024" y="1592796"/>
            <a:ext cx="5472000" cy="307777"/>
          </a:xfrm>
        </p:spPr>
        <p:txBody>
          <a:bodyPr wrap="square">
            <a:spAutoFit/>
          </a:bodyPr>
          <a:lstStyle>
            <a:lvl1pPr marL="0" indent="0">
              <a:spcBef>
                <a:spcPts val="0"/>
              </a:spcBef>
              <a:buFont typeface="Skeena" panose="020B0604020202020204" pitchFamily="34" charset="0"/>
              <a:buNone/>
              <a:defRPr sz="2000" b="1">
                <a:solidFill>
                  <a:schemeClr val="tx1"/>
                </a:solidFill>
              </a:defRPr>
            </a:lvl1pPr>
            <a:lvl2pPr marL="0" indent="0">
              <a:spcBef>
                <a:spcPts val="0"/>
              </a:spcBef>
              <a:buFont typeface="Skeena" panose="020B0604020202020204" pitchFamily="34" charset="0"/>
              <a:buNone/>
              <a:defRPr sz="2000" b="1">
                <a:solidFill>
                  <a:schemeClr val="tx1"/>
                </a:solidFill>
              </a:defRPr>
            </a:lvl2pPr>
            <a:lvl3pPr marL="0" indent="0">
              <a:spcBef>
                <a:spcPts val="0"/>
              </a:spcBef>
              <a:buNone/>
              <a:defRPr sz="2000" b="1">
                <a:solidFill>
                  <a:schemeClr val="tx1"/>
                </a:solidFill>
              </a:defRPr>
            </a:lvl3pPr>
            <a:lvl4pPr marL="0" indent="0">
              <a:spcBef>
                <a:spcPts val="0"/>
              </a:spcBef>
              <a:buNone/>
              <a:defRPr sz="2000" b="1">
                <a:solidFill>
                  <a:schemeClr val="tx1"/>
                </a:solidFill>
              </a:defRPr>
            </a:lvl4pPr>
            <a:lvl5pPr marL="0" indent="0">
              <a:spcBef>
                <a:spcPts val="0"/>
              </a:spcBef>
              <a:buNone/>
              <a:defRPr sz="2000" b="1">
                <a:solidFill>
                  <a:schemeClr val="tx1"/>
                </a:solidFill>
              </a:defRPr>
            </a:lvl5pPr>
            <a:lvl6pPr marL="0" indent="0">
              <a:spcBef>
                <a:spcPts val="0"/>
              </a:spcBef>
              <a:buNone/>
              <a:defRPr sz="2000" b="1">
                <a:solidFill>
                  <a:schemeClr val="tx1"/>
                </a:solidFill>
              </a:defRPr>
            </a:lvl6pPr>
            <a:lvl7pPr marL="0" indent="0">
              <a:spcBef>
                <a:spcPts val="0"/>
              </a:spcBef>
              <a:buNone/>
              <a:defRPr sz="2000" b="1">
                <a:solidFill>
                  <a:schemeClr val="tx1"/>
                </a:solidFill>
              </a:defRPr>
            </a:lvl7pPr>
            <a:lvl8pPr marL="0" indent="0">
              <a:spcBef>
                <a:spcPts val="0"/>
              </a:spcBef>
              <a:buNone/>
              <a:defRPr sz="2000" b="1">
                <a:solidFill>
                  <a:schemeClr val="tx1"/>
                </a:solidFill>
              </a:defRPr>
            </a:lvl8pPr>
            <a:lvl9pPr marL="0" indent="0">
              <a:spcBef>
                <a:spcPts val="0"/>
              </a:spcBef>
              <a:buNone/>
              <a:defRPr sz="2000" b="1">
                <a:solidFill>
                  <a:schemeClr val="tx1"/>
                </a:solidFill>
              </a:defRPr>
            </a:lvl9pPr>
          </a:lstStyle>
          <a:p>
            <a:pPr lvl="0"/>
            <a:r>
              <a:rPr lang="de-DE" noProof="0"/>
              <a:t>Diagrammtitel durch Klicken bearbeiten</a:t>
            </a:r>
          </a:p>
        </p:txBody>
      </p:sp>
      <p:sp>
        <p:nvSpPr>
          <p:cNvPr id="12" name="Text Placeholder 10">
            <a:extLst>
              <a:ext uri="{FF2B5EF4-FFF2-40B4-BE49-F238E27FC236}">
                <a16:creationId xmlns:a16="http://schemas.microsoft.com/office/drawing/2014/main" id="{6FE1FF6C-9788-8F66-12C0-AF4F2BD68E45}"/>
              </a:ext>
            </a:extLst>
          </p:cNvPr>
          <p:cNvSpPr>
            <a:spLocks noGrp="1"/>
          </p:cNvSpPr>
          <p:nvPr>
            <p:ph type="body" sz="quarter" idx="18" hasCustomPrompt="1"/>
          </p:nvPr>
        </p:nvSpPr>
        <p:spPr bwMode="gray">
          <a:xfrm>
            <a:off x="6312024" y="1975122"/>
            <a:ext cx="5472000" cy="276999"/>
          </a:xfrm>
        </p:spPr>
        <p:txBody>
          <a:bodyPr wrap="square">
            <a:spAutoFit/>
          </a:bodyPr>
          <a:lstStyle>
            <a:lvl1pPr marL="0" indent="0">
              <a:spcBef>
                <a:spcPts val="0"/>
              </a:spcBef>
              <a:buFont typeface="Skeena" panose="020B0604020202020204" pitchFamily="34" charset="0"/>
              <a:buNone/>
              <a:defRPr sz="1800" b="0">
                <a:solidFill>
                  <a:schemeClr val="tx1"/>
                </a:solidFill>
              </a:defRPr>
            </a:lvl1pPr>
            <a:lvl2pPr marL="0" indent="0">
              <a:spcBef>
                <a:spcPts val="0"/>
              </a:spcBef>
              <a:buFont typeface="Skeena" panose="020B0604020202020204" pitchFamily="34" charset="0"/>
              <a:buNone/>
              <a:defRPr sz="1800" b="0">
                <a:solidFill>
                  <a:schemeClr val="tx1"/>
                </a:solidFill>
              </a:defRPr>
            </a:lvl2pPr>
            <a:lvl3pPr marL="0" indent="0">
              <a:spcBef>
                <a:spcPts val="0"/>
              </a:spcBef>
              <a:buNone/>
              <a:defRPr sz="1800" b="0">
                <a:solidFill>
                  <a:schemeClr val="tx1"/>
                </a:solidFill>
              </a:defRPr>
            </a:lvl3pPr>
            <a:lvl4pPr marL="0" indent="0">
              <a:spcBef>
                <a:spcPts val="0"/>
              </a:spcBef>
              <a:buNone/>
              <a:defRPr sz="1800" b="0">
                <a:solidFill>
                  <a:schemeClr val="tx1"/>
                </a:solidFill>
              </a:defRPr>
            </a:lvl4pPr>
            <a:lvl5pPr marL="0" indent="0">
              <a:spcBef>
                <a:spcPts val="0"/>
              </a:spcBef>
              <a:buNone/>
              <a:defRPr sz="1800" b="0">
                <a:solidFill>
                  <a:schemeClr val="tx1"/>
                </a:solidFill>
              </a:defRPr>
            </a:lvl5pPr>
            <a:lvl6pPr marL="0" indent="0">
              <a:spcBef>
                <a:spcPts val="0"/>
              </a:spcBef>
              <a:buNone/>
              <a:defRPr sz="1800" b="0">
                <a:solidFill>
                  <a:schemeClr val="tx1"/>
                </a:solidFill>
              </a:defRPr>
            </a:lvl6pPr>
            <a:lvl7pPr marL="0" indent="0">
              <a:spcBef>
                <a:spcPts val="0"/>
              </a:spcBef>
              <a:buNone/>
              <a:defRPr sz="1800" b="0">
                <a:solidFill>
                  <a:schemeClr val="tx1"/>
                </a:solidFill>
              </a:defRPr>
            </a:lvl7pPr>
            <a:lvl8pPr marL="0" indent="0">
              <a:spcBef>
                <a:spcPts val="0"/>
              </a:spcBef>
              <a:buNone/>
              <a:defRPr sz="1800" b="0">
                <a:solidFill>
                  <a:schemeClr val="tx1"/>
                </a:solidFill>
              </a:defRPr>
            </a:lvl8pPr>
            <a:lvl9pPr marL="0" indent="0">
              <a:spcBef>
                <a:spcPts val="0"/>
              </a:spcBef>
              <a:buNone/>
              <a:defRPr sz="1800" b="0">
                <a:solidFill>
                  <a:schemeClr val="tx1"/>
                </a:solidFill>
              </a:defRPr>
            </a:lvl9pPr>
          </a:lstStyle>
          <a:p>
            <a:pPr lvl="0"/>
            <a:r>
              <a:rPr lang="de-DE" noProof="0"/>
              <a:t>Werteinheit durch Klicken bearbeiten</a:t>
            </a:r>
          </a:p>
        </p:txBody>
      </p:sp>
      <p:sp>
        <p:nvSpPr>
          <p:cNvPr id="13" name="Text Placeholder 10">
            <a:extLst>
              <a:ext uri="{FF2B5EF4-FFF2-40B4-BE49-F238E27FC236}">
                <a16:creationId xmlns:a16="http://schemas.microsoft.com/office/drawing/2014/main" id="{9E701A8C-48E4-09D5-C05A-588B4E43CB14}"/>
              </a:ext>
            </a:extLst>
          </p:cNvPr>
          <p:cNvSpPr>
            <a:spLocks noGrp="1"/>
          </p:cNvSpPr>
          <p:nvPr>
            <p:ph type="body" sz="quarter" idx="19" hasCustomPrompt="1"/>
          </p:nvPr>
        </p:nvSpPr>
        <p:spPr bwMode="gray">
          <a:xfrm>
            <a:off x="6312024" y="6082908"/>
            <a:ext cx="5472000" cy="153888"/>
          </a:xfrm>
        </p:spPr>
        <p:txBody>
          <a:bodyPr wrap="square" anchor="b">
            <a:spAutoFit/>
          </a:bodyPr>
          <a:lstStyle>
            <a:lvl1pPr marL="0" indent="0">
              <a:spcBef>
                <a:spcPts val="0"/>
              </a:spcBef>
              <a:buFont typeface="Skeena" panose="020B0604020202020204" pitchFamily="34" charset="0"/>
              <a:buNone/>
              <a:defRPr sz="1000" b="0">
                <a:solidFill>
                  <a:schemeClr val="tx1"/>
                </a:solidFill>
              </a:defRPr>
            </a:lvl1pPr>
            <a:lvl2pPr marL="0" indent="0">
              <a:spcBef>
                <a:spcPts val="0"/>
              </a:spcBef>
              <a:buFont typeface="Skeena" panose="020B0604020202020204" pitchFamily="34" charset="0"/>
              <a:buNone/>
              <a:defRPr sz="1000" b="0">
                <a:solidFill>
                  <a:schemeClr val="tx1"/>
                </a:solidFill>
              </a:defRPr>
            </a:lvl2pPr>
            <a:lvl3pPr marL="0" indent="0">
              <a:spcBef>
                <a:spcPts val="0"/>
              </a:spcBef>
              <a:buNone/>
              <a:defRPr sz="1000" b="0">
                <a:solidFill>
                  <a:schemeClr val="tx1"/>
                </a:solidFill>
              </a:defRPr>
            </a:lvl3pPr>
            <a:lvl4pPr marL="0" indent="0">
              <a:spcBef>
                <a:spcPts val="0"/>
              </a:spcBef>
              <a:buNone/>
              <a:defRPr sz="1000" b="0">
                <a:solidFill>
                  <a:schemeClr val="tx1"/>
                </a:solidFill>
              </a:defRPr>
            </a:lvl4pPr>
            <a:lvl5pPr marL="0" indent="0">
              <a:spcBef>
                <a:spcPts val="0"/>
              </a:spcBef>
              <a:buNone/>
              <a:defRPr sz="1000" b="0">
                <a:solidFill>
                  <a:schemeClr val="tx1"/>
                </a:solidFill>
              </a:defRPr>
            </a:lvl5pPr>
            <a:lvl6pPr marL="0" indent="0">
              <a:spcBef>
                <a:spcPts val="0"/>
              </a:spcBef>
              <a:buNone/>
              <a:defRPr sz="1000" b="0">
                <a:solidFill>
                  <a:schemeClr val="tx1"/>
                </a:solidFill>
              </a:defRPr>
            </a:lvl6pPr>
            <a:lvl7pPr marL="0" indent="0">
              <a:spcBef>
                <a:spcPts val="0"/>
              </a:spcBef>
              <a:buNone/>
              <a:defRPr sz="1000" b="0">
                <a:solidFill>
                  <a:schemeClr val="tx1"/>
                </a:solidFill>
              </a:defRPr>
            </a:lvl7pPr>
            <a:lvl8pPr marL="0" indent="0">
              <a:spcBef>
                <a:spcPts val="0"/>
              </a:spcBef>
              <a:buNone/>
              <a:defRPr sz="1000" b="0">
                <a:solidFill>
                  <a:schemeClr val="tx1"/>
                </a:solidFill>
              </a:defRPr>
            </a:lvl8pPr>
            <a:lvl9pPr marL="0" indent="0">
              <a:spcBef>
                <a:spcPts val="0"/>
              </a:spcBef>
              <a:buNone/>
              <a:defRPr sz="1000" b="0">
                <a:solidFill>
                  <a:schemeClr val="tx1"/>
                </a:solidFill>
              </a:defRPr>
            </a:lvl9pPr>
          </a:lstStyle>
          <a:p>
            <a:pPr lvl="0"/>
            <a:r>
              <a:rPr lang="de-DE" noProof="0"/>
              <a:t>Fußnote/Quellenangabe durch Klicken bearbeiten</a:t>
            </a:r>
            <a:endParaRPr lang="de-DE" noProof="0" dirty="0"/>
          </a:p>
        </p:txBody>
      </p:sp>
    </p:spTree>
    <p:extLst>
      <p:ext uri="{BB962C8B-B14F-4D97-AF65-F5344CB8AC3E}">
        <p14:creationId xmlns:p14="http://schemas.microsoft.com/office/powerpoint/2010/main" val="227377421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 Titel, Text und Diagramm (rechts)">
    <p:spTree>
      <p:nvGrpSpPr>
        <p:cNvPr id="1" name=""/>
        <p:cNvGrpSpPr/>
        <p:nvPr/>
      </p:nvGrpSpPr>
      <p:grpSpPr>
        <a:xfrm>
          <a:off x="0" y="0"/>
          <a:ext cx="0" cy="0"/>
          <a:chOff x="0" y="0"/>
          <a:chExt cx="0" cy="0"/>
        </a:xfrm>
      </p:grpSpPr>
      <p:sp>
        <p:nvSpPr>
          <p:cNvPr id="10" name="Chart Placeholder 9">
            <a:extLst>
              <a:ext uri="{FF2B5EF4-FFF2-40B4-BE49-F238E27FC236}">
                <a16:creationId xmlns:a16="http://schemas.microsoft.com/office/drawing/2014/main" id="{68E2BF02-3E71-B4D3-9100-115FCA029DE0}"/>
              </a:ext>
            </a:extLst>
          </p:cNvPr>
          <p:cNvSpPr>
            <a:spLocks noGrp="1"/>
          </p:cNvSpPr>
          <p:nvPr>
            <p:ph type="chart" sz="quarter" idx="16"/>
          </p:nvPr>
        </p:nvSpPr>
        <p:spPr bwMode="gray">
          <a:xfrm>
            <a:off x="6312024" y="2384884"/>
            <a:ext cx="5472000" cy="3564000"/>
          </a:xfrm>
        </p:spPr>
        <p:txBody>
          <a:bodyPr tIns="648000" anchor="ctr"/>
          <a:lstStyle>
            <a:lvl1pPr algn="ctr">
              <a:spcBef>
                <a:spcPts val="0"/>
              </a:spcBef>
              <a:defRPr sz="1600" b="0"/>
            </a:lvl1pPr>
          </a:lstStyle>
          <a:p>
            <a:r>
              <a:rPr lang="en-US" noProof="0"/>
              <a:t>Click icon to add chart</a:t>
            </a:r>
            <a:endParaRPr lang="de-DE" noProof="0" dirty="0"/>
          </a:p>
        </p:txBody>
      </p:sp>
      <p:sp>
        <p:nvSpPr>
          <p:cNvPr id="2" name="Title 1">
            <a:extLst>
              <a:ext uri="{FF2B5EF4-FFF2-40B4-BE49-F238E27FC236}">
                <a16:creationId xmlns:a16="http://schemas.microsoft.com/office/drawing/2014/main" id="{8F8572F5-E83A-3E87-215C-6FDF1BCF28E6}"/>
              </a:ext>
            </a:extLst>
          </p:cNvPr>
          <p:cNvSpPr>
            <a:spLocks noGrp="1"/>
          </p:cNvSpPr>
          <p:nvPr>
            <p:ph type="title" hasCustomPrompt="1"/>
          </p:nvPr>
        </p:nvSpPr>
        <p:spPr bwMode="gray"/>
        <p:txBody>
          <a:bodyPr/>
          <a:lstStyle/>
          <a:p>
            <a:r>
              <a:rPr lang="de-DE" noProof="0"/>
              <a:t>Folientitel durch Klicken bearbeiten </a:t>
            </a:r>
            <a:br>
              <a:rPr lang="de-DE" noProof="0"/>
            </a:br>
            <a:r>
              <a:rPr lang="de-DE" noProof="0"/>
              <a:t>(maximal zweizeilig)</a:t>
            </a:r>
          </a:p>
        </p:txBody>
      </p:sp>
      <p:sp>
        <p:nvSpPr>
          <p:cNvPr id="3" name="Footer Placeholder 2">
            <a:extLst>
              <a:ext uri="{FF2B5EF4-FFF2-40B4-BE49-F238E27FC236}">
                <a16:creationId xmlns:a16="http://schemas.microsoft.com/office/drawing/2014/main" id="{380B7BAE-6840-9842-1720-11CF2479686A}"/>
              </a:ext>
            </a:extLst>
          </p:cNvPr>
          <p:cNvSpPr>
            <a:spLocks noGrp="1"/>
          </p:cNvSpPr>
          <p:nvPr>
            <p:ph type="ftr" sz="quarter" idx="10"/>
          </p:nvPr>
        </p:nvSpPr>
        <p:spPr bwMode="gray"/>
        <p:txBody>
          <a:bodyPr/>
          <a:lstStyle/>
          <a:p>
            <a:r>
              <a:rPr lang="de-DE" noProof="0"/>
              <a:t>Hier steht der übergeordnete Präsentationstitel (Einfügen → Kopf- und Fußzeile)</a:t>
            </a:r>
          </a:p>
        </p:txBody>
      </p:sp>
      <p:sp>
        <p:nvSpPr>
          <p:cNvPr id="4" name="Slide Number Placeholder 3">
            <a:extLst>
              <a:ext uri="{FF2B5EF4-FFF2-40B4-BE49-F238E27FC236}">
                <a16:creationId xmlns:a16="http://schemas.microsoft.com/office/drawing/2014/main" id="{51B88120-E8B7-C426-477A-56804F99DB5C}"/>
              </a:ext>
            </a:extLst>
          </p:cNvPr>
          <p:cNvSpPr>
            <a:spLocks noGrp="1"/>
          </p:cNvSpPr>
          <p:nvPr>
            <p:ph type="sldNum" sz="quarter" idx="11"/>
          </p:nvPr>
        </p:nvSpPr>
        <p:spPr bwMode="gray"/>
        <p:txBody>
          <a:bodyPr/>
          <a:lstStyle/>
          <a:p>
            <a:fld id="{5438FF58-A5B1-455A-BA0C-D8E0E4C71076}" type="slidenum">
              <a:rPr lang="de-DE" noProof="0" smtClean="0"/>
              <a:pPr/>
              <a:t>‹#›</a:t>
            </a:fld>
            <a:endParaRPr lang="de-DE" noProof="0"/>
          </a:p>
        </p:txBody>
      </p:sp>
      <p:sp>
        <p:nvSpPr>
          <p:cNvPr id="6" name="Text Placeholder 5">
            <a:extLst>
              <a:ext uri="{FF2B5EF4-FFF2-40B4-BE49-F238E27FC236}">
                <a16:creationId xmlns:a16="http://schemas.microsoft.com/office/drawing/2014/main" id="{1437442A-2E2B-60D6-57CD-158E4565F415}"/>
              </a:ext>
            </a:extLst>
          </p:cNvPr>
          <p:cNvSpPr>
            <a:spLocks noGrp="1"/>
          </p:cNvSpPr>
          <p:nvPr>
            <p:ph type="body" sz="quarter" idx="12" hasCustomPrompt="1"/>
          </p:nvPr>
        </p:nvSpPr>
        <p:spPr bwMode="gray">
          <a:xfrm>
            <a:off x="407368" y="1592796"/>
            <a:ext cx="5472732" cy="4644000"/>
          </a:xfrm>
        </p:spPr>
        <p:txBody>
          <a:body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sp>
        <p:nvSpPr>
          <p:cNvPr id="7" name="Text Placeholder 10">
            <a:extLst>
              <a:ext uri="{FF2B5EF4-FFF2-40B4-BE49-F238E27FC236}">
                <a16:creationId xmlns:a16="http://schemas.microsoft.com/office/drawing/2014/main" id="{1280BB9E-AC72-3000-B234-C1B92BEA6BD1}"/>
              </a:ext>
            </a:extLst>
          </p:cNvPr>
          <p:cNvSpPr>
            <a:spLocks noGrp="1"/>
          </p:cNvSpPr>
          <p:nvPr>
            <p:ph type="body" sz="quarter" idx="13" hasCustomPrompt="1"/>
          </p:nvPr>
        </p:nvSpPr>
        <p:spPr bwMode="gray">
          <a:xfrm>
            <a:off x="6312024" y="1592796"/>
            <a:ext cx="5472000" cy="307777"/>
          </a:xfrm>
        </p:spPr>
        <p:txBody>
          <a:bodyPr wrap="square">
            <a:spAutoFit/>
          </a:bodyPr>
          <a:lstStyle>
            <a:lvl1pPr marL="0" indent="0">
              <a:spcBef>
                <a:spcPts val="0"/>
              </a:spcBef>
              <a:buFont typeface="Skeena" panose="020B0604020202020204" pitchFamily="34" charset="0"/>
              <a:buNone/>
              <a:defRPr sz="2000" b="1">
                <a:solidFill>
                  <a:schemeClr val="tx1"/>
                </a:solidFill>
              </a:defRPr>
            </a:lvl1pPr>
            <a:lvl2pPr marL="0" indent="0">
              <a:spcBef>
                <a:spcPts val="0"/>
              </a:spcBef>
              <a:buFont typeface="Skeena" panose="020B0604020202020204" pitchFamily="34" charset="0"/>
              <a:buNone/>
              <a:defRPr sz="2000" b="1">
                <a:solidFill>
                  <a:schemeClr val="tx1"/>
                </a:solidFill>
              </a:defRPr>
            </a:lvl2pPr>
            <a:lvl3pPr marL="0" indent="0">
              <a:spcBef>
                <a:spcPts val="0"/>
              </a:spcBef>
              <a:buNone/>
              <a:defRPr sz="2000" b="1">
                <a:solidFill>
                  <a:schemeClr val="tx1"/>
                </a:solidFill>
              </a:defRPr>
            </a:lvl3pPr>
            <a:lvl4pPr marL="0" indent="0">
              <a:spcBef>
                <a:spcPts val="0"/>
              </a:spcBef>
              <a:buNone/>
              <a:defRPr sz="2000" b="1">
                <a:solidFill>
                  <a:schemeClr val="tx1"/>
                </a:solidFill>
              </a:defRPr>
            </a:lvl4pPr>
            <a:lvl5pPr marL="0" indent="0">
              <a:spcBef>
                <a:spcPts val="0"/>
              </a:spcBef>
              <a:buNone/>
              <a:defRPr sz="2000" b="1">
                <a:solidFill>
                  <a:schemeClr val="tx1"/>
                </a:solidFill>
              </a:defRPr>
            </a:lvl5pPr>
            <a:lvl6pPr marL="0" indent="0">
              <a:spcBef>
                <a:spcPts val="0"/>
              </a:spcBef>
              <a:buNone/>
              <a:defRPr sz="2000" b="1">
                <a:solidFill>
                  <a:schemeClr val="tx1"/>
                </a:solidFill>
              </a:defRPr>
            </a:lvl6pPr>
            <a:lvl7pPr marL="0" indent="0">
              <a:spcBef>
                <a:spcPts val="0"/>
              </a:spcBef>
              <a:buNone/>
              <a:defRPr sz="2000" b="1">
                <a:solidFill>
                  <a:schemeClr val="tx1"/>
                </a:solidFill>
              </a:defRPr>
            </a:lvl7pPr>
            <a:lvl8pPr marL="0" indent="0">
              <a:spcBef>
                <a:spcPts val="0"/>
              </a:spcBef>
              <a:buNone/>
              <a:defRPr sz="2000" b="1">
                <a:solidFill>
                  <a:schemeClr val="tx1"/>
                </a:solidFill>
              </a:defRPr>
            </a:lvl8pPr>
            <a:lvl9pPr marL="0" indent="0">
              <a:spcBef>
                <a:spcPts val="0"/>
              </a:spcBef>
              <a:buNone/>
              <a:defRPr sz="2000" b="1">
                <a:solidFill>
                  <a:schemeClr val="tx1"/>
                </a:solidFill>
              </a:defRPr>
            </a:lvl9pPr>
          </a:lstStyle>
          <a:p>
            <a:pPr lvl="0"/>
            <a:r>
              <a:rPr lang="de-DE" noProof="0"/>
              <a:t>Diagrammtitel durch Klicken bearbeiten</a:t>
            </a:r>
          </a:p>
        </p:txBody>
      </p:sp>
      <p:sp>
        <p:nvSpPr>
          <p:cNvPr id="8" name="Text Placeholder 10">
            <a:extLst>
              <a:ext uri="{FF2B5EF4-FFF2-40B4-BE49-F238E27FC236}">
                <a16:creationId xmlns:a16="http://schemas.microsoft.com/office/drawing/2014/main" id="{223E0DB9-8137-0846-98A4-7A44669C000F}"/>
              </a:ext>
            </a:extLst>
          </p:cNvPr>
          <p:cNvSpPr>
            <a:spLocks noGrp="1"/>
          </p:cNvSpPr>
          <p:nvPr>
            <p:ph type="body" sz="quarter" idx="14" hasCustomPrompt="1"/>
          </p:nvPr>
        </p:nvSpPr>
        <p:spPr bwMode="gray">
          <a:xfrm>
            <a:off x="6312024" y="1975122"/>
            <a:ext cx="5472000" cy="276999"/>
          </a:xfrm>
        </p:spPr>
        <p:txBody>
          <a:bodyPr wrap="square">
            <a:spAutoFit/>
          </a:bodyPr>
          <a:lstStyle>
            <a:lvl1pPr marL="0" indent="0">
              <a:spcBef>
                <a:spcPts val="0"/>
              </a:spcBef>
              <a:buFont typeface="Skeena" panose="020B0604020202020204" pitchFamily="34" charset="0"/>
              <a:buNone/>
              <a:defRPr sz="1800" b="0">
                <a:solidFill>
                  <a:schemeClr val="tx1"/>
                </a:solidFill>
              </a:defRPr>
            </a:lvl1pPr>
            <a:lvl2pPr marL="0" indent="0">
              <a:spcBef>
                <a:spcPts val="0"/>
              </a:spcBef>
              <a:buFont typeface="Skeena" panose="020B0604020202020204" pitchFamily="34" charset="0"/>
              <a:buNone/>
              <a:defRPr sz="1800" b="0">
                <a:solidFill>
                  <a:schemeClr val="tx1"/>
                </a:solidFill>
              </a:defRPr>
            </a:lvl2pPr>
            <a:lvl3pPr marL="0" indent="0">
              <a:spcBef>
                <a:spcPts val="0"/>
              </a:spcBef>
              <a:buNone/>
              <a:defRPr sz="1800" b="0">
                <a:solidFill>
                  <a:schemeClr val="tx1"/>
                </a:solidFill>
              </a:defRPr>
            </a:lvl3pPr>
            <a:lvl4pPr marL="0" indent="0">
              <a:spcBef>
                <a:spcPts val="0"/>
              </a:spcBef>
              <a:buNone/>
              <a:defRPr sz="1800" b="0">
                <a:solidFill>
                  <a:schemeClr val="tx1"/>
                </a:solidFill>
              </a:defRPr>
            </a:lvl4pPr>
            <a:lvl5pPr marL="0" indent="0">
              <a:spcBef>
                <a:spcPts val="0"/>
              </a:spcBef>
              <a:buNone/>
              <a:defRPr sz="1800" b="0">
                <a:solidFill>
                  <a:schemeClr val="tx1"/>
                </a:solidFill>
              </a:defRPr>
            </a:lvl5pPr>
            <a:lvl6pPr marL="0" indent="0">
              <a:spcBef>
                <a:spcPts val="0"/>
              </a:spcBef>
              <a:buNone/>
              <a:defRPr sz="1800" b="0">
                <a:solidFill>
                  <a:schemeClr val="tx1"/>
                </a:solidFill>
              </a:defRPr>
            </a:lvl6pPr>
            <a:lvl7pPr marL="0" indent="0">
              <a:spcBef>
                <a:spcPts val="0"/>
              </a:spcBef>
              <a:buNone/>
              <a:defRPr sz="1800" b="0">
                <a:solidFill>
                  <a:schemeClr val="tx1"/>
                </a:solidFill>
              </a:defRPr>
            </a:lvl7pPr>
            <a:lvl8pPr marL="0" indent="0">
              <a:spcBef>
                <a:spcPts val="0"/>
              </a:spcBef>
              <a:buNone/>
              <a:defRPr sz="1800" b="0">
                <a:solidFill>
                  <a:schemeClr val="tx1"/>
                </a:solidFill>
              </a:defRPr>
            </a:lvl8pPr>
            <a:lvl9pPr marL="0" indent="0">
              <a:spcBef>
                <a:spcPts val="0"/>
              </a:spcBef>
              <a:buNone/>
              <a:defRPr sz="1800" b="0">
                <a:solidFill>
                  <a:schemeClr val="tx1"/>
                </a:solidFill>
              </a:defRPr>
            </a:lvl9pPr>
          </a:lstStyle>
          <a:p>
            <a:pPr lvl="0"/>
            <a:r>
              <a:rPr lang="de-DE" noProof="0"/>
              <a:t>Werteinheit durch Klicken bearbeiten</a:t>
            </a:r>
          </a:p>
        </p:txBody>
      </p:sp>
      <p:sp>
        <p:nvSpPr>
          <p:cNvPr id="9" name="Text Placeholder 10">
            <a:extLst>
              <a:ext uri="{FF2B5EF4-FFF2-40B4-BE49-F238E27FC236}">
                <a16:creationId xmlns:a16="http://schemas.microsoft.com/office/drawing/2014/main" id="{F04793D8-BEC5-A481-5DFB-9D9D90CDC927}"/>
              </a:ext>
            </a:extLst>
          </p:cNvPr>
          <p:cNvSpPr>
            <a:spLocks noGrp="1"/>
          </p:cNvSpPr>
          <p:nvPr>
            <p:ph type="body" sz="quarter" idx="15" hasCustomPrompt="1"/>
          </p:nvPr>
        </p:nvSpPr>
        <p:spPr bwMode="gray">
          <a:xfrm>
            <a:off x="6312024" y="6082908"/>
            <a:ext cx="5472000" cy="153888"/>
          </a:xfrm>
        </p:spPr>
        <p:txBody>
          <a:bodyPr wrap="square" anchor="b">
            <a:spAutoFit/>
          </a:bodyPr>
          <a:lstStyle>
            <a:lvl1pPr marL="0" indent="0">
              <a:spcBef>
                <a:spcPts val="0"/>
              </a:spcBef>
              <a:buFont typeface="Skeena" panose="020B0604020202020204" pitchFamily="34" charset="0"/>
              <a:buNone/>
              <a:defRPr sz="1000" b="0">
                <a:solidFill>
                  <a:schemeClr val="tx1"/>
                </a:solidFill>
              </a:defRPr>
            </a:lvl1pPr>
            <a:lvl2pPr marL="0" indent="0">
              <a:spcBef>
                <a:spcPts val="0"/>
              </a:spcBef>
              <a:buFont typeface="Skeena" panose="020B0604020202020204" pitchFamily="34" charset="0"/>
              <a:buNone/>
              <a:defRPr sz="1000" b="0">
                <a:solidFill>
                  <a:schemeClr val="tx1"/>
                </a:solidFill>
              </a:defRPr>
            </a:lvl2pPr>
            <a:lvl3pPr marL="0" indent="0">
              <a:spcBef>
                <a:spcPts val="0"/>
              </a:spcBef>
              <a:buNone/>
              <a:defRPr sz="1000" b="0">
                <a:solidFill>
                  <a:schemeClr val="tx1"/>
                </a:solidFill>
              </a:defRPr>
            </a:lvl3pPr>
            <a:lvl4pPr marL="0" indent="0">
              <a:spcBef>
                <a:spcPts val="0"/>
              </a:spcBef>
              <a:buNone/>
              <a:defRPr sz="1000" b="0">
                <a:solidFill>
                  <a:schemeClr val="tx1"/>
                </a:solidFill>
              </a:defRPr>
            </a:lvl4pPr>
            <a:lvl5pPr marL="0" indent="0">
              <a:spcBef>
                <a:spcPts val="0"/>
              </a:spcBef>
              <a:buNone/>
              <a:defRPr sz="1000" b="0">
                <a:solidFill>
                  <a:schemeClr val="tx1"/>
                </a:solidFill>
              </a:defRPr>
            </a:lvl5pPr>
            <a:lvl6pPr marL="0" indent="0">
              <a:spcBef>
                <a:spcPts val="0"/>
              </a:spcBef>
              <a:buNone/>
              <a:defRPr sz="1000" b="0">
                <a:solidFill>
                  <a:schemeClr val="tx1"/>
                </a:solidFill>
              </a:defRPr>
            </a:lvl6pPr>
            <a:lvl7pPr marL="0" indent="0">
              <a:spcBef>
                <a:spcPts val="0"/>
              </a:spcBef>
              <a:buNone/>
              <a:defRPr sz="1000" b="0">
                <a:solidFill>
                  <a:schemeClr val="tx1"/>
                </a:solidFill>
              </a:defRPr>
            </a:lvl7pPr>
            <a:lvl8pPr marL="0" indent="0">
              <a:spcBef>
                <a:spcPts val="0"/>
              </a:spcBef>
              <a:buNone/>
              <a:defRPr sz="1000" b="0">
                <a:solidFill>
                  <a:schemeClr val="tx1"/>
                </a:solidFill>
              </a:defRPr>
            </a:lvl8pPr>
            <a:lvl9pPr marL="0" indent="0">
              <a:spcBef>
                <a:spcPts val="0"/>
              </a:spcBef>
              <a:buNone/>
              <a:defRPr sz="1000" b="0">
                <a:solidFill>
                  <a:schemeClr val="tx1"/>
                </a:solidFill>
              </a:defRPr>
            </a:lvl9pPr>
          </a:lstStyle>
          <a:p>
            <a:pPr lvl="0"/>
            <a:r>
              <a:rPr lang="de-DE" noProof="0"/>
              <a:t>Fußnote/Quellenangabe durch Klicken bearbeiten</a:t>
            </a:r>
            <a:endParaRPr lang="de-DE" noProof="0" dirty="0"/>
          </a:p>
        </p:txBody>
      </p:sp>
    </p:spTree>
    <p:extLst>
      <p:ext uri="{BB962C8B-B14F-4D97-AF65-F5344CB8AC3E}">
        <p14:creationId xmlns:p14="http://schemas.microsoft.com/office/powerpoint/2010/main" val="253951483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 Titel, Text und Diagramm (links)">
    <p:spTree>
      <p:nvGrpSpPr>
        <p:cNvPr id="1" name=""/>
        <p:cNvGrpSpPr/>
        <p:nvPr/>
      </p:nvGrpSpPr>
      <p:grpSpPr>
        <a:xfrm>
          <a:off x="0" y="0"/>
          <a:ext cx="0" cy="0"/>
          <a:chOff x="0" y="0"/>
          <a:chExt cx="0" cy="0"/>
        </a:xfrm>
      </p:grpSpPr>
      <p:sp>
        <p:nvSpPr>
          <p:cNvPr id="10" name="Chart Placeholder 9">
            <a:extLst>
              <a:ext uri="{FF2B5EF4-FFF2-40B4-BE49-F238E27FC236}">
                <a16:creationId xmlns:a16="http://schemas.microsoft.com/office/drawing/2014/main" id="{68E2BF02-3E71-B4D3-9100-115FCA029DE0}"/>
              </a:ext>
            </a:extLst>
          </p:cNvPr>
          <p:cNvSpPr>
            <a:spLocks noGrp="1"/>
          </p:cNvSpPr>
          <p:nvPr>
            <p:ph type="chart" sz="quarter" idx="16"/>
          </p:nvPr>
        </p:nvSpPr>
        <p:spPr bwMode="gray">
          <a:xfrm>
            <a:off x="407368" y="2384884"/>
            <a:ext cx="5472000" cy="3564000"/>
          </a:xfrm>
        </p:spPr>
        <p:txBody>
          <a:bodyPr tIns="648000" anchor="ctr"/>
          <a:lstStyle>
            <a:lvl1pPr algn="ctr">
              <a:spcBef>
                <a:spcPts val="0"/>
              </a:spcBef>
              <a:defRPr sz="1600" b="0"/>
            </a:lvl1pPr>
          </a:lstStyle>
          <a:p>
            <a:r>
              <a:rPr lang="en-US" noProof="0"/>
              <a:t>Click icon to add chart</a:t>
            </a:r>
            <a:endParaRPr lang="de-DE" noProof="0" dirty="0"/>
          </a:p>
        </p:txBody>
      </p:sp>
      <p:sp>
        <p:nvSpPr>
          <p:cNvPr id="2" name="Title 1">
            <a:extLst>
              <a:ext uri="{FF2B5EF4-FFF2-40B4-BE49-F238E27FC236}">
                <a16:creationId xmlns:a16="http://schemas.microsoft.com/office/drawing/2014/main" id="{8F8572F5-E83A-3E87-215C-6FDF1BCF28E6}"/>
              </a:ext>
            </a:extLst>
          </p:cNvPr>
          <p:cNvSpPr>
            <a:spLocks noGrp="1"/>
          </p:cNvSpPr>
          <p:nvPr>
            <p:ph type="title" hasCustomPrompt="1"/>
          </p:nvPr>
        </p:nvSpPr>
        <p:spPr bwMode="gray">
          <a:xfrm>
            <a:off x="407368" y="224644"/>
            <a:ext cx="10512000" cy="997196"/>
          </a:xfrm>
        </p:spPr>
        <p:txBody>
          <a:bodyPr/>
          <a:lstStyle/>
          <a:p>
            <a:r>
              <a:rPr lang="de-DE" noProof="0"/>
              <a:t>Folientitel durch Klicken bearbeiten </a:t>
            </a:r>
            <a:br>
              <a:rPr lang="de-DE" noProof="0"/>
            </a:br>
            <a:r>
              <a:rPr lang="de-DE" noProof="0"/>
              <a:t>(maximal zweizeilig)</a:t>
            </a:r>
          </a:p>
        </p:txBody>
      </p:sp>
      <p:sp>
        <p:nvSpPr>
          <p:cNvPr id="3" name="Footer Placeholder 2">
            <a:extLst>
              <a:ext uri="{FF2B5EF4-FFF2-40B4-BE49-F238E27FC236}">
                <a16:creationId xmlns:a16="http://schemas.microsoft.com/office/drawing/2014/main" id="{380B7BAE-6840-9842-1720-11CF2479686A}"/>
              </a:ext>
            </a:extLst>
          </p:cNvPr>
          <p:cNvSpPr>
            <a:spLocks noGrp="1"/>
          </p:cNvSpPr>
          <p:nvPr>
            <p:ph type="ftr" sz="quarter" idx="10"/>
          </p:nvPr>
        </p:nvSpPr>
        <p:spPr bwMode="gray"/>
        <p:txBody>
          <a:bodyPr/>
          <a:lstStyle/>
          <a:p>
            <a:r>
              <a:rPr lang="de-DE" noProof="0"/>
              <a:t>Hier steht der übergeordnete Präsentationstitel (Einfügen → Kopf- und Fußzeile)</a:t>
            </a:r>
          </a:p>
        </p:txBody>
      </p:sp>
      <p:sp>
        <p:nvSpPr>
          <p:cNvPr id="4" name="Slide Number Placeholder 3">
            <a:extLst>
              <a:ext uri="{FF2B5EF4-FFF2-40B4-BE49-F238E27FC236}">
                <a16:creationId xmlns:a16="http://schemas.microsoft.com/office/drawing/2014/main" id="{51B88120-E8B7-C426-477A-56804F99DB5C}"/>
              </a:ext>
            </a:extLst>
          </p:cNvPr>
          <p:cNvSpPr>
            <a:spLocks noGrp="1"/>
          </p:cNvSpPr>
          <p:nvPr>
            <p:ph type="sldNum" sz="quarter" idx="11"/>
          </p:nvPr>
        </p:nvSpPr>
        <p:spPr bwMode="gray"/>
        <p:txBody>
          <a:bodyPr/>
          <a:lstStyle/>
          <a:p>
            <a:fld id="{5438FF58-A5B1-455A-BA0C-D8E0E4C71076}" type="slidenum">
              <a:rPr lang="de-DE" noProof="0" smtClean="0"/>
              <a:pPr/>
              <a:t>‹#›</a:t>
            </a:fld>
            <a:endParaRPr lang="de-DE" noProof="0"/>
          </a:p>
        </p:txBody>
      </p:sp>
      <p:sp>
        <p:nvSpPr>
          <p:cNvPr id="6" name="Text Placeholder 5">
            <a:extLst>
              <a:ext uri="{FF2B5EF4-FFF2-40B4-BE49-F238E27FC236}">
                <a16:creationId xmlns:a16="http://schemas.microsoft.com/office/drawing/2014/main" id="{1437442A-2E2B-60D6-57CD-158E4565F415}"/>
              </a:ext>
            </a:extLst>
          </p:cNvPr>
          <p:cNvSpPr>
            <a:spLocks noGrp="1"/>
          </p:cNvSpPr>
          <p:nvPr>
            <p:ph type="body" sz="quarter" idx="12" hasCustomPrompt="1"/>
          </p:nvPr>
        </p:nvSpPr>
        <p:spPr bwMode="gray">
          <a:xfrm>
            <a:off x="6312024" y="1592796"/>
            <a:ext cx="5472732" cy="4644000"/>
          </a:xfrm>
        </p:spPr>
        <p:txBody>
          <a:body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sp>
        <p:nvSpPr>
          <p:cNvPr id="7" name="Text Placeholder 10">
            <a:extLst>
              <a:ext uri="{FF2B5EF4-FFF2-40B4-BE49-F238E27FC236}">
                <a16:creationId xmlns:a16="http://schemas.microsoft.com/office/drawing/2014/main" id="{1280BB9E-AC72-3000-B234-C1B92BEA6BD1}"/>
              </a:ext>
            </a:extLst>
          </p:cNvPr>
          <p:cNvSpPr>
            <a:spLocks noGrp="1"/>
          </p:cNvSpPr>
          <p:nvPr>
            <p:ph type="body" sz="quarter" idx="13" hasCustomPrompt="1"/>
          </p:nvPr>
        </p:nvSpPr>
        <p:spPr bwMode="gray">
          <a:xfrm>
            <a:off x="407368" y="1592796"/>
            <a:ext cx="5472000" cy="307777"/>
          </a:xfrm>
        </p:spPr>
        <p:txBody>
          <a:bodyPr wrap="square">
            <a:spAutoFit/>
          </a:bodyPr>
          <a:lstStyle>
            <a:lvl1pPr marL="0" indent="0">
              <a:spcBef>
                <a:spcPts val="0"/>
              </a:spcBef>
              <a:buFont typeface="Skeena" panose="020B0604020202020204" pitchFamily="34" charset="0"/>
              <a:buNone/>
              <a:defRPr sz="2000" b="1">
                <a:solidFill>
                  <a:schemeClr val="tx1"/>
                </a:solidFill>
              </a:defRPr>
            </a:lvl1pPr>
            <a:lvl2pPr marL="0" indent="0">
              <a:spcBef>
                <a:spcPts val="0"/>
              </a:spcBef>
              <a:buFont typeface="Skeena" panose="020B0604020202020204" pitchFamily="34" charset="0"/>
              <a:buNone/>
              <a:defRPr sz="2000" b="1">
                <a:solidFill>
                  <a:schemeClr val="tx1"/>
                </a:solidFill>
              </a:defRPr>
            </a:lvl2pPr>
            <a:lvl3pPr marL="0" indent="0">
              <a:spcBef>
                <a:spcPts val="0"/>
              </a:spcBef>
              <a:buNone/>
              <a:defRPr sz="2000" b="1">
                <a:solidFill>
                  <a:schemeClr val="tx1"/>
                </a:solidFill>
              </a:defRPr>
            </a:lvl3pPr>
            <a:lvl4pPr marL="0" indent="0">
              <a:spcBef>
                <a:spcPts val="0"/>
              </a:spcBef>
              <a:buNone/>
              <a:defRPr sz="2000" b="1">
                <a:solidFill>
                  <a:schemeClr val="tx1"/>
                </a:solidFill>
              </a:defRPr>
            </a:lvl4pPr>
            <a:lvl5pPr marL="0" indent="0">
              <a:spcBef>
                <a:spcPts val="0"/>
              </a:spcBef>
              <a:buNone/>
              <a:defRPr sz="2000" b="1">
                <a:solidFill>
                  <a:schemeClr val="tx1"/>
                </a:solidFill>
              </a:defRPr>
            </a:lvl5pPr>
            <a:lvl6pPr marL="0" indent="0">
              <a:spcBef>
                <a:spcPts val="0"/>
              </a:spcBef>
              <a:buNone/>
              <a:defRPr sz="2000" b="1">
                <a:solidFill>
                  <a:schemeClr val="tx1"/>
                </a:solidFill>
              </a:defRPr>
            </a:lvl6pPr>
            <a:lvl7pPr marL="0" indent="0">
              <a:spcBef>
                <a:spcPts val="0"/>
              </a:spcBef>
              <a:buNone/>
              <a:defRPr sz="2000" b="1">
                <a:solidFill>
                  <a:schemeClr val="tx1"/>
                </a:solidFill>
              </a:defRPr>
            </a:lvl7pPr>
            <a:lvl8pPr marL="0" indent="0">
              <a:spcBef>
                <a:spcPts val="0"/>
              </a:spcBef>
              <a:buNone/>
              <a:defRPr sz="2000" b="1">
                <a:solidFill>
                  <a:schemeClr val="tx1"/>
                </a:solidFill>
              </a:defRPr>
            </a:lvl8pPr>
            <a:lvl9pPr marL="0" indent="0">
              <a:spcBef>
                <a:spcPts val="0"/>
              </a:spcBef>
              <a:buNone/>
              <a:defRPr sz="2000" b="1">
                <a:solidFill>
                  <a:schemeClr val="tx1"/>
                </a:solidFill>
              </a:defRPr>
            </a:lvl9pPr>
          </a:lstStyle>
          <a:p>
            <a:pPr lvl="0"/>
            <a:r>
              <a:rPr lang="de-DE" noProof="0"/>
              <a:t>Diagrammtitel durch Klicken bearbeiten</a:t>
            </a:r>
            <a:endParaRPr lang="de-DE" noProof="0" dirty="0"/>
          </a:p>
        </p:txBody>
      </p:sp>
      <p:sp>
        <p:nvSpPr>
          <p:cNvPr id="8" name="Text Placeholder 10">
            <a:extLst>
              <a:ext uri="{FF2B5EF4-FFF2-40B4-BE49-F238E27FC236}">
                <a16:creationId xmlns:a16="http://schemas.microsoft.com/office/drawing/2014/main" id="{223E0DB9-8137-0846-98A4-7A44669C000F}"/>
              </a:ext>
            </a:extLst>
          </p:cNvPr>
          <p:cNvSpPr>
            <a:spLocks noGrp="1"/>
          </p:cNvSpPr>
          <p:nvPr>
            <p:ph type="body" sz="quarter" idx="14" hasCustomPrompt="1"/>
          </p:nvPr>
        </p:nvSpPr>
        <p:spPr bwMode="gray">
          <a:xfrm>
            <a:off x="407368" y="1975122"/>
            <a:ext cx="5472000" cy="276999"/>
          </a:xfrm>
        </p:spPr>
        <p:txBody>
          <a:bodyPr wrap="square">
            <a:spAutoFit/>
          </a:bodyPr>
          <a:lstStyle>
            <a:lvl1pPr marL="0" indent="0">
              <a:spcBef>
                <a:spcPts val="0"/>
              </a:spcBef>
              <a:buFont typeface="Skeena" panose="020B0604020202020204" pitchFamily="34" charset="0"/>
              <a:buNone/>
              <a:defRPr sz="1800" b="0">
                <a:solidFill>
                  <a:schemeClr val="tx1"/>
                </a:solidFill>
              </a:defRPr>
            </a:lvl1pPr>
            <a:lvl2pPr marL="0" indent="0">
              <a:spcBef>
                <a:spcPts val="0"/>
              </a:spcBef>
              <a:buFont typeface="Skeena" panose="020B0604020202020204" pitchFamily="34" charset="0"/>
              <a:buNone/>
              <a:defRPr sz="1800" b="0">
                <a:solidFill>
                  <a:schemeClr val="tx1"/>
                </a:solidFill>
              </a:defRPr>
            </a:lvl2pPr>
            <a:lvl3pPr marL="0" indent="0">
              <a:spcBef>
                <a:spcPts val="0"/>
              </a:spcBef>
              <a:buNone/>
              <a:defRPr sz="1800" b="0">
                <a:solidFill>
                  <a:schemeClr val="tx1"/>
                </a:solidFill>
              </a:defRPr>
            </a:lvl3pPr>
            <a:lvl4pPr marL="0" indent="0">
              <a:spcBef>
                <a:spcPts val="0"/>
              </a:spcBef>
              <a:buNone/>
              <a:defRPr sz="1800" b="0">
                <a:solidFill>
                  <a:schemeClr val="tx1"/>
                </a:solidFill>
              </a:defRPr>
            </a:lvl4pPr>
            <a:lvl5pPr marL="0" indent="0">
              <a:spcBef>
                <a:spcPts val="0"/>
              </a:spcBef>
              <a:buNone/>
              <a:defRPr sz="1800" b="0">
                <a:solidFill>
                  <a:schemeClr val="tx1"/>
                </a:solidFill>
              </a:defRPr>
            </a:lvl5pPr>
            <a:lvl6pPr marL="0" indent="0">
              <a:spcBef>
                <a:spcPts val="0"/>
              </a:spcBef>
              <a:buNone/>
              <a:defRPr sz="1800" b="0">
                <a:solidFill>
                  <a:schemeClr val="tx1"/>
                </a:solidFill>
              </a:defRPr>
            </a:lvl6pPr>
            <a:lvl7pPr marL="0" indent="0">
              <a:spcBef>
                <a:spcPts val="0"/>
              </a:spcBef>
              <a:buNone/>
              <a:defRPr sz="1800" b="0">
                <a:solidFill>
                  <a:schemeClr val="tx1"/>
                </a:solidFill>
              </a:defRPr>
            </a:lvl7pPr>
            <a:lvl8pPr marL="0" indent="0">
              <a:spcBef>
                <a:spcPts val="0"/>
              </a:spcBef>
              <a:buNone/>
              <a:defRPr sz="1800" b="0">
                <a:solidFill>
                  <a:schemeClr val="tx1"/>
                </a:solidFill>
              </a:defRPr>
            </a:lvl8pPr>
            <a:lvl9pPr marL="0" indent="0">
              <a:spcBef>
                <a:spcPts val="0"/>
              </a:spcBef>
              <a:buNone/>
              <a:defRPr sz="1800" b="0">
                <a:solidFill>
                  <a:schemeClr val="tx1"/>
                </a:solidFill>
              </a:defRPr>
            </a:lvl9pPr>
          </a:lstStyle>
          <a:p>
            <a:pPr lvl="0"/>
            <a:r>
              <a:rPr lang="de-DE" noProof="0"/>
              <a:t>Werteinheit durch Klicken bearbeiten</a:t>
            </a:r>
          </a:p>
        </p:txBody>
      </p:sp>
      <p:sp>
        <p:nvSpPr>
          <p:cNvPr id="9" name="Text Placeholder 10">
            <a:extLst>
              <a:ext uri="{FF2B5EF4-FFF2-40B4-BE49-F238E27FC236}">
                <a16:creationId xmlns:a16="http://schemas.microsoft.com/office/drawing/2014/main" id="{F04793D8-BEC5-A481-5DFB-9D9D90CDC927}"/>
              </a:ext>
            </a:extLst>
          </p:cNvPr>
          <p:cNvSpPr>
            <a:spLocks noGrp="1"/>
          </p:cNvSpPr>
          <p:nvPr>
            <p:ph type="body" sz="quarter" idx="15" hasCustomPrompt="1"/>
          </p:nvPr>
        </p:nvSpPr>
        <p:spPr bwMode="gray">
          <a:xfrm>
            <a:off x="407368" y="6082908"/>
            <a:ext cx="5472000" cy="153888"/>
          </a:xfrm>
        </p:spPr>
        <p:txBody>
          <a:bodyPr wrap="square" anchor="b">
            <a:spAutoFit/>
          </a:bodyPr>
          <a:lstStyle>
            <a:lvl1pPr marL="0" indent="0">
              <a:spcBef>
                <a:spcPts val="0"/>
              </a:spcBef>
              <a:buFont typeface="Skeena" panose="020B0604020202020204" pitchFamily="34" charset="0"/>
              <a:buNone/>
              <a:defRPr sz="1000" b="0">
                <a:solidFill>
                  <a:schemeClr val="tx1"/>
                </a:solidFill>
              </a:defRPr>
            </a:lvl1pPr>
            <a:lvl2pPr marL="0" indent="0">
              <a:spcBef>
                <a:spcPts val="0"/>
              </a:spcBef>
              <a:buFont typeface="Skeena" panose="020B0604020202020204" pitchFamily="34" charset="0"/>
              <a:buNone/>
              <a:defRPr sz="1000" b="0">
                <a:solidFill>
                  <a:schemeClr val="tx1"/>
                </a:solidFill>
              </a:defRPr>
            </a:lvl2pPr>
            <a:lvl3pPr marL="0" indent="0">
              <a:spcBef>
                <a:spcPts val="0"/>
              </a:spcBef>
              <a:buNone/>
              <a:defRPr sz="1000" b="0">
                <a:solidFill>
                  <a:schemeClr val="tx1"/>
                </a:solidFill>
              </a:defRPr>
            </a:lvl3pPr>
            <a:lvl4pPr marL="0" indent="0">
              <a:spcBef>
                <a:spcPts val="0"/>
              </a:spcBef>
              <a:buNone/>
              <a:defRPr sz="1000" b="0">
                <a:solidFill>
                  <a:schemeClr val="tx1"/>
                </a:solidFill>
              </a:defRPr>
            </a:lvl4pPr>
            <a:lvl5pPr marL="0" indent="0">
              <a:spcBef>
                <a:spcPts val="0"/>
              </a:spcBef>
              <a:buNone/>
              <a:defRPr sz="1000" b="0">
                <a:solidFill>
                  <a:schemeClr val="tx1"/>
                </a:solidFill>
              </a:defRPr>
            </a:lvl5pPr>
            <a:lvl6pPr marL="0" indent="0">
              <a:spcBef>
                <a:spcPts val="0"/>
              </a:spcBef>
              <a:buNone/>
              <a:defRPr sz="1000" b="0">
                <a:solidFill>
                  <a:schemeClr val="tx1"/>
                </a:solidFill>
              </a:defRPr>
            </a:lvl6pPr>
            <a:lvl7pPr marL="0" indent="0">
              <a:spcBef>
                <a:spcPts val="0"/>
              </a:spcBef>
              <a:buNone/>
              <a:defRPr sz="1000" b="0">
                <a:solidFill>
                  <a:schemeClr val="tx1"/>
                </a:solidFill>
              </a:defRPr>
            </a:lvl7pPr>
            <a:lvl8pPr marL="0" indent="0">
              <a:spcBef>
                <a:spcPts val="0"/>
              </a:spcBef>
              <a:buNone/>
              <a:defRPr sz="1000" b="0">
                <a:solidFill>
                  <a:schemeClr val="tx1"/>
                </a:solidFill>
              </a:defRPr>
            </a:lvl8pPr>
            <a:lvl9pPr marL="0" indent="0">
              <a:spcBef>
                <a:spcPts val="0"/>
              </a:spcBef>
              <a:buNone/>
              <a:defRPr sz="1000" b="0">
                <a:solidFill>
                  <a:schemeClr val="tx1"/>
                </a:solidFill>
              </a:defRPr>
            </a:lvl9pPr>
          </a:lstStyle>
          <a:p>
            <a:pPr lvl="0"/>
            <a:r>
              <a:rPr lang="de-DE" noProof="0"/>
              <a:t>Fußnote/Quellenangabe durch Klicken bearbeiten</a:t>
            </a:r>
          </a:p>
        </p:txBody>
      </p:sp>
    </p:spTree>
    <p:extLst>
      <p:ext uri="{BB962C8B-B14F-4D97-AF65-F5344CB8AC3E}">
        <p14:creationId xmlns:p14="http://schemas.microsoft.com/office/powerpoint/2010/main" val="10212510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 Titel, zwei Bilder u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572F5-E83A-3E87-215C-6FDF1BCF28E6}"/>
              </a:ext>
            </a:extLst>
          </p:cNvPr>
          <p:cNvSpPr>
            <a:spLocks noGrp="1"/>
          </p:cNvSpPr>
          <p:nvPr>
            <p:ph type="title" hasCustomPrompt="1"/>
          </p:nvPr>
        </p:nvSpPr>
        <p:spPr bwMode="gray"/>
        <p:txBody>
          <a:bodyPr/>
          <a:lstStyle/>
          <a:p>
            <a:r>
              <a:rPr lang="de-DE" noProof="0"/>
              <a:t>Folientitel durch Klicken bearbeiten </a:t>
            </a:r>
            <a:br>
              <a:rPr lang="de-DE" noProof="0"/>
            </a:br>
            <a:r>
              <a:rPr lang="de-DE" noProof="0"/>
              <a:t>(maximal zweizeilig)</a:t>
            </a:r>
          </a:p>
        </p:txBody>
      </p:sp>
      <p:sp>
        <p:nvSpPr>
          <p:cNvPr id="3" name="Footer Placeholder 2">
            <a:extLst>
              <a:ext uri="{FF2B5EF4-FFF2-40B4-BE49-F238E27FC236}">
                <a16:creationId xmlns:a16="http://schemas.microsoft.com/office/drawing/2014/main" id="{380B7BAE-6840-9842-1720-11CF2479686A}"/>
              </a:ext>
            </a:extLst>
          </p:cNvPr>
          <p:cNvSpPr>
            <a:spLocks noGrp="1"/>
          </p:cNvSpPr>
          <p:nvPr>
            <p:ph type="ftr" sz="quarter" idx="10"/>
          </p:nvPr>
        </p:nvSpPr>
        <p:spPr bwMode="gray"/>
        <p:txBody>
          <a:bodyPr/>
          <a:lstStyle/>
          <a:p>
            <a:r>
              <a:rPr lang="de-DE" noProof="0"/>
              <a:t>Hier steht der übergeordnete Präsentationstitel (Einfügen → Kopf- und Fußzeile)</a:t>
            </a:r>
          </a:p>
        </p:txBody>
      </p:sp>
      <p:sp>
        <p:nvSpPr>
          <p:cNvPr id="4" name="Slide Number Placeholder 3">
            <a:extLst>
              <a:ext uri="{FF2B5EF4-FFF2-40B4-BE49-F238E27FC236}">
                <a16:creationId xmlns:a16="http://schemas.microsoft.com/office/drawing/2014/main" id="{51B88120-E8B7-C426-477A-56804F99DB5C}"/>
              </a:ext>
            </a:extLst>
          </p:cNvPr>
          <p:cNvSpPr>
            <a:spLocks noGrp="1"/>
          </p:cNvSpPr>
          <p:nvPr>
            <p:ph type="sldNum" sz="quarter" idx="11"/>
          </p:nvPr>
        </p:nvSpPr>
        <p:spPr bwMode="gray"/>
        <p:txBody>
          <a:bodyPr/>
          <a:lstStyle/>
          <a:p>
            <a:fld id="{5438FF58-A5B1-455A-BA0C-D8E0E4C71076}" type="slidenum">
              <a:rPr lang="de-DE" noProof="0" smtClean="0"/>
              <a:pPr/>
              <a:t>‹#›</a:t>
            </a:fld>
            <a:endParaRPr lang="de-DE" noProof="0"/>
          </a:p>
        </p:txBody>
      </p:sp>
      <p:sp>
        <p:nvSpPr>
          <p:cNvPr id="6" name="Text Placeholder 5">
            <a:extLst>
              <a:ext uri="{FF2B5EF4-FFF2-40B4-BE49-F238E27FC236}">
                <a16:creationId xmlns:a16="http://schemas.microsoft.com/office/drawing/2014/main" id="{1437442A-2E2B-60D6-57CD-158E4565F415}"/>
              </a:ext>
            </a:extLst>
          </p:cNvPr>
          <p:cNvSpPr>
            <a:spLocks noGrp="1"/>
          </p:cNvSpPr>
          <p:nvPr>
            <p:ph type="body" sz="quarter" idx="12" hasCustomPrompt="1"/>
          </p:nvPr>
        </p:nvSpPr>
        <p:spPr bwMode="gray">
          <a:xfrm>
            <a:off x="623392" y="4293096"/>
            <a:ext cx="5256000" cy="1944000"/>
          </a:xfrm>
        </p:spPr>
        <p:txBody>
          <a:body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sp>
        <p:nvSpPr>
          <p:cNvPr id="7" name="Text Placeholder 5">
            <a:extLst>
              <a:ext uri="{FF2B5EF4-FFF2-40B4-BE49-F238E27FC236}">
                <a16:creationId xmlns:a16="http://schemas.microsoft.com/office/drawing/2014/main" id="{37B0818A-E3C0-1D55-0E64-308082D2B018}"/>
              </a:ext>
            </a:extLst>
          </p:cNvPr>
          <p:cNvSpPr>
            <a:spLocks noGrp="1"/>
          </p:cNvSpPr>
          <p:nvPr>
            <p:ph type="body" sz="quarter" idx="13" hasCustomPrompt="1"/>
          </p:nvPr>
        </p:nvSpPr>
        <p:spPr bwMode="gray">
          <a:xfrm>
            <a:off x="6528048" y="4293096"/>
            <a:ext cx="5256000" cy="1944000"/>
          </a:xfrm>
        </p:spPr>
        <p:txBody>
          <a:body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grpSp>
        <p:nvGrpSpPr>
          <p:cNvPr id="8" name="Group 7">
            <a:extLst>
              <a:ext uri="{FF2B5EF4-FFF2-40B4-BE49-F238E27FC236}">
                <a16:creationId xmlns:a16="http://schemas.microsoft.com/office/drawing/2014/main" id="{83C19E4C-8AA9-ADC8-FE35-0F298ED87393}"/>
              </a:ext>
            </a:extLst>
          </p:cNvPr>
          <p:cNvGrpSpPr>
            <a:grpSpLocks noChangeAspect="1"/>
          </p:cNvGrpSpPr>
          <p:nvPr userDrawn="1"/>
        </p:nvGrpSpPr>
        <p:grpSpPr bwMode="gray">
          <a:xfrm>
            <a:off x="407368" y="1592796"/>
            <a:ext cx="936000" cy="936000"/>
            <a:chOff x="5118212" y="1097010"/>
            <a:chExt cx="3600000" cy="3600000"/>
          </a:xfrm>
          <a:solidFill>
            <a:schemeClr val="accent1"/>
          </a:solidFill>
        </p:grpSpPr>
        <p:sp>
          <p:nvSpPr>
            <p:cNvPr id="9" name="Rectangle 8">
              <a:extLst>
                <a:ext uri="{FF2B5EF4-FFF2-40B4-BE49-F238E27FC236}">
                  <a16:creationId xmlns:a16="http://schemas.microsoft.com/office/drawing/2014/main" id="{85481458-525F-E24E-227B-CB047B711BBF}"/>
                </a:ext>
              </a:extLst>
            </p:cNvPr>
            <p:cNvSpPr>
              <a:spLocks noChangeAspect="1"/>
            </p:cNvSpPr>
            <p:nvPr userDrawn="1"/>
          </p:nvSpPr>
          <p:spPr bwMode="gray">
            <a:xfrm>
              <a:off x="5946212" y="1097010"/>
              <a:ext cx="2772000" cy="82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10" name="Rectangle 9">
              <a:extLst>
                <a:ext uri="{FF2B5EF4-FFF2-40B4-BE49-F238E27FC236}">
                  <a16:creationId xmlns:a16="http://schemas.microsoft.com/office/drawing/2014/main" id="{9DEF3AF9-5EA4-CD45-4617-53FACEA677A7}"/>
                </a:ext>
              </a:extLst>
            </p:cNvPr>
            <p:cNvSpPr>
              <a:spLocks noChangeAspect="1"/>
            </p:cNvSpPr>
            <p:nvPr userDrawn="1"/>
          </p:nvSpPr>
          <p:spPr bwMode="gray">
            <a:xfrm>
              <a:off x="5118212" y="1925010"/>
              <a:ext cx="828000" cy="277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sp>
        <p:nvSpPr>
          <p:cNvPr id="11" name="Picture Placeholder 17">
            <a:extLst>
              <a:ext uri="{FF2B5EF4-FFF2-40B4-BE49-F238E27FC236}">
                <a16:creationId xmlns:a16="http://schemas.microsoft.com/office/drawing/2014/main" id="{90701D0C-4058-1049-7ABB-7DCB4171444B}"/>
              </a:ext>
            </a:extLst>
          </p:cNvPr>
          <p:cNvSpPr>
            <a:spLocks noGrp="1"/>
          </p:cNvSpPr>
          <p:nvPr>
            <p:ph type="pic" sz="quarter" idx="22"/>
          </p:nvPr>
        </p:nvSpPr>
        <p:spPr bwMode="gray">
          <a:xfrm>
            <a:off x="623392" y="1808820"/>
            <a:ext cx="5256000" cy="2340000"/>
          </a:xfrm>
        </p:spPr>
        <p:txBody>
          <a:bodyPr tIns="648000" anchor="ctr"/>
          <a:lstStyle>
            <a:lvl1pPr algn="ctr">
              <a:spcBef>
                <a:spcPts val="0"/>
              </a:spcBef>
              <a:defRPr sz="1600" b="0"/>
            </a:lvl1pPr>
          </a:lstStyle>
          <a:p>
            <a:r>
              <a:rPr lang="en-US" noProof="0"/>
              <a:t>Click icon to add picture</a:t>
            </a:r>
            <a:endParaRPr lang="de-DE" noProof="0" dirty="0"/>
          </a:p>
        </p:txBody>
      </p:sp>
      <p:grpSp>
        <p:nvGrpSpPr>
          <p:cNvPr id="12" name="Group 11">
            <a:extLst>
              <a:ext uri="{FF2B5EF4-FFF2-40B4-BE49-F238E27FC236}">
                <a16:creationId xmlns:a16="http://schemas.microsoft.com/office/drawing/2014/main" id="{3C25D79E-09E4-6A2C-3DD6-89BCC16CC4A5}"/>
              </a:ext>
            </a:extLst>
          </p:cNvPr>
          <p:cNvGrpSpPr>
            <a:grpSpLocks noChangeAspect="1"/>
          </p:cNvGrpSpPr>
          <p:nvPr userDrawn="1"/>
        </p:nvGrpSpPr>
        <p:grpSpPr bwMode="gray">
          <a:xfrm>
            <a:off x="6312024" y="1592796"/>
            <a:ext cx="936000" cy="936000"/>
            <a:chOff x="5118212" y="1097010"/>
            <a:chExt cx="3600000" cy="3600000"/>
          </a:xfrm>
          <a:solidFill>
            <a:schemeClr val="accent2"/>
          </a:solidFill>
        </p:grpSpPr>
        <p:sp>
          <p:nvSpPr>
            <p:cNvPr id="13" name="Rectangle 12">
              <a:extLst>
                <a:ext uri="{FF2B5EF4-FFF2-40B4-BE49-F238E27FC236}">
                  <a16:creationId xmlns:a16="http://schemas.microsoft.com/office/drawing/2014/main" id="{788115FF-B3BE-E934-53FD-9DD7AE33AB98}"/>
                </a:ext>
              </a:extLst>
            </p:cNvPr>
            <p:cNvSpPr>
              <a:spLocks noChangeAspect="1"/>
            </p:cNvSpPr>
            <p:nvPr userDrawn="1"/>
          </p:nvSpPr>
          <p:spPr bwMode="gray">
            <a:xfrm>
              <a:off x="5946212" y="1097010"/>
              <a:ext cx="2772000" cy="82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14" name="Rectangle 13">
              <a:extLst>
                <a:ext uri="{FF2B5EF4-FFF2-40B4-BE49-F238E27FC236}">
                  <a16:creationId xmlns:a16="http://schemas.microsoft.com/office/drawing/2014/main" id="{D1A18DEE-D4B6-2E62-64AE-04FAA7CC814C}"/>
                </a:ext>
              </a:extLst>
            </p:cNvPr>
            <p:cNvSpPr>
              <a:spLocks noChangeAspect="1"/>
            </p:cNvSpPr>
            <p:nvPr userDrawn="1"/>
          </p:nvSpPr>
          <p:spPr bwMode="gray">
            <a:xfrm>
              <a:off x="5118212" y="1925010"/>
              <a:ext cx="828000" cy="277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sp>
        <p:nvSpPr>
          <p:cNvPr id="15" name="Picture Placeholder 17">
            <a:extLst>
              <a:ext uri="{FF2B5EF4-FFF2-40B4-BE49-F238E27FC236}">
                <a16:creationId xmlns:a16="http://schemas.microsoft.com/office/drawing/2014/main" id="{578F7282-AC96-8E5B-BF09-0355E428912C}"/>
              </a:ext>
            </a:extLst>
          </p:cNvPr>
          <p:cNvSpPr>
            <a:spLocks noGrp="1"/>
          </p:cNvSpPr>
          <p:nvPr>
            <p:ph type="pic" sz="quarter" idx="23"/>
          </p:nvPr>
        </p:nvSpPr>
        <p:spPr bwMode="gray">
          <a:xfrm>
            <a:off x="6528048" y="1808820"/>
            <a:ext cx="5256000" cy="2340000"/>
          </a:xfrm>
        </p:spPr>
        <p:txBody>
          <a:bodyPr tIns="648000" anchor="ctr"/>
          <a:lstStyle>
            <a:lvl1pPr algn="ctr">
              <a:spcBef>
                <a:spcPts val="0"/>
              </a:spcBef>
              <a:defRPr sz="1600" b="0"/>
            </a:lvl1pPr>
          </a:lstStyle>
          <a:p>
            <a:r>
              <a:rPr lang="en-US" noProof="0"/>
              <a:t>Click icon to add picture</a:t>
            </a:r>
            <a:endParaRPr lang="de-DE" noProof="0" dirty="0"/>
          </a:p>
        </p:txBody>
      </p:sp>
    </p:spTree>
    <p:extLst>
      <p:ext uri="{BB962C8B-B14F-4D97-AF65-F5344CB8AC3E}">
        <p14:creationId xmlns:p14="http://schemas.microsoft.com/office/powerpoint/2010/main" val="274945471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 Titel, drei Bilder u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572F5-E83A-3E87-215C-6FDF1BCF28E6}"/>
              </a:ext>
            </a:extLst>
          </p:cNvPr>
          <p:cNvSpPr>
            <a:spLocks noGrp="1"/>
          </p:cNvSpPr>
          <p:nvPr>
            <p:ph type="title" hasCustomPrompt="1"/>
          </p:nvPr>
        </p:nvSpPr>
        <p:spPr bwMode="gray"/>
        <p:txBody>
          <a:bodyPr/>
          <a:lstStyle/>
          <a:p>
            <a:r>
              <a:rPr lang="de-DE" noProof="0"/>
              <a:t>Folientitel durch Klicken bearbeiten </a:t>
            </a:r>
            <a:br>
              <a:rPr lang="de-DE" noProof="0"/>
            </a:br>
            <a:r>
              <a:rPr lang="de-DE" noProof="0"/>
              <a:t>(maximal zweizeilig)</a:t>
            </a:r>
          </a:p>
        </p:txBody>
      </p:sp>
      <p:sp>
        <p:nvSpPr>
          <p:cNvPr id="3" name="Footer Placeholder 2">
            <a:extLst>
              <a:ext uri="{FF2B5EF4-FFF2-40B4-BE49-F238E27FC236}">
                <a16:creationId xmlns:a16="http://schemas.microsoft.com/office/drawing/2014/main" id="{380B7BAE-6840-9842-1720-11CF2479686A}"/>
              </a:ext>
            </a:extLst>
          </p:cNvPr>
          <p:cNvSpPr>
            <a:spLocks noGrp="1"/>
          </p:cNvSpPr>
          <p:nvPr>
            <p:ph type="ftr" sz="quarter" idx="10"/>
          </p:nvPr>
        </p:nvSpPr>
        <p:spPr bwMode="gray"/>
        <p:txBody>
          <a:bodyPr/>
          <a:lstStyle/>
          <a:p>
            <a:r>
              <a:rPr lang="de-DE" noProof="0"/>
              <a:t>Hier steht der übergeordnete Präsentationstitel (Einfügen → Kopf- und Fußzeile)</a:t>
            </a:r>
          </a:p>
        </p:txBody>
      </p:sp>
      <p:sp>
        <p:nvSpPr>
          <p:cNvPr id="4" name="Slide Number Placeholder 3">
            <a:extLst>
              <a:ext uri="{FF2B5EF4-FFF2-40B4-BE49-F238E27FC236}">
                <a16:creationId xmlns:a16="http://schemas.microsoft.com/office/drawing/2014/main" id="{51B88120-E8B7-C426-477A-56804F99DB5C}"/>
              </a:ext>
            </a:extLst>
          </p:cNvPr>
          <p:cNvSpPr>
            <a:spLocks noGrp="1"/>
          </p:cNvSpPr>
          <p:nvPr>
            <p:ph type="sldNum" sz="quarter" idx="11"/>
          </p:nvPr>
        </p:nvSpPr>
        <p:spPr bwMode="gray"/>
        <p:txBody>
          <a:bodyPr/>
          <a:lstStyle/>
          <a:p>
            <a:fld id="{5438FF58-A5B1-455A-BA0C-D8E0E4C71076}" type="slidenum">
              <a:rPr lang="de-DE" noProof="0" smtClean="0"/>
              <a:pPr/>
              <a:t>‹#›</a:t>
            </a:fld>
            <a:endParaRPr lang="de-DE" noProof="0"/>
          </a:p>
        </p:txBody>
      </p:sp>
      <p:sp>
        <p:nvSpPr>
          <p:cNvPr id="6" name="Text Placeholder 5">
            <a:extLst>
              <a:ext uri="{FF2B5EF4-FFF2-40B4-BE49-F238E27FC236}">
                <a16:creationId xmlns:a16="http://schemas.microsoft.com/office/drawing/2014/main" id="{1437442A-2E2B-60D6-57CD-158E4565F415}"/>
              </a:ext>
            </a:extLst>
          </p:cNvPr>
          <p:cNvSpPr>
            <a:spLocks noGrp="1"/>
          </p:cNvSpPr>
          <p:nvPr>
            <p:ph type="body" sz="quarter" idx="12" hasCustomPrompt="1"/>
          </p:nvPr>
        </p:nvSpPr>
        <p:spPr bwMode="gray">
          <a:xfrm>
            <a:off x="623392" y="4293096"/>
            <a:ext cx="3312000" cy="1944000"/>
          </a:xfrm>
        </p:spPr>
        <p:txBody>
          <a:body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sp>
        <p:nvSpPr>
          <p:cNvPr id="7" name="Text Placeholder 5">
            <a:extLst>
              <a:ext uri="{FF2B5EF4-FFF2-40B4-BE49-F238E27FC236}">
                <a16:creationId xmlns:a16="http://schemas.microsoft.com/office/drawing/2014/main" id="{37B0818A-E3C0-1D55-0E64-308082D2B018}"/>
              </a:ext>
            </a:extLst>
          </p:cNvPr>
          <p:cNvSpPr>
            <a:spLocks noGrp="1"/>
          </p:cNvSpPr>
          <p:nvPr>
            <p:ph type="body" sz="quarter" idx="13" hasCustomPrompt="1"/>
          </p:nvPr>
        </p:nvSpPr>
        <p:spPr bwMode="gray">
          <a:xfrm>
            <a:off x="4547828" y="4293096"/>
            <a:ext cx="3312000" cy="1944000"/>
          </a:xfrm>
        </p:spPr>
        <p:txBody>
          <a:body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sp>
        <p:nvSpPr>
          <p:cNvPr id="8" name="Text Placeholder 5">
            <a:extLst>
              <a:ext uri="{FF2B5EF4-FFF2-40B4-BE49-F238E27FC236}">
                <a16:creationId xmlns:a16="http://schemas.microsoft.com/office/drawing/2014/main" id="{A001225D-F57A-2BE4-19C6-E010F5189400}"/>
              </a:ext>
            </a:extLst>
          </p:cNvPr>
          <p:cNvSpPr>
            <a:spLocks noGrp="1"/>
          </p:cNvSpPr>
          <p:nvPr>
            <p:ph type="body" sz="quarter" idx="14" hasCustomPrompt="1"/>
          </p:nvPr>
        </p:nvSpPr>
        <p:spPr bwMode="gray">
          <a:xfrm>
            <a:off x="8472264" y="4293096"/>
            <a:ext cx="3312000" cy="1944000"/>
          </a:xfrm>
        </p:spPr>
        <p:txBody>
          <a:body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grpSp>
        <p:nvGrpSpPr>
          <p:cNvPr id="9" name="Group 8">
            <a:extLst>
              <a:ext uri="{FF2B5EF4-FFF2-40B4-BE49-F238E27FC236}">
                <a16:creationId xmlns:a16="http://schemas.microsoft.com/office/drawing/2014/main" id="{0EDA1AB8-5EE2-5CC0-D6A7-AC19A6DC2D9A}"/>
              </a:ext>
            </a:extLst>
          </p:cNvPr>
          <p:cNvGrpSpPr>
            <a:grpSpLocks noChangeAspect="1"/>
          </p:cNvGrpSpPr>
          <p:nvPr userDrawn="1"/>
        </p:nvGrpSpPr>
        <p:grpSpPr bwMode="gray">
          <a:xfrm>
            <a:off x="407368" y="1592796"/>
            <a:ext cx="936000" cy="936000"/>
            <a:chOff x="5118212" y="1097010"/>
            <a:chExt cx="3600000" cy="3600000"/>
          </a:xfrm>
          <a:solidFill>
            <a:schemeClr val="accent1"/>
          </a:solidFill>
        </p:grpSpPr>
        <p:sp>
          <p:nvSpPr>
            <p:cNvPr id="10" name="Rectangle 9">
              <a:extLst>
                <a:ext uri="{FF2B5EF4-FFF2-40B4-BE49-F238E27FC236}">
                  <a16:creationId xmlns:a16="http://schemas.microsoft.com/office/drawing/2014/main" id="{4DEC224A-84D5-E297-A9D1-4D9856F4785C}"/>
                </a:ext>
              </a:extLst>
            </p:cNvPr>
            <p:cNvSpPr>
              <a:spLocks noChangeAspect="1"/>
            </p:cNvSpPr>
            <p:nvPr userDrawn="1"/>
          </p:nvSpPr>
          <p:spPr bwMode="gray">
            <a:xfrm>
              <a:off x="5946212" y="1097010"/>
              <a:ext cx="2772000" cy="82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11" name="Rectangle 10">
              <a:extLst>
                <a:ext uri="{FF2B5EF4-FFF2-40B4-BE49-F238E27FC236}">
                  <a16:creationId xmlns:a16="http://schemas.microsoft.com/office/drawing/2014/main" id="{A64CF66D-DBB8-6438-DBF5-DAAD681BB9E0}"/>
                </a:ext>
              </a:extLst>
            </p:cNvPr>
            <p:cNvSpPr>
              <a:spLocks noChangeAspect="1"/>
            </p:cNvSpPr>
            <p:nvPr userDrawn="1"/>
          </p:nvSpPr>
          <p:spPr bwMode="gray">
            <a:xfrm>
              <a:off x="5118212" y="1925010"/>
              <a:ext cx="828000" cy="277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sp>
        <p:nvSpPr>
          <p:cNvPr id="12" name="Picture Placeholder 17">
            <a:extLst>
              <a:ext uri="{FF2B5EF4-FFF2-40B4-BE49-F238E27FC236}">
                <a16:creationId xmlns:a16="http://schemas.microsoft.com/office/drawing/2014/main" id="{D0FF1E68-B844-DAB0-D531-6B027695C65C}"/>
              </a:ext>
            </a:extLst>
          </p:cNvPr>
          <p:cNvSpPr>
            <a:spLocks noGrp="1"/>
          </p:cNvSpPr>
          <p:nvPr>
            <p:ph type="pic" sz="quarter" idx="22"/>
          </p:nvPr>
        </p:nvSpPr>
        <p:spPr bwMode="gray">
          <a:xfrm>
            <a:off x="623392" y="1808820"/>
            <a:ext cx="3312000" cy="2340000"/>
          </a:xfrm>
        </p:spPr>
        <p:txBody>
          <a:bodyPr tIns="648000" anchor="ctr"/>
          <a:lstStyle>
            <a:lvl1pPr algn="ctr">
              <a:spcBef>
                <a:spcPts val="0"/>
              </a:spcBef>
              <a:defRPr sz="1600" b="0"/>
            </a:lvl1pPr>
          </a:lstStyle>
          <a:p>
            <a:r>
              <a:rPr lang="en-US" noProof="0"/>
              <a:t>Click icon to add picture</a:t>
            </a:r>
            <a:endParaRPr lang="de-DE" noProof="0" dirty="0"/>
          </a:p>
        </p:txBody>
      </p:sp>
      <p:grpSp>
        <p:nvGrpSpPr>
          <p:cNvPr id="13" name="Group 12">
            <a:extLst>
              <a:ext uri="{FF2B5EF4-FFF2-40B4-BE49-F238E27FC236}">
                <a16:creationId xmlns:a16="http://schemas.microsoft.com/office/drawing/2014/main" id="{7E99224A-E3BD-EC33-33BA-132FE333B0BC}"/>
              </a:ext>
            </a:extLst>
          </p:cNvPr>
          <p:cNvGrpSpPr>
            <a:grpSpLocks noChangeAspect="1"/>
          </p:cNvGrpSpPr>
          <p:nvPr userDrawn="1"/>
        </p:nvGrpSpPr>
        <p:grpSpPr bwMode="gray">
          <a:xfrm>
            <a:off x="4331804" y="1592796"/>
            <a:ext cx="936000" cy="936000"/>
            <a:chOff x="5118212" y="1097010"/>
            <a:chExt cx="3600000" cy="3600000"/>
          </a:xfrm>
          <a:solidFill>
            <a:schemeClr val="accent2"/>
          </a:solidFill>
        </p:grpSpPr>
        <p:sp>
          <p:nvSpPr>
            <p:cNvPr id="14" name="Rectangle 13">
              <a:extLst>
                <a:ext uri="{FF2B5EF4-FFF2-40B4-BE49-F238E27FC236}">
                  <a16:creationId xmlns:a16="http://schemas.microsoft.com/office/drawing/2014/main" id="{AFEC5F41-C51A-8737-086D-A4D748D53762}"/>
                </a:ext>
              </a:extLst>
            </p:cNvPr>
            <p:cNvSpPr>
              <a:spLocks noChangeAspect="1"/>
            </p:cNvSpPr>
            <p:nvPr userDrawn="1"/>
          </p:nvSpPr>
          <p:spPr bwMode="gray">
            <a:xfrm>
              <a:off x="5946212" y="1097010"/>
              <a:ext cx="2772000" cy="82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15" name="Rectangle 14">
              <a:extLst>
                <a:ext uri="{FF2B5EF4-FFF2-40B4-BE49-F238E27FC236}">
                  <a16:creationId xmlns:a16="http://schemas.microsoft.com/office/drawing/2014/main" id="{0562F66B-AE82-396A-78BA-B8A9A8345A15}"/>
                </a:ext>
              </a:extLst>
            </p:cNvPr>
            <p:cNvSpPr>
              <a:spLocks noChangeAspect="1"/>
            </p:cNvSpPr>
            <p:nvPr userDrawn="1"/>
          </p:nvSpPr>
          <p:spPr bwMode="gray">
            <a:xfrm>
              <a:off x="5118212" y="1925010"/>
              <a:ext cx="828000" cy="277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sp>
        <p:nvSpPr>
          <p:cNvPr id="16" name="Picture Placeholder 17">
            <a:extLst>
              <a:ext uri="{FF2B5EF4-FFF2-40B4-BE49-F238E27FC236}">
                <a16:creationId xmlns:a16="http://schemas.microsoft.com/office/drawing/2014/main" id="{9CBB4DE4-768F-5C0A-F00E-947CC2FEC04C}"/>
              </a:ext>
            </a:extLst>
          </p:cNvPr>
          <p:cNvSpPr>
            <a:spLocks noGrp="1"/>
          </p:cNvSpPr>
          <p:nvPr>
            <p:ph type="pic" sz="quarter" idx="23"/>
          </p:nvPr>
        </p:nvSpPr>
        <p:spPr bwMode="gray">
          <a:xfrm>
            <a:off x="4547828" y="1808820"/>
            <a:ext cx="3312000" cy="2340000"/>
          </a:xfrm>
        </p:spPr>
        <p:txBody>
          <a:bodyPr tIns="648000" anchor="ctr"/>
          <a:lstStyle>
            <a:lvl1pPr algn="ctr">
              <a:spcBef>
                <a:spcPts val="0"/>
              </a:spcBef>
              <a:defRPr sz="1600" b="0"/>
            </a:lvl1pPr>
          </a:lstStyle>
          <a:p>
            <a:r>
              <a:rPr lang="en-US" noProof="0"/>
              <a:t>Click icon to add picture</a:t>
            </a:r>
            <a:endParaRPr lang="de-DE" noProof="0" dirty="0"/>
          </a:p>
        </p:txBody>
      </p:sp>
      <p:grpSp>
        <p:nvGrpSpPr>
          <p:cNvPr id="17" name="Group 16">
            <a:extLst>
              <a:ext uri="{FF2B5EF4-FFF2-40B4-BE49-F238E27FC236}">
                <a16:creationId xmlns:a16="http://schemas.microsoft.com/office/drawing/2014/main" id="{C83D7117-3194-F352-2EAF-412D22C04BA8}"/>
              </a:ext>
            </a:extLst>
          </p:cNvPr>
          <p:cNvGrpSpPr>
            <a:grpSpLocks noChangeAspect="1"/>
          </p:cNvGrpSpPr>
          <p:nvPr userDrawn="1"/>
        </p:nvGrpSpPr>
        <p:grpSpPr bwMode="gray">
          <a:xfrm>
            <a:off x="8256240" y="1592796"/>
            <a:ext cx="936000" cy="936000"/>
            <a:chOff x="5118212" y="1097010"/>
            <a:chExt cx="3600000" cy="3600000"/>
          </a:xfrm>
          <a:solidFill>
            <a:schemeClr val="accent4"/>
          </a:solidFill>
        </p:grpSpPr>
        <p:sp>
          <p:nvSpPr>
            <p:cNvPr id="18" name="Rectangle 17">
              <a:extLst>
                <a:ext uri="{FF2B5EF4-FFF2-40B4-BE49-F238E27FC236}">
                  <a16:creationId xmlns:a16="http://schemas.microsoft.com/office/drawing/2014/main" id="{FE446E7A-81BD-EEBD-E35D-016FA5D4734B}"/>
                </a:ext>
              </a:extLst>
            </p:cNvPr>
            <p:cNvSpPr>
              <a:spLocks noChangeAspect="1"/>
            </p:cNvSpPr>
            <p:nvPr userDrawn="1"/>
          </p:nvSpPr>
          <p:spPr bwMode="gray">
            <a:xfrm>
              <a:off x="5946212" y="1097010"/>
              <a:ext cx="2772000" cy="82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19" name="Rectangle 18">
              <a:extLst>
                <a:ext uri="{FF2B5EF4-FFF2-40B4-BE49-F238E27FC236}">
                  <a16:creationId xmlns:a16="http://schemas.microsoft.com/office/drawing/2014/main" id="{0D7DFF23-8BE1-5F21-623F-554DF0764BD6}"/>
                </a:ext>
              </a:extLst>
            </p:cNvPr>
            <p:cNvSpPr>
              <a:spLocks noChangeAspect="1"/>
            </p:cNvSpPr>
            <p:nvPr userDrawn="1"/>
          </p:nvSpPr>
          <p:spPr bwMode="gray">
            <a:xfrm>
              <a:off x="5118212" y="1925010"/>
              <a:ext cx="828000" cy="277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sp>
        <p:nvSpPr>
          <p:cNvPr id="20" name="Picture Placeholder 17">
            <a:extLst>
              <a:ext uri="{FF2B5EF4-FFF2-40B4-BE49-F238E27FC236}">
                <a16:creationId xmlns:a16="http://schemas.microsoft.com/office/drawing/2014/main" id="{67BE0188-7B1D-1AF3-FAC1-AC1ECF26E398}"/>
              </a:ext>
            </a:extLst>
          </p:cNvPr>
          <p:cNvSpPr>
            <a:spLocks noGrp="1"/>
          </p:cNvSpPr>
          <p:nvPr>
            <p:ph type="pic" sz="quarter" idx="24"/>
          </p:nvPr>
        </p:nvSpPr>
        <p:spPr bwMode="gray">
          <a:xfrm>
            <a:off x="8472264" y="1808820"/>
            <a:ext cx="3312000" cy="2340000"/>
          </a:xfrm>
        </p:spPr>
        <p:txBody>
          <a:bodyPr tIns="648000" anchor="ctr"/>
          <a:lstStyle>
            <a:lvl1pPr algn="ctr">
              <a:spcBef>
                <a:spcPts val="0"/>
              </a:spcBef>
              <a:defRPr sz="1600" b="0"/>
            </a:lvl1pPr>
          </a:lstStyle>
          <a:p>
            <a:r>
              <a:rPr lang="en-US" noProof="0"/>
              <a:t>Click icon to add picture</a:t>
            </a:r>
            <a:endParaRPr lang="de-DE" noProof="0" dirty="0"/>
          </a:p>
        </p:txBody>
      </p:sp>
    </p:spTree>
    <p:extLst>
      <p:ext uri="{BB962C8B-B14F-4D97-AF65-F5344CB8AC3E}">
        <p14:creationId xmlns:p14="http://schemas.microsoft.com/office/powerpoint/2010/main" val="20772208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 Titel, Text und Bild (Mit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572F5-E83A-3E87-215C-6FDF1BCF28E6}"/>
              </a:ext>
            </a:extLst>
          </p:cNvPr>
          <p:cNvSpPr>
            <a:spLocks noGrp="1"/>
          </p:cNvSpPr>
          <p:nvPr>
            <p:ph type="title" hasCustomPrompt="1"/>
          </p:nvPr>
        </p:nvSpPr>
        <p:spPr bwMode="gray"/>
        <p:txBody>
          <a:bodyPr/>
          <a:lstStyle/>
          <a:p>
            <a:r>
              <a:rPr lang="de-DE" noProof="0"/>
              <a:t>Folientitel durch Klicken bearbeiten </a:t>
            </a:r>
            <a:br>
              <a:rPr lang="de-DE" noProof="0"/>
            </a:br>
            <a:r>
              <a:rPr lang="de-DE" noProof="0"/>
              <a:t>(maximal zweizeilig)</a:t>
            </a:r>
          </a:p>
        </p:txBody>
      </p:sp>
      <p:sp>
        <p:nvSpPr>
          <p:cNvPr id="3" name="Footer Placeholder 2">
            <a:extLst>
              <a:ext uri="{FF2B5EF4-FFF2-40B4-BE49-F238E27FC236}">
                <a16:creationId xmlns:a16="http://schemas.microsoft.com/office/drawing/2014/main" id="{380B7BAE-6840-9842-1720-11CF2479686A}"/>
              </a:ext>
            </a:extLst>
          </p:cNvPr>
          <p:cNvSpPr>
            <a:spLocks noGrp="1"/>
          </p:cNvSpPr>
          <p:nvPr>
            <p:ph type="ftr" sz="quarter" idx="10"/>
          </p:nvPr>
        </p:nvSpPr>
        <p:spPr bwMode="gray"/>
        <p:txBody>
          <a:bodyPr/>
          <a:lstStyle/>
          <a:p>
            <a:r>
              <a:rPr lang="de-DE" noProof="0"/>
              <a:t>Hier steht der übergeordnete Präsentationstitel (Einfügen → Kopf- und Fußzeile)</a:t>
            </a:r>
          </a:p>
        </p:txBody>
      </p:sp>
      <p:sp>
        <p:nvSpPr>
          <p:cNvPr id="4" name="Slide Number Placeholder 3">
            <a:extLst>
              <a:ext uri="{FF2B5EF4-FFF2-40B4-BE49-F238E27FC236}">
                <a16:creationId xmlns:a16="http://schemas.microsoft.com/office/drawing/2014/main" id="{51B88120-E8B7-C426-477A-56804F99DB5C}"/>
              </a:ext>
            </a:extLst>
          </p:cNvPr>
          <p:cNvSpPr>
            <a:spLocks noGrp="1"/>
          </p:cNvSpPr>
          <p:nvPr>
            <p:ph type="sldNum" sz="quarter" idx="11"/>
          </p:nvPr>
        </p:nvSpPr>
        <p:spPr bwMode="gray"/>
        <p:txBody>
          <a:bodyPr/>
          <a:lstStyle/>
          <a:p>
            <a:fld id="{5438FF58-A5B1-455A-BA0C-D8E0E4C71076}" type="slidenum">
              <a:rPr lang="de-DE" noProof="0" smtClean="0"/>
              <a:pPr/>
              <a:t>‹#›</a:t>
            </a:fld>
            <a:endParaRPr lang="de-DE" noProof="0"/>
          </a:p>
        </p:txBody>
      </p:sp>
      <p:sp>
        <p:nvSpPr>
          <p:cNvPr id="6" name="Text Placeholder 5">
            <a:extLst>
              <a:ext uri="{FF2B5EF4-FFF2-40B4-BE49-F238E27FC236}">
                <a16:creationId xmlns:a16="http://schemas.microsoft.com/office/drawing/2014/main" id="{1437442A-2E2B-60D6-57CD-158E4565F415}"/>
              </a:ext>
            </a:extLst>
          </p:cNvPr>
          <p:cNvSpPr>
            <a:spLocks noGrp="1"/>
          </p:cNvSpPr>
          <p:nvPr>
            <p:ph type="body" sz="quarter" idx="12" hasCustomPrompt="1"/>
          </p:nvPr>
        </p:nvSpPr>
        <p:spPr bwMode="gray">
          <a:xfrm>
            <a:off x="407988" y="1592263"/>
            <a:ext cx="3528000" cy="4644000"/>
          </a:xfrm>
        </p:spPr>
        <p:txBody>
          <a:body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sp>
        <p:nvSpPr>
          <p:cNvPr id="7" name="Text Placeholder 5">
            <a:extLst>
              <a:ext uri="{FF2B5EF4-FFF2-40B4-BE49-F238E27FC236}">
                <a16:creationId xmlns:a16="http://schemas.microsoft.com/office/drawing/2014/main" id="{37B0818A-E3C0-1D55-0E64-308082D2B018}"/>
              </a:ext>
            </a:extLst>
          </p:cNvPr>
          <p:cNvSpPr>
            <a:spLocks noGrp="1"/>
          </p:cNvSpPr>
          <p:nvPr>
            <p:ph type="body" sz="quarter" idx="13" hasCustomPrompt="1"/>
          </p:nvPr>
        </p:nvSpPr>
        <p:spPr bwMode="gray">
          <a:xfrm>
            <a:off x="8256240" y="1592796"/>
            <a:ext cx="3528000" cy="4644000"/>
          </a:xfrm>
        </p:spPr>
        <p:txBody>
          <a:body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grpSp>
        <p:nvGrpSpPr>
          <p:cNvPr id="8" name="Group 7">
            <a:extLst>
              <a:ext uri="{FF2B5EF4-FFF2-40B4-BE49-F238E27FC236}">
                <a16:creationId xmlns:a16="http://schemas.microsoft.com/office/drawing/2014/main" id="{83C19E4C-8AA9-ADC8-FE35-0F298ED87393}"/>
              </a:ext>
            </a:extLst>
          </p:cNvPr>
          <p:cNvGrpSpPr>
            <a:grpSpLocks noChangeAspect="1"/>
          </p:cNvGrpSpPr>
          <p:nvPr userDrawn="1"/>
        </p:nvGrpSpPr>
        <p:grpSpPr bwMode="gray">
          <a:xfrm>
            <a:off x="4331804" y="1592796"/>
            <a:ext cx="936000" cy="936000"/>
            <a:chOff x="5118212" y="1097010"/>
            <a:chExt cx="3600000" cy="3600000"/>
          </a:xfrm>
          <a:solidFill>
            <a:schemeClr val="accent1"/>
          </a:solidFill>
        </p:grpSpPr>
        <p:sp>
          <p:nvSpPr>
            <p:cNvPr id="9" name="Rectangle 8">
              <a:extLst>
                <a:ext uri="{FF2B5EF4-FFF2-40B4-BE49-F238E27FC236}">
                  <a16:creationId xmlns:a16="http://schemas.microsoft.com/office/drawing/2014/main" id="{85481458-525F-E24E-227B-CB047B711BBF}"/>
                </a:ext>
              </a:extLst>
            </p:cNvPr>
            <p:cNvSpPr>
              <a:spLocks noChangeAspect="1"/>
            </p:cNvSpPr>
            <p:nvPr userDrawn="1"/>
          </p:nvSpPr>
          <p:spPr bwMode="gray">
            <a:xfrm>
              <a:off x="5946212" y="1097010"/>
              <a:ext cx="2772000" cy="82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10" name="Rectangle 9">
              <a:extLst>
                <a:ext uri="{FF2B5EF4-FFF2-40B4-BE49-F238E27FC236}">
                  <a16:creationId xmlns:a16="http://schemas.microsoft.com/office/drawing/2014/main" id="{9DEF3AF9-5EA4-CD45-4617-53FACEA677A7}"/>
                </a:ext>
              </a:extLst>
            </p:cNvPr>
            <p:cNvSpPr>
              <a:spLocks noChangeAspect="1"/>
            </p:cNvSpPr>
            <p:nvPr userDrawn="1"/>
          </p:nvSpPr>
          <p:spPr bwMode="gray">
            <a:xfrm>
              <a:off x="5118212" y="1925010"/>
              <a:ext cx="828000" cy="277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sp>
        <p:nvSpPr>
          <p:cNvPr id="11" name="Picture Placeholder 17">
            <a:extLst>
              <a:ext uri="{FF2B5EF4-FFF2-40B4-BE49-F238E27FC236}">
                <a16:creationId xmlns:a16="http://schemas.microsoft.com/office/drawing/2014/main" id="{90701D0C-4058-1049-7ABB-7DCB4171444B}"/>
              </a:ext>
            </a:extLst>
          </p:cNvPr>
          <p:cNvSpPr>
            <a:spLocks noGrp="1"/>
          </p:cNvSpPr>
          <p:nvPr>
            <p:ph type="pic" sz="quarter" idx="22"/>
          </p:nvPr>
        </p:nvSpPr>
        <p:spPr bwMode="gray">
          <a:xfrm>
            <a:off x="4547828" y="1808819"/>
            <a:ext cx="3312000" cy="4428000"/>
          </a:xfrm>
        </p:spPr>
        <p:txBody>
          <a:bodyPr tIns="648000" anchor="ctr"/>
          <a:lstStyle>
            <a:lvl1pPr algn="ctr">
              <a:spcBef>
                <a:spcPts val="0"/>
              </a:spcBef>
              <a:defRPr sz="1600" b="0"/>
            </a:lvl1pPr>
          </a:lstStyle>
          <a:p>
            <a:r>
              <a:rPr lang="en-US" noProof="0"/>
              <a:t>Click icon to add picture</a:t>
            </a:r>
            <a:endParaRPr lang="de-DE" noProof="0" dirty="0"/>
          </a:p>
        </p:txBody>
      </p:sp>
    </p:spTree>
    <p:extLst>
      <p:ext uri="{BB962C8B-B14F-4D97-AF65-F5344CB8AC3E}">
        <p14:creationId xmlns:p14="http://schemas.microsoft.com/office/powerpoint/2010/main" val="673298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 Titel, Text und Bild (rech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572F5-E83A-3E87-215C-6FDF1BCF28E6}"/>
              </a:ext>
            </a:extLst>
          </p:cNvPr>
          <p:cNvSpPr>
            <a:spLocks noGrp="1"/>
          </p:cNvSpPr>
          <p:nvPr>
            <p:ph type="title" hasCustomPrompt="1"/>
          </p:nvPr>
        </p:nvSpPr>
        <p:spPr bwMode="gray"/>
        <p:txBody>
          <a:bodyPr/>
          <a:lstStyle/>
          <a:p>
            <a:r>
              <a:rPr lang="de-DE" noProof="0"/>
              <a:t>Folientitel durch Klicken bearbeiten </a:t>
            </a:r>
            <a:br>
              <a:rPr lang="de-DE" noProof="0"/>
            </a:br>
            <a:r>
              <a:rPr lang="de-DE" noProof="0"/>
              <a:t>(maximal zweizeilig)</a:t>
            </a:r>
          </a:p>
        </p:txBody>
      </p:sp>
      <p:sp>
        <p:nvSpPr>
          <p:cNvPr id="3" name="Footer Placeholder 2">
            <a:extLst>
              <a:ext uri="{FF2B5EF4-FFF2-40B4-BE49-F238E27FC236}">
                <a16:creationId xmlns:a16="http://schemas.microsoft.com/office/drawing/2014/main" id="{380B7BAE-6840-9842-1720-11CF2479686A}"/>
              </a:ext>
            </a:extLst>
          </p:cNvPr>
          <p:cNvSpPr>
            <a:spLocks noGrp="1"/>
          </p:cNvSpPr>
          <p:nvPr>
            <p:ph type="ftr" sz="quarter" idx="10"/>
          </p:nvPr>
        </p:nvSpPr>
        <p:spPr bwMode="gray"/>
        <p:txBody>
          <a:bodyPr/>
          <a:lstStyle/>
          <a:p>
            <a:r>
              <a:rPr lang="de-DE" noProof="0"/>
              <a:t>Hier steht der übergeordnete Präsentationstitel (Einfügen → Kopf- und Fußzeile)</a:t>
            </a:r>
          </a:p>
        </p:txBody>
      </p:sp>
      <p:sp>
        <p:nvSpPr>
          <p:cNvPr id="4" name="Slide Number Placeholder 3">
            <a:extLst>
              <a:ext uri="{FF2B5EF4-FFF2-40B4-BE49-F238E27FC236}">
                <a16:creationId xmlns:a16="http://schemas.microsoft.com/office/drawing/2014/main" id="{51B88120-E8B7-C426-477A-56804F99DB5C}"/>
              </a:ext>
            </a:extLst>
          </p:cNvPr>
          <p:cNvSpPr>
            <a:spLocks noGrp="1"/>
          </p:cNvSpPr>
          <p:nvPr>
            <p:ph type="sldNum" sz="quarter" idx="11"/>
          </p:nvPr>
        </p:nvSpPr>
        <p:spPr bwMode="gray"/>
        <p:txBody>
          <a:bodyPr/>
          <a:lstStyle/>
          <a:p>
            <a:fld id="{5438FF58-A5B1-455A-BA0C-D8E0E4C71076}" type="slidenum">
              <a:rPr lang="de-DE" noProof="0" smtClean="0"/>
              <a:pPr/>
              <a:t>‹#›</a:t>
            </a:fld>
            <a:endParaRPr lang="de-DE" noProof="0"/>
          </a:p>
        </p:txBody>
      </p:sp>
      <p:sp>
        <p:nvSpPr>
          <p:cNvPr id="6" name="Text Placeholder 5">
            <a:extLst>
              <a:ext uri="{FF2B5EF4-FFF2-40B4-BE49-F238E27FC236}">
                <a16:creationId xmlns:a16="http://schemas.microsoft.com/office/drawing/2014/main" id="{1437442A-2E2B-60D6-57CD-158E4565F415}"/>
              </a:ext>
            </a:extLst>
          </p:cNvPr>
          <p:cNvSpPr>
            <a:spLocks noGrp="1"/>
          </p:cNvSpPr>
          <p:nvPr>
            <p:ph type="body" sz="quarter" idx="12" hasCustomPrompt="1"/>
          </p:nvPr>
        </p:nvSpPr>
        <p:spPr bwMode="gray">
          <a:xfrm>
            <a:off x="407988" y="1592263"/>
            <a:ext cx="3528000" cy="4644000"/>
          </a:xfrm>
        </p:spPr>
        <p:txBody>
          <a:body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grpSp>
        <p:nvGrpSpPr>
          <p:cNvPr id="8" name="Group 7">
            <a:extLst>
              <a:ext uri="{FF2B5EF4-FFF2-40B4-BE49-F238E27FC236}">
                <a16:creationId xmlns:a16="http://schemas.microsoft.com/office/drawing/2014/main" id="{83C19E4C-8AA9-ADC8-FE35-0F298ED87393}"/>
              </a:ext>
            </a:extLst>
          </p:cNvPr>
          <p:cNvGrpSpPr>
            <a:grpSpLocks noChangeAspect="1"/>
          </p:cNvGrpSpPr>
          <p:nvPr userDrawn="1"/>
        </p:nvGrpSpPr>
        <p:grpSpPr bwMode="gray">
          <a:xfrm>
            <a:off x="4331804" y="1592796"/>
            <a:ext cx="936000" cy="936000"/>
            <a:chOff x="5118212" y="1097010"/>
            <a:chExt cx="3600000" cy="3600000"/>
          </a:xfrm>
          <a:solidFill>
            <a:schemeClr val="accent1"/>
          </a:solidFill>
        </p:grpSpPr>
        <p:sp>
          <p:nvSpPr>
            <p:cNvPr id="9" name="Rectangle 8">
              <a:extLst>
                <a:ext uri="{FF2B5EF4-FFF2-40B4-BE49-F238E27FC236}">
                  <a16:creationId xmlns:a16="http://schemas.microsoft.com/office/drawing/2014/main" id="{85481458-525F-E24E-227B-CB047B711BBF}"/>
                </a:ext>
              </a:extLst>
            </p:cNvPr>
            <p:cNvSpPr>
              <a:spLocks noChangeAspect="1"/>
            </p:cNvSpPr>
            <p:nvPr userDrawn="1"/>
          </p:nvSpPr>
          <p:spPr bwMode="gray">
            <a:xfrm>
              <a:off x="5946212" y="1097010"/>
              <a:ext cx="2772000" cy="82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10" name="Rectangle 9">
              <a:extLst>
                <a:ext uri="{FF2B5EF4-FFF2-40B4-BE49-F238E27FC236}">
                  <a16:creationId xmlns:a16="http://schemas.microsoft.com/office/drawing/2014/main" id="{9DEF3AF9-5EA4-CD45-4617-53FACEA677A7}"/>
                </a:ext>
              </a:extLst>
            </p:cNvPr>
            <p:cNvSpPr>
              <a:spLocks noChangeAspect="1"/>
            </p:cNvSpPr>
            <p:nvPr userDrawn="1"/>
          </p:nvSpPr>
          <p:spPr bwMode="gray">
            <a:xfrm>
              <a:off x="5118212" y="1925010"/>
              <a:ext cx="828000" cy="277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sp>
        <p:nvSpPr>
          <p:cNvPr id="11" name="Picture Placeholder 17">
            <a:extLst>
              <a:ext uri="{FF2B5EF4-FFF2-40B4-BE49-F238E27FC236}">
                <a16:creationId xmlns:a16="http://schemas.microsoft.com/office/drawing/2014/main" id="{90701D0C-4058-1049-7ABB-7DCB4171444B}"/>
              </a:ext>
            </a:extLst>
          </p:cNvPr>
          <p:cNvSpPr>
            <a:spLocks noGrp="1"/>
          </p:cNvSpPr>
          <p:nvPr>
            <p:ph type="pic" sz="quarter" idx="22"/>
          </p:nvPr>
        </p:nvSpPr>
        <p:spPr bwMode="gray">
          <a:xfrm>
            <a:off x="4547828" y="1808819"/>
            <a:ext cx="7236000" cy="4428000"/>
          </a:xfrm>
        </p:spPr>
        <p:txBody>
          <a:bodyPr tIns="648000" anchor="ctr"/>
          <a:lstStyle>
            <a:lvl1pPr algn="ctr">
              <a:spcBef>
                <a:spcPts val="0"/>
              </a:spcBef>
              <a:defRPr sz="1600" b="0"/>
            </a:lvl1pPr>
          </a:lstStyle>
          <a:p>
            <a:r>
              <a:rPr lang="en-US" noProof="0"/>
              <a:t>Click icon to add picture</a:t>
            </a:r>
            <a:endParaRPr lang="de-DE" noProof="0" dirty="0"/>
          </a:p>
        </p:txBody>
      </p:sp>
    </p:spTree>
    <p:extLst>
      <p:ext uri="{BB962C8B-B14F-4D97-AF65-F5344CB8AC3E}">
        <p14:creationId xmlns:p14="http://schemas.microsoft.com/office/powerpoint/2010/main" val="338715968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 Titel, Text und Bild (link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572F5-E83A-3E87-215C-6FDF1BCF28E6}"/>
              </a:ext>
            </a:extLst>
          </p:cNvPr>
          <p:cNvSpPr>
            <a:spLocks noGrp="1"/>
          </p:cNvSpPr>
          <p:nvPr>
            <p:ph type="title" hasCustomPrompt="1"/>
          </p:nvPr>
        </p:nvSpPr>
        <p:spPr bwMode="gray"/>
        <p:txBody>
          <a:bodyPr/>
          <a:lstStyle/>
          <a:p>
            <a:r>
              <a:rPr lang="de-DE" noProof="0"/>
              <a:t>Folientitel durch Klicken bearbeiten </a:t>
            </a:r>
            <a:br>
              <a:rPr lang="de-DE" noProof="0"/>
            </a:br>
            <a:r>
              <a:rPr lang="de-DE" noProof="0"/>
              <a:t>(maximal zweizeilig)</a:t>
            </a:r>
          </a:p>
        </p:txBody>
      </p:sp>
      <p:sp>
        <p:nvSpPr>
          <p:cNvPr id="3" name="Footer Placeholder 2">
            <a:extLst>
              <a:ext uri="{FF2B5EF4-FFF2-40B4-BE49-F238E27FC236}">
                <a16:creationId xmlns:a16="http://schemas.microsoft.com/office/drawing/2014/main" id="{380B7BAE-6840-9842-1720-11CF2479686A}"/>
              </a:ext>
            </a:extLst>
          </p:cNvPr>
          <p:cNvSpPr>
            <a:spLocks noGrp="1"/>
          </p:cNvSpPr>
          <p:nvPr>
            <p:ph type="ftr" sz="quarter" idx="10"/>
          </p:nvPr>
        </p:nvSpPr>
        <p:spPr bwMode="gray"/>
        <p:txBody>
          <a:bodyPr/>
          <a:lstStyle/>
          <a:p>
            <a:r>
              <a:rPr lang="de-DE" noProof="0"/>
              <a:t>Hier steht der übergeordnete Präsentationstitel (Einfügen → Kopf- und Fußzeile)</a:t>
            </a:r>
          </a:p>
        </p:txBody>
      </p:sp>
      <p:sp>
        <p:nvSpPr>
          <p:cNvPr id="4" name="Slide Number Placeholder 3">
            <a:extLst>
              <a:ext uri="{FF2B5EF4-FFF2-40B4-BE49-F238E27FC236}">
                <a16:creationId xmlns:a16="http://schemas.microsoft.com/office/drawing/2014/main" id="{51B88120-E8B7-C426-477A-56804F99DB5C}"/>
              </a:ext>
            </a:extLst>
          </p:cNvPr>
          <p:cNvSpPr>
            <a:spLocks noGrp="1"/>
          </p:cNvSpPr>
          <p:nvPr>
            <p:ph type="sldNum" sz="quarter" idx="11"/>
          </p:nvPr>
        </p:nvSpPr>
        <p:spPr bwMode="gray"/>
        <p:txBody>
          <a:bodyPr/>
          <a:lstStyle/>
          <a:p>
            <a:fld id="{5438FF58-A5B1-455A-BA0C-D8E0E4C71076}" type="slidenum">
              <a:rPr lang="de-DE" noProof="0" smtClean="0"/>
              <a:pPr/>
              <a:t>‹#›</a:t>
            </a:fld>
            <a:endParaRPr lang="de-DE" noProof="0"/>
          </a:p>
        </p:txBody>
      </p:sp>
      <p:sp>
        <p:nvSpPr>
          <p:cNvPr id="6" name="Text Placeholder 5">
            <a:extLst>
              <a:ext uri="{FF2B5EF4-FFF2-40B4-BE49-F238E27FC236}">
                <a16:creationId xmlns:a16="http://schemas.microsoft.com/office/drawing/2014/main" id="{1437442A-2E2B-60D6-57CD-158E4565F415}"/>
              </a:ext>
            </a:extLst>
          </p:cNvPr>
          <p:cNvSpPr>
            <a:spLocks noGrp="1"/>
          </p:cNvSpPr>
          <p:nvPr>
            <p:ph type="body" sz="quarter" idx="12" hasCustomPrompt="1"/>
          </p:nvPr>
        </p:nvSpPr>
        <p:spPr bwMode="gray">
          <a:xfrm>
            <a:off x="8256240" y="1592263"/>
            <a:ext cx="3528000" cy="4644000"/>
          </a:xfrm>
        </p:spPr>
        <p:txBody>
          <a:body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grpSp>
        <p:nvGrpSpPr>
          <p:cNvPr id="8" name="Group 7">
            <a:extLst>
              <a:ext uri="{FF2B5EF4-FFF2-40B4-BE49-F238E27FC236}">
                <a16:creationId xmlns:a16="http://schemas.microsoft.com/office/drawing/2014/main" id="{83C19E4C-8AA9-ADC8-FE35-0F298ED87393}"/>
              </a:ext>
            </a:extLst>
          </p:cNvPr>
          <p:cNvGrpSpPr>
            <a:grpSpLocks noChangeAspect="1"/>
          </p:cNvGrpSpPr>
          <p:nvPr userDrawn="1"/>
        </p:nvGrpSpPr>
        <p:grpSpPr bwMode="gray">
          <a:xfrm>
            <a:off x="407368" y="1592796"/>
            <a:ext cx="936000" cy="936000"/>
            <a:chOff x="5118212" y="1097010"/>
            <a:chExt cx="3600000" cy="3600000"/>
          </a:xfrm>
          <a:solidFill>
            <a:schemeClr val="accent1"/>
          </a:solidFill>
        </p:grpSpPr>
        <p:sp>
          <p:nvSpPr>
            <p:cNvPr id="9" name="Rectangle 8">
              <a:extLst>
                <a:ext uri="{FF2B5EF4-FFF2-40B4-BE49-F238E27FC236}">
                  <a16:creationId xmlns:a16="http://schemas.microsoft.com/office/drawing/2014/main" id="{85481458-525F-E24E-227B-CB047B711BBF}"/>
                </a:ext>
              </a:extLst>
            </p:cNvPr>
            <p:cNvSpPr>
              <a:spLocks noChangeAspect="1"/>
            </p:cNvSpPr>
            <p:nvPr userDrawn="1"/>
          </p:nvSpPr>
          <p:spPr bwMode="gray">
            <a:xfrm>
              <a:off x="5946212" y="1097010"/>
              <a:ext cx="2772000" cy="82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10" name="Rectangle 9">
              <a:extLst>
                <a:ext uri="{FF2B5EF4-FFF2-40B4-BE49-F238E27FC236}">
                  <a16:creationId xmlns:a16="http://schemas.microsoft.com/office/drawing/2014/main" id="{9DEF3AF9-5EA4-CD45-4617-53FACEA677A7}"/>
                </a:ext>
              </a:extLst>
            </p:cNvPr>
            <p:cNvSpPr>
              <a:spLocks noChangeAspect="1"/>
            </p:cNvSpPr>
            <p:nvPr userDrawn="1"/>
          </p:nvSpPr>
          <p:spPr bwMode="gray">
            <a:xfrm>
              <a:off x="5118212" y="1925010"/>
              <a:ext cx="828000" cy="277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sp>
        <p:nvSpPr>
          <p:cNvPr id="11" name="Picture Placeholder 17">
            <a:extLst>
              <a:ext uri="{FF2B5EF4-FFF2-40B4-BE49-F238E27FC236}">
                <a16:creationId xmlns:a16="http://schemas.microsoft.com/office/drawing/2014/main" id="{90701D0C-4058-1049-7ABB-7DCB4171444B}"/>
              </a:ext>
            </a:extLst>
          </p:cNvPr>
          <p:cNvSpPr>
            <a:spLocks noGrp="1"/>
          </p:cNvSpPr>
          <p:nvPr>
            <p:ph type="pic" sz="quarter" idx="22"/>
          </p:nvPr>
        </p:nvSpPr>
        <p:spPr bwMode="gray">
          <a:xfrm>
            <a:off x="623392" y="1808819"/>
            <a:ext cx="7236000" cy="4428000"/>
          </a:xfrm>
        </p:spPr>
        <p:txBody>
          <a:bodyPr tIns="648000" anchor="ctr"/>
          <a:lstStyle>
            <a:lvl1pPr algn="ctr">
              <a:spcBef>
                <a:spcPts val="0"/>
              </a:spcBef>
              <a:defRPr sz="1600" b="0"/>
            </a:lvl1pPr>
          </a:lstStyle>
          <a:p>
            <a:r>
              <a:rPr lang="en-US" noProof="0"/>
              <a:t>Click icon to add picture</a:t>
            </a:r>
            <a:endParaRPr lang="de-DE" noProof="0" dirty="0"/>
          </a:p>
        </p:txBody>
      </p:sp>
    </p:spTree>
    <p:extLst>
      <p:ext uri="{BB962C8B-B14F-4D97-AF65-F5344CB8AC3E}">
        <p14:creationId xmlns:p14="http://schemas.microsoft.com/office/powerpoint/2010/main" val="38221919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 Titel und Bi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572F5-E83A-3E87-215C-6FDF1BCF28E6}"/>
              </a:ext>
            </a:extLst>
          </p:cNvPr>
          <p:cNvSpPr>
            <a:spLocks noGrp="1"/>
          </p:cNvSpPr>
          <p:nvPr>
            <p:ph type="title" hasCustomPrompt="1"/>
          </p:nvPr>
        </p:nvSpPr>
        <p:spPr bwMode="gray"/>
        <p:txBody>
          <a:bodyPr/>
          <a:lstStyle/>
          <a:p>
            <a:r>
              <a:rPr lang="de-DE" noProof="0"/>
              <a:t>Folientitel durch Klicken bearbeiten </a:t>
            </a:r>
            <a:br>
              <a:rPr lang="de-DE" noProof="0"/>
            </a:br>
            <a:r>
              <a:rPr lang="de-DE" noProof="0"/>
              <a:t>(maximal zweizeilig)</a:t>
            </a:r>
          </a:p>
        </p:txBody>
      </p:sp>
      <p:sp>
        <p:nvSpPr>
          <p:cNvPr id="3" name="Footer Placeholder 2">
            <a:extLst>
              <a:ext uri="{FF2B5EF4-FFF2-40B4-BE49-F238E27FC236}">
                <a16:creationId xmlns:a16="http://schemas.microsoft.com/office/drawing/2014/main" id="{380B7BAE-6840-9842-1720-11CF2479686A}"/>
              </a:ext>
            </a:extLst>
          </p:cNvPr>
          <p:cNvSpPr>
            <a:spLocks noGrp="1"/>
          </p:cNvSpPr>
          <p:nvPr>
            <p:ph type="ftr" sz="quarter" idx="10"/>
          </p:nvPr>
        </p:nvSpPr>
        <p:spPr bwMode="gray"/>
        <p:txBody>
          <a:bodyPr/>
          <a:lstStyle/>
          <a:p>
            <a:r>
              <a:rPr lang="de-DE" noProof="0"/>
              <a:t>Hier steht der übergeordnete Präsentationstitel (Einfügen → Kopf- und Fußzeile)</a:t>
            </a:r>
          </a:p>
        </p:txBody>
      </p:sp>
      <p:sp>
        <p:nvSpPr>
          <p:cNvPr id="4" name="Slide Number Placeholder 3">
            <a:extLst>
              <a:ext uri="{FF2B5EF4-FFF2-40B4-BE49-F238E27FC236}">
                <a16:creationId xmlns:a16="http://schemas.microsoft.com/office/drawing/2014/main" id="{51B88120-E8B7-C426-477A-56804F99DB5C}"/>
              </a:ext>
            </a:extLst>
          </p:cNvPr>
          <p:cNvSpPr>
            <a:spLocks noGrp="1"/>
          </p:cNvSpPr>
          <p:nvPr>
            <p:ph type="sldNum" sz="quarter" idx="11"/>
          </p:nvPr>
        </p:nvSpPr>
        <p:spPr bwMode="gray"/>
        <p:txBody>
          <a:bodyPr/>
          <a:lstStyle/>
          <a:p>
            <a:fld id="{5438FF58-A5B1-455A-BA0C-D8E0E4C71076}" type="slidenum">
              <a:rPr lang="de-DE" noProof="0" smtClean="0"/>
              <a:pPr/>
              <a:t>‹#›</a:t>
            </a:fld>
            <a:endParaRPr lang="de-DE" noProof="0"/>
          </a:p>
        </p:txBody>
      </p:sp>
      <p:grpSp>
        <p:nvGrpSpPr>
          <p:cNvPr id="8" name="Group 7">
            <a:extLst>
              <a:ext uri="{FF2B5EF4-FFF2-40B4-BE49-F238E27FC236}">
                <a16:creationId xmlns:a16="http://schemas.microsoft.com/office/drawing/2014/main" id="{83C19E4C-8AA9-ADC8-FE35-0F298ED87393}"/>
              </a:ext>
            </a:extLst>
          </p:cNvPr>
          <p:cNvGrpSpPr>
            <a:grpSpLocks noChangeAspect="1"/>
          </p:cNvGrpSpPr>
          <p:nvPr userDrawn="1"/>
        </p:nvGrpSpPr>
        <p:grpSpPr bwMode="gray">
          <a:xfrm>
            <a:off x="407368" y="1592796"/>
            <a:ext cx="936000" cy="936000"/>
            <a:chOff x="5118212" y="1097010"/>
            <a:chExt cx="3600000" cy="3600000"/>
          </a:xfrm>
          <a:solidFill>
            <a:schemeClr val="accent1"/>
          </a:solidFill>
        </p:grpSpPr>
        <p:sp>
          <p:nvSpPr>
            <p:cNvPr id="9" name="Rectangle 8">
              <a:extLst>
                <a:ext uri="{FF2B5EF4-FFF2-40B4-BE49-F238E27FC236}">
                  <a16:creationId xmlns:a16="http://schemas.microsoft.com/office/drawing/2014/main" id="{85481458-525F-E24E-227B-CB047B711BBF}"/>
                </a:ext>
              </a:extLst>
            </p:cNvPr>
            <p:cNvSpPr>
              <a:spLocks noChangeAspect="1"/>
            </p:cNvSpPr>
            <p:nvPr userDrawn="1"/>
          </p:nvSpPr>
          <p:spPr bwMode="gray">
            <a:xfrm>
              <a:off x="5946212" y="1097010"/>
              <a:ext cx="2772000" cy="82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10" name="Rectangle 9">
              <a:extLst>
                <a:ext uri="{FF2B5EF4-FFF2-40B4-BE49-F238E27FC236}">
                  <a16:creationId xmlns:a16="http://schemas.microsoft.com/office/drawing/2014/main" id="{9DEF3AF9-5EA4-CD45-4617-53FACEA677A7}"/>
                </a:ext>
              </a:extLst>
            </p:cNvPr>
            <p:cNvSpPr>
              <a:spLocks noChangeAspect="1"/>
            </p:cNvSpPr>
            <p:nvPr userDrawn="1"/>
          </p:nvSpPr>
          <p:spPr bwMode="gray">
            <a:xfrm>
              <a:off x="5118212" y="1925010"/>
              <a:ext cx="828000" cy="277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sp>
        <p:nvSpPr>
          <p:cNvPr id="11" name="Picture Placeholder 17">
            <a:extLst>
              <a:ext uri="{FF2B5EF4-FFF2-40B4-BE49-F238E27FC236}">
                <a16:creationId xmlns:a16="http://schemas.microsoft.com/office/drawing/2014/main" id="{90701D0C-4058-1049-7ABB-7DCB4171444B}"/>
              </a:ext>
            </a:extLst>
          </p:cNvPr>
          <p:cNvSpPr>
            <a:spLocks noGrp="1"/>
          </p:cNvSpPr>
          <p:nvPr>
            <p:ph type="pic" sz="quarter" idx="22"/>
          </p:nvPr>
        </p:nvSpPr>
        <p:spPr bwMode="gray">
          <a:xfrm>
            <a:off x="623392" y="1808819"/>
            <a:ext cx="11160000" cy="4428000"/>
          </a:xfrm>
        </p:spPr>
        <p:txBody>
          <a:bodyPr tIns="648000" anchor="ctr"/>
          <a:lstStyle>
            <a:lvl1pPr algn="ctr">
              <a:spcBef>
                <a:spcPts val="0"/>
              </a:spcBef>
              <a:defRPr sz="1600" b="0"/>
            </a:lvl1pPr>
          </a:lstStyle>
          <a:p>
            <a:r>
              <a:rPr lang="en-US" noProof="0"/>
              <a:t>Click icon to add picture</a:t>
            </a:r>
            <a:endParaRPr lang="de-DE" noProof="0" dirty="0"/>
          </a:p>
        </p:txBody>
      </p:sp>
    </p:spTree>
    <p:extLst>
      <p:ext uri="{BB962C8B-B14F-4D97-AF65-F5344CB8AC3E}">
        <p14:creationId xmlns:p14="http://schemas.microsoft.com/office/powerpoint/2010/main" val="65932291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 Bild vollflächig">
    <p:spTree>
      <p:nvGrpSpPr>
        <p:cNvPr id="1" name=""/>
        <p:cNvGrpSpPr/>
        <p:nvPr/>
      </p:nvGrpSpPr>
      <p:grpSpPr>
        <a:xfrm>
          <a:off x="0" y="0"/>
          <a:ext cx="0" cy="0"/>
          <a:chOff x="0" y="0"/>
          <a:chExt cx="0" cy="0"/>
        </a:xfrm>
      </p:grpSpPr>
      <p:sp>
        <p:nvSpPr>
          <p:cNvPr id="11" name="Picture Placeholder 17">
            <a:extLst>
              <a:ext uri="{FF2B5EF4-FFF2-40B4-BE49-F238E27FC236}">
                <a16:creationId xmlns:a16="http://schemas.microsoft.com/office/drawing/2014/main" id="{90701D0C-4058-1049-7ABB-7DCB4171444B}"/>
              </a:ext>
            </a:extLst>
          </p:cNvPr>
          <p:cNvSpPr>
            <a:spLocks noGrp="1"/>
          </p:cNvSpPr>
          <p:nvPr>
            <p:ph type="pic" sz="quarter" idx="22"/>
          </p:nvPr>
        </p:nvSpPr>
        <p:spPr bwMode="gray">
          <a:xfrm>
            <a:off x="0" y="0"/>
            <a:ext cx="12192000" cy="6858000"/>
          </a:xfrm>
        </p:spPr>
        <p:txBody>
          <a:bodyPr tIns="648000" anchor="ctr"/>
          <a:lstStyle>
            <a:lvl1pPr algn="ctr">
              <a:spcBef>
                <a:spcPts val="0"/>
              </a:spcBef>
              <a:defRPr sz="1600" b="0"/>
            </a:lvl1pPr>
          </a:lstStyle>
          <a:p>
            <a:r>
              <a:rPr lang="en-US" noProof="0"/>
              <a:t>Click icon to add picture</a:t>
            </a:r>
            <a:endParaRPr lang="de-DE" noProof="0" dirty="0"/>
          </a:p>
        </p:txBody>
      </p:sp>
    </p:spTree>
    <p:extLst>
      <p:ext uri="{BB962C8B-B14F-4D97-AF65-F5344CB8AC3E}">
        <p14:creationId xmlns:p14="http://schemas.microsoft.com/office/powerpoint/2010/main" val="116504124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 Aussage/ Zitat/Fazit">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5F6CCEE-3609-A3D9-710C-B1A619E74966}"/>
              </a:ext>
            </a:extLst>
          </p:cNvPr>
          <p:cNvGrpSpPr>
            <a:grpSpLocks noChangeAspect="1"/>
          </p:cNvGrpSpPr>
          <p:nvPr userDrawn="1"/>
        </p:nvGrpSpPr>
        <p:grpSpPr bwMode="gray">
          <a:xfrm>
            <a:off x="1227360" y="1228476"/>
            <a:ext cx="1584000" cy="1584000"/>
            <a:chOff x="5118212" y="1087283"/>
            <a:chExt cx="3600000" cy="3600000"/>
          </a:xfrm>
          <a:solidFill>
            <a:schemeClr val="accent1"/>
          </a:solidFill>
        </p:grpSpPr>
        <p:sp>
          <p:nvSpPr>
            <p:cNvPr id="10" name="Rectangle 9">
              <a:extLst>
                <a:ext uri="{FF2B5EF4-FFF2-40B4-BE49-F238E27FC236}">
                  <a16:creationId xmlns:a16="http://schemas.microsoft.com/office/drawing/2014/main" id="{2E84438C-56F6-5D61-6F97-13660B1104A4}"/>
                </a:ext>
              </a:extLst>
            </p:cNvPr>
            <p:cNvSpPr>
              <a:spLocks noChangeAspect="1"/>
            </p:cNvSpPr>
            <p:nvPr userDrawn="1"/>
          </p:nvSpPr>
          <p:spPr bwMode="gray">
            <a:xfrm>
              <a:off x="5946212" y="1087283"/>
              <a:ext cx="2772000" cy="82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11" name="Rectangle 10">
              <a:extLst>
                <a:ext uri="{FF2B5EF4-FFF2-40B4-BE49-F238E27FC236}">
                  <a16:creationId xmlns:a16="http://schemas.microsoft.com/office/drawing/2014/main" id="{FCC4A094-E408-14E3-8E55-1185E70C60EB}"/>
                </a:ext>
              </a:extLst>
            </p:cNvPr>
            <p:cNvSpPr>
              <a:spLocks noChangeAspect="1"/>
            </p:cNvSpPr>
            <p:nvPr userDrawn="1"/>
          </p:nvSpPr>
          <p:spPr bwMode="gray">
            <a:xfrm>
              <a:off x="5118212" y="1915283"/>
              <a:ext cx="828000" cy="277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sp>
        <p:nvSpPr>
          <p:cNvPr id="12" name="Text Placeholder 10">
            <a:extLst>
              <a:ext uri="{FF2B5EF4-FFF2-40B4-BE49-F238E27FC236}">
                <a16:creationId xmlns:a16="http://schemas.microsoft.com/office/drawing/2014/main" id="{D0ACBE4F-5B28-6C7B-A6C8-6865AC6F033D}"/>
              </a:ext>
            </a:extLst>
          </p:cNvPr>
          <p:cNvSpPr>
            <a:spLocks noGrp="1"/>
          </p:cNvSpPr>
          <p:nvPr>
            <p:ph type="body" sz="quarter" idx="12" hasCustomPrompt="1"/>
          </p:nvPr>
        </p:nvSpPr>
        <p:spPr bwMode="gray">
          <a:xfrm>
            <a:off x="1956000" y="1957116"/>
            <a:ext cx="8280000" cy="2659190"/>
          </a:xfrm>
        </p:spPr>
        <p:txBody>
          <a:bodyPr wrap="square" anchor="t">
            <a:spAutoFit/>
          </a:bodyPr>
          <a:lstStyle>
            <a:lvl1pPr marL="0" indent="0" algn="ctr">
              <a:lnSpc>
                <a:spcPct val="90000"/>
              </a:lnSpc>
              <a:spcBef>
                <a:spcPts val="0"/>
              </a:spcBef>
              <a:buFont typeface="Skeena" panose="020B0604020202020204" pitchFamily="34" charset="0"/>
              <a:buNone/>
              <a:defRPr sz="4800" b="1">
                <a:solidFill>
                  <a:schemeClr val="tx1"/>
                </a:solidFill>
              </a:defRPr>
            </a:lvl1pPr>
            <a:lvl2pPr marL="0" indent="0" algn="ctr">
              <a:lnSpc>
                <a:spcPct val="90000"/>
              </a:lnSpc>
              <a:spcBef>
                <a:spcPts val="0"/>
              </a:spcBef>
              <a:buFont typeface="Skeena" panose="020B0604020202020204" pitchFamily="34" charset="0"/>
              <a:buNone/>
              <a:defRPr sz="4800" b="1">
                <a:solidFill>
                  <a:schemeClr val="tx1"/>
                </a:solidFill>
              </a:defRPr>
            </a:lvl2pPr>
            <a:lvl3pPr marL="0" indent="0" algn="ctr">
              <a:lnSpc>
                <a:spcPct val="90000"/>
              </a:lnSpc>
              <a:spcBef>
                <a:spcPts val="0"/>
              </a:spcBef>
              <a:buNone/>
              <a:defRPr sz="4800" b="1">
                <a:solidFill>
                  <a:schemeClr val="tx1"/>
                </a:solidFill>
              </a:defRPr>
            </a:lvl3pPr>
            <a:lvl4pPr marL="0" indent="0" algn="ctr">
              <a:lnSpc>
                <a:spcPct val="90000"/>
              </a:lnSpc>
              <a:spcBef>
                <a:spcPts val="0"/>
              </a:spcBef>
              <a:buNone/>
              <a:defRPr sz="4800" b="1">
                <a:solidFill>
                  <a:schemeClr val="tx1"/>
                </a:solidFill>
              </a:defRPr>
            </a:lvl4pPr>
            <a:lvl5pPr marL="0" indent="0" algn="ctr">
              <a:lnSpc>
                <a:spcPct val="90000"/>
              </a:lnSpc>
              <a:spcBef>
                <a:spcPts val="0"/>
              </a:spcBef>
              <a:buNone/>
              <a:defRPr sz="4800" b="1">
                <a:solidFill>
                  <a:schemeClr val="tx1"/>
                </a:solidFill>
              </a:defRPr>
            </a:lvl5pPr>
            <a:lvl6pPr marL="0" indent="0" algn="ctr">
              <a:lnSpc>
                <a:spcPct val="90000"/>
              </a:lnSpc>
              <a:spcBef>
                <a:spcPts val="0"/>
              </a:spcBef>
              <a:buNone/>
              <a:defRPr sz="4800" b="1">
                <a:solidFill>
                  <a:schemeClr val="tx1"/>
                </a:solidFill>
              </a:defRPr>
            </a:lvl6pPr>
            <a:lvl7pPr marL="0" indent="0" algn="ctr">
              <a:lnSpc>
                <a:spcPct val="90000"/>
              </a:lnSpc>
              <a:spcBef>
                <a:spcPts val="0"/>
              </a:spcBef>
              <a:buNone/>
              <a:defRPr sz="4800" b="1">
                <a:solidFill>
                  <a:schemeClr val="tx1"/>
                </a:solidFill>
              </a:defRPr>
            </a:lvl7pPr>
            <a:lvl8pPr marL="0" indent="0" algn="ctr">
              <a:lnSpc>
                <a:spcPct val="90000"/>
              </a:lnSpc>
              <a:spcBef>
                <a:spcPts val="0"/>
              </a:spcBef>
              <a:buNone/>
              <a:defRPr sz="4800" b="1">
                <a:solidFill>
                  <a:schemeClr val="tx1"/>
                </a:solidFill>
              </a:defRPr>
            </a:lvl8pPr>
            <a:lvl9pPr marL="0" indent="0" algn="ctr">
              <a:lnSpc>
                <a:spcPct val="90000"/>
              </a:lnSpc>
              <a:spcBef>
                <a:spcPts val="0"/>
              </a:spcBef>
              <a:buNone/>
              <a:defRPr sz="4800" b="1">
                <a:solidFill>
                  <a:schemeClr val="tx1"/>
                </a:solidFill>
              </a:defRPr>
            </a:lvl9pPr>
          </a:lstStyle>
          <a:p>
            <a:pPr lvl="0"/>
            <a:r>
              <a:rPr lang="de-DE" noProof="0" dirty="0"/>
              <a:t>Aussage/Zwischenfazit/Zitat durch Klicken bearbeiten (kann auch mehrere Zeilen lang sein)</a:t>
            </a:r>
          </a:p>
        </p:txBody>
      </p:sp>
    </p:spTree>
    <p:extLst>
      <p:ext uri="{BB962C8B-B14F-4D97-AF65-F5344CB8AC3E}">
        <p14:creationId xmlns:p14="http://schemas.microsoft.com/office/powerpoint/2010/main" val="235994860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 Kontaktfolie mit Bi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572F5-E83A-3E87-215C-6FDF1BCF28E6}"/>
              </a:ext>
            </a:extLst>
          </p:cNvPr>
          <p:cNvSpPr>
            <a:spLocks noGrp="1"/>
          </p:cNvSpPr>
          <p:nvPr>
            <p:ph type="title" hasCustomPrompt="1"/>
          </p:nvPr>
        </p:nvSpPr>
        <p:spPr bwMode="gray">
          <a:xfrm>
            <a:off x="407368" y="224644"/>
            <a:ext cx="3528000" cy="997196"/>
          </a:xfrm>
        </p:spPr>
        <p:txBody>
          <a:bodyPr/>
          <a:lstStyle>
            <a:lvl1pPr>
              <a:defRPr/>
            </a:lvl1pPr>
          </a:lstStyle>
          <a:p>
            <a:r>
              <a:rPr lang="de-DE" noProof="0"/>
              <a:t>Folientitel bearbeiten</a:t>
            </a:r>
          </a:p>
        </p:txBody>
      </p:sp>
      <p:sp>
        <p:nvSpPr>
          <p:cNvPr id="6" name="Text Placeholder 5">
            <a:extLst>
              <a:ext uri="{FF2B5EF4-FFF2-40B4-BE49-F238E27FC236}">
                <a16:creationId xmlns:a16="http://schemas.microsoft.com/office/drawing/2014/main" id="{1437442A-2E2B-60D6-57CD-158E4565F415}"/>
              </a:ext>
            </a:extLst>
          </p:cNvPr>
          <p:cNvSpPr>
            <a:spLocks noGrp="1"/>
          </p:cNvSpPr>
          <p:nvPr>
            <p:ph type="body" sz="quarter" idx="12" hasCustomPrompt="1"/>
          </p:nvPr>
        </p:nvSpPr>
        <p:spPr bwMode="gray">
          <a:xfrm>
            <a:off x="407368" y="3517267"/>
            <a:ext cx="3528000" cy="307777"/>
          </a:xfrm>
        </p:spPr>
        <p:txBody>
          <a:bodyPr anchor="b">
            <a:spAutoFit/>
          </a:bodyPr>
          <a:lstStyle>
            <a:lvl1pPr marL="0" indent="0">
              <a:spcBef>
                <a:spcPts val="0"/>
              </a:spcBef>
              <a:buFont typeface="Skeena" panose="020B0604020202020204" pitchFamily="34" charset="0"/>
              <a:buNone/>
              <a:defRPr sz="2000" b="1"/>
            </a:lvl1pPr>
            <a:lvl2pPr marL="0" indent="0">
              <a:spcBef>
                <a:spcPts val="0"/>
              </a:spcBef>
              <a:buFont typeface="Skeena" panose="020B0604020202020204" pitchFamily="34" charset="0"/>
              <a:buNone/>
              <a:defRPr sz="2000" b="1"/>
            </a:lvl2pPr>
            <a:lvl3pPr marL="0" indent="0">
              <a:spcBef>
                <a:spcPts val="0"/>
              </a:spcBef>
              <a:buNone/>
              <a:defRPr sz="2000" b="1"/>
            </a:lvl3pPr>
            <a:lvl4pPr marL="0" indent="0">
              <a:spcBef>
                <a:spcPts val="0"/>
              </a:spcBef>
              <a:buNone/>
              <a:defRPr sz="2000" b="1"/>
            </a:lvl4pPr>
            <a:lvl5pPr marL="0" indent="0">
              <a:spcBef>
                <a:spcPts val="0"/>
              </a:spcBef>
              <a:buNone/>
              <a:defRPr sz="2000" b="1"/>
            </a:lvl5pPr>
            <a:lvl6pPr marL="0" indent="0">
              <a:spcBef>
                <a:spcPts val="0"/>
              </a:spcBef>
              <a:buNone/>
              <a:defRPr sz="2000" b="1"/>
            </a:lvl6pPr>
            <a:lvl7pPr marL="0" indent="0">
              <a:spcBef>
                <a:spcPts val="0"/>
              </a:spcBef>
              <a:buNone/>
              <a:defRPr sz="2000" b="1"/>
            </a:lvl7pPr>
            <a:lvl8pPr marL="0" indent="0">
              <a:spcBef>
                <a:spcPts val="0"/>
              </a:spcBef>
              <a:buNone/>
              <a:defRPr sz="2000" b="1"/>
            </a:lvl8pPr>
            <a:lvl9pPr marL="0" indent="0">
              <a:spcBef>
                <a:spcPts val="0"/>
              </a:spcBef>
              <a:buNone/>
              <a:defRPr sz="2000" b="1"/>
            </a:lvl9pPr>
          </a:lstStyle>
          <a:p>
            <a:pPr lvl="0"/>
            <a:r>
              <a:rPr lang="de-DE" noProof="0" dirty="0"/>
              <a:t>Unternehmen bearbeiten</a:t>
            </a:r>
          </a:p>
        </p:txBody>
      </p:sp>
      <p:grpSp>
        <p:nvGrpSpPr>
          <p:cNvPr id="8" name="Group 7">
            <a:extLst>
              <a:ext uri="{FF2B5EF4-FFF2-40B4-BE49-F238E27FC236}">
                <a16:creationId xmlns:a16="http://schemas.microsoft.com/office/drawing/2014/main" id="{83C19E4C-8AA9-ADC8-FE35-0F298ED87393}"/>
              </a:ext>
            </a:extLst>
          </p:cNvPr>
          <p:cNvGrpSpPr>
            <a:grpSpLocks noChangeAspect="1"/>
          </p:cNvGrpSpPr>
          <p:nvPr userDrawn="1"/>
        </p:nvGrpSpPr>
        <p:grpSpPr bwMode="gray">
          <a:xfrm>
            <a:off x="4331804" y="1376772"/>
            <a:ext cx="936000" cy="936000"/>
            <a:chOff x="5118212" y="1097010"/>
            <a:chExt cx="3600000" cy="3600000"/>
          </a:xfrm>
          <a:solidFill>
            <a:schemeClr val="accent1"/>
          </a:solidFill>
        </p:grpSpPr>
        <p:sp>
          <p:nvSpPr>
            <p:cNvPr id="9" name="Rectangle 8">
              <a:extLst>
                <a:ext uri="{FF2B5EF4-FFF2-40B4-BE49-F238E27FC236}">
                  <a16:creationId xmlns:a16="http://schemas.microsoft.com/office/drawing/2014/main" id="{85481458-525F-E24E-227B-CB047B711BBF}"/>
                </a:ext>
              </a:extLst>
            </p:cNvPr>
            <p:cNvSpPr>
              <a:spLocks noChangeAspect="1"/>
            </p:cNvSpPr>
            <p:nvPr userDrawn="1"/>
          </p:nvSpPr>
          <p:spPr bwMode="gray">
            <a:xfrm>
              <a:off x="5946212" y="1097010"/>
              <a:ext cx="2772000" cy="82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10" name="Rectangle 9">
              <a:extLst>
                <a:ext uri="{FF2B5EF4-FFF2-40B4-BE49-F238E27FC236}">
                  <a16:creationId xmlns:a16="http://schemas.microsoft.com/office/drawing/2014/main" id="{9DEF3AF9-5EA4-CD45-4617-53FACEA677A7}"/>
                </a:ext>
              </a:extLst>
            </p:cNvPr>
            <p:cNvSpPr>
              <a:spLocks noChangeAspect="1"/>
            </p:cNvSpPr>
            <p:nvPr userDrawn="1"/>
          </p:nvSpPr>
          <p:spPr bwMode="gray">
            <a:xfrm>
              <a:off x="5118212" y="1925010"/>
              <a:ext cx="828000" cy="277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sp>
        <p:nvSpPr>
          <p:cNvPr id="11" name="Picture Placeholder 17">
            <a:extLst>
              <a:ext uri="{FF2B5EF4-FFF2-40B4-BE49-F238E27FC236}">
                <a16:creationId xmlns:a16="http://schemas.microsoft.com/office/drawing/2014/main" id="{90701D0C-4058-1049-7ABB-7DCB4171444B}"/>
              </a:ext>
            </a:extLst>
          </p:cNvPr>
          <p:cNvSpPr>
            <a:spLocks noGrp="1"/>
          </p:cNvSpPr>
          <p:nvPr>
            <p:ph type="pic" sz="quarter" idx="22"/>
          </p:nvPr>
        </p:nvSpPr>
        <p:spPr bwMode="gray">
          <a:xfrm>
            <a:off x="4547828" y="1592794"/>
            <a:ext cx="7644172" cy="5265205"/>
          </a:xfrm>
        </p:spPr>
        <p:txBody>
          <a:bodyPr tIns="648000" anchor="ctr"/>
          <a:lstStyle>
            <a:lvl1pPr algn="ctr">
              <a:spcBef>
                <a:spcPts val="0"/>
              </a:spcBef>
              <a:defRPr sz="1600" b="0"/>
            </a:lvl1pPr>
          </a:lstStyle>
          <a:p>
            <a:r>
              <a:rPr lang="en-US" noProof="0"/>
              <a:t>Click icon to add picture</a:t>
            </a:r>
            <a:endParaRPr lang="de-DE" noProof="0" dirty="0"/>
          </a:p>
        </p:txBody>
      </p:sp>
      <p:sp>
        <p:nvSpPr>
          <p:cNvPr id="16" name="Text Placeholder 5">
            <a:extLst>
              <a:ext uri="{FF2B5EF4-FFF2-40B4-BE49-F238E27FC236}">
                <a16:creationId xmlns:a16="http://schemas.microsoft.com/office/drawing/2014/main" id="{82BEB21C-62B8-72C1-97F4-0C9519EE65B6}"/>
              </a:ext>
            </a:extLst>
          </p:cNvPr>
          <p:cNvSpPr>
            <a:spLocks noGrp="1"/>
          </p:cNvSpPr>
          <p:nvPr>
            <p:ph type="body" sz="quarter" idx="23" hasCustomPrompt="1"/>
          </p:nvPr>
        </p:nvSpPr>
        <p:spPr bwMode="gray">
          <a:xfrm>
            <a:off x="407368" y="3933056"/>
            <a:ext cx="3528000" cy="307777"/>
          </a:xfrm>
        </p:spPr>
        <p:txBody>
          <a:bodyPr anchor="t">
            <a:spAutoFit/>
          </a:bodyPr>
          <a:lstStyle>
            <a:lvl1pPr marL="0" indent="0">
              <a:spcBef>
                <a:spcPts val="0"/>
              </a:spcBef>
              <a:buFont typeface="Skeena" panose="020B0604020202020204" pitchFamily="34" charset="0"/>
              <a:buNone/>
              <a:defRPr sz="2000" b="0"/>
            </a:lvl1pPr>
            <a:lvl2pPr marL="0" indent="0">
              <a:spcBef>
                <a:spcPts val="0"/>
              </a:spcBef>
              <a:buFont typeface="Skeena" panose="020B0604020202020204" pitchFamily="34" charset="0"/>
              <a:buNone/>
              <a:defRPr sz="2000" b="0"/>
            </a:lvl2pPr>
            <a:lvl3pPr marL="0" indent="0">
              <a:spcBef>
                <a:spcPts val="0"/>
              </a:spcBef>
              <a:buNone/>
              <a:defRPr sz="2000" b="0"/>
            </a:lvl3pPr>
            <a:lvl4pPr marL="0" indent="0">
              <a:spcBef>
                <a:spcPts val="0"/>
              </a:spcBef>
              <a:buNone/>
              <a:defRPr sz="2000" b="0"/>
            </a:lvl4pPr>
            <a:lvl5pPr marL="0" indent="0">
              <a:spcBef>
                <a:spcPts val="0"/>
              </a:spcBef>
              <a:buNone/>
              <a:defRPr sz="2000" b="0"/>
            </a:lvl5pPr>
            <a:lvl6pPr marL="0" indent="0">
              <a:spcBef>
                <a:spcPts val="0"/>
              </a:spcBef>
              <a:buNone/>
              <a:defRPr sz="2000" b="0"/>
            </a:lvl6pPr>
            <a:lvl7pPr marL="0" indent="0">
              <a:spcBef>
                <a:spcPts val="0"/>
              </a:spcBef>
              <a:buNone/>
              <a:defRPr sz="2000" b="0"/>
            </a:lvl7pPr>
            <a:lvl8pPr marL="0" indent="0">
              <a:spcBef>
                <a:spcPts val="0"/>
              </a:spcBef>
              <a:buNone/>
              <a:defRPr sz="2000" b="0"/>
            </a:lvl8pPr>
            <a:lvl9pPr marL="0" indent="0">
              <a:spcBef>
                <a:spcPts val="0"/>
              </a:spcBef>
              <a:buNone/>
              <a:defRPr sz="2000" b="0"/>
            </a:lvl9pPr>
          </a:lstStyle>
          <a:p>
            <a:pPr lvl="0"/>
            <a:r>
              <a:rPr lang="de-DE" noProof="0" dirty="0"/>
              <a:t>Adresse bearbeiten</a:t>
            </a:r>
          </a:p>
        </p:txBody>
      </p:sp>
      <p:sp>
        <p:nvSpPr>
          <p:cNvPr id="17" name="Text Placeholder 5">
            <a:extLst>
              <a:ext uri="{FF2B5EF4-FFF2-40B4-BE49-F238E27FC236}">
                <a16:creationId xmlns:a16="http://schemas.microsoft.com/office/drawing/2014/main" id="{5760929B-6D95-E7C0-511B-864EF5C8993F}"/>
              </a:ext>
            </a:extLst>
          </p:cNvPr>
          <p:cNvSpPr>
            <a:spLocks noGrp="1"/>
          </p:cNvSpPr>
          <p:nvPr>
            <p:ph type="body" sz="quarter" idx="24" hasCustomPrompt="1"/>
          </p:nvPr>
        </p:nvSpPr>
        <p:spPr bwMode="gray">
          <a:xfrm>
            <a:off x="407368" y="5173451"/>
            <a:ext cx="3528000" cy="307777"/>
          </a:xfrm>
        </p:spPr>
        <p:txBody>
          <a:bodyPr anchor="b">
            <a:spAutoFit/>
          </a:bodyPr>
          <a:lstStyle>
            <a:lvl1pPr marL="0" indent="0">
              <a:spcBef>
                <a:spcPts val="0"/>
              </a:spcBef>
              <a:buFont typeface="Skeena" panose="020B0604020202020204" pitchFamily="34" charset="0"/>
              <a:buNone/>
              <a:defRPr sz="2000" b="1">
                <a:solidFill>
                  <a:schemeClr val="accent1"/>
                </a:solidFill>
              </a:defRPr>
            </a:lvl1pPr>
            <a:lvl2pPr marL="0" indent="0">
              <a:spcBef>
                <a:spcPts val="0"/>
              </a:spcBef>
              <a:buFont typeface="Skeena" panose="020B0604020202020204" pitchFamily="34" charset="0"/>
              <a:buNone/>
              <a:defRPr sz="2000" b="1">
                <a:solidFill>
                  <a:schemeClr val="accent1"/>
                </a:solidFill>
              </a:defRPr>
            </a:lvl2pPr>
            <a:lvl3pPr marL="0" indent="0">
              <a:spcBef>
                <a:spcPts val="0"/>
              </a:spcBef>
              <a:buNone/>
              <a:defRPr sz="2000" b="1">
                <a:solidFill>
                  <a:schemeClr val="accent1"/>
                </a:solidFill>
              </a:defRPr>
            </a:lvl3pPr>
            <a:lvl4pPr marL="0" indent="0">
              <a:spcBef>
                <a:spcPts val="0"/>
              </a:spcBef>
              <a:buNone/>
              <a:defRPr sz="2000" b="1">
                <a:solidFill>
                  <a:schemeClr val="accent1"/>
                </a:solidFill>
              </a:defRPr>
            </a:lvl4pPr>
            <a:lvl5pPr marL="0" indent="0">
              <a:spcBef>
                <a:spcPts val="0"/>
              </a:spcBef>
              <a:buNone/>
              <a:defRPr sz="2000" b="1">
                <a:solidFill>
                  <a:schemeClr val="accent1"/>
                </a:solidFill>
              </a:defRPr>
            </a:lvl5pPr>
            <a:lvl6pPr marL="0" indent="0">
              <a:spcBef>
                <a:spcPts val="0"/>
              </a:spcBef>
              <a:buNone/>
              <a:defRPr sz="2000" b="1">
                <a:solidFill>
                  <a:schemeClr val="accent1"/>
                </a:solidFill>
              </a:defRPr>
            </a:lvl6pPr>
            <a:lvl7pPr marL="0" indent="0">
              <a:spcBef>
                <a:spcPts val="0"/>
              </a:spcBef>
              <a:buNone/>
              <a:defRPr sz="2000" b="1">
                <a:solidFill>
                  <a:schemeClr val="accent1"/>
                </a:solidFill>
              </a:defRPr>
            </a:lvl7pPr>
            <a:lvl8pPr marL="0" indent="0">
              <a:spcBef>
                <a:spcPts val="0"/>
              </a:spcBef>
              <a:buNone/>
              <a:defRPr sz="2000" b="1">
                <a:solidFill>
                  <a:schemeClr val="accent1"/>
                </a:solidFill>
              </a:defRPr>
            </a:lvl8pPr>
            <a:lvl9pPr marL="0" indent="0">
              <a:spcBef>
                <a:spcPts val="0"/>
              </a:spcBef>
              <a:buNone/>
              <a:defRPr sz="2000" b="1">
                <a:solidFill>
                  <a:schemeClr val="accent1"/>
                </a:solidFill>
              </a:defRPr>
            </a:lvl9pPr>
          </a:lstStyle>
          <a:p>
            <a:pPr lvl="0"/>
            <a:r>
              <a:rPr lang="de-DE" noProof="0" dirty="0"/>
              <a:t>Name Nachname bearbeiten</a:t>
            </a:r>
          </a:p>
        </p:txBody>
      </p:sp>
      <p:sp>
        <p:nvSpPr>
          <p:cNvPr id="18" name="Text Placeholder 5">
            <a:extLst>
              <a:ext uri="{FF2B5EF4-FFF2-40B4-BE49-F238E27FC236}">
                <a16:creationId xmlns:a16="http://schemas.microsoft.com/office/drawing/2014/main" id="{8429AE24-AEAB-6810-82B2-87C17864D92D}"/>
              </a:ext>
            </a:extLst>
          </p:cNvPr>
          <p:cNvSpPr>
            <a:spLocks noGrp="1"/>
          </p:cNvSpPr>
          <p:nvPr>
            <p:ph type="body" sz="quarter" idx="25" hasCustomPrompt="1"/>
          </p:nvPr>
        </p:nvSpPr>
        <p:spPr bwMode="gray">
          <a:xfrm>
            <a:off x="407368" y="5605499"/>
            <a:ext cx="3528000" cy="307777"/>
          </a:xfrm>
        </p:spPr>
        <p:txBody>
          <a:bodyPr anchor="b">
            <a:spAutoFit/>
          </a:bodyPr>
          <a:lstStyle>
            <a:lvl1pPr marL="0" indent="0">
              <a:spcBef>
                <a:spcPts val="0"/>
              </a:spcBef>
              <a:buFont typeface="Skeena" panose="020B0604020202020204" pitchFamily="34" charset="0"/>
              <a:buNone/>
              <a:defRPr sz="2000" b="0">
                <a:solidFill>
                  <a:schemeClr val="tx1"/>
                </a:solidFill>
              </a:defRPr>
            </a:lvl1pPr>
            <a:lvl2pPr marL="0" indent="0">
              <a:spcBef>
                <a:spcPts val="0"/>
              </a:spcBef>
              <a:buFont typeface="Skeena" panose="020B0604020202020204" pitchFamily="34" charset="0"/>
              <a:buNone/>
              <a:defRPr sz="2000" b="0">
                <a:solidFill>
                  <a:schemeClr val="tx1"/>
                </a:solidFill>
              </a:defRPr>
            </a:lvl2pPr>
            <a:lvl3pPr marL="0" indent="0">
              <a:spcBef>
                <a:spcPts val="0"/>
              </a:spcBef>
              <a:buNone/>
              <a:defRPr sz="2000" b="0">
                <a:solidFill>
                  <a:schemeClr val="tx1"/>
                </a:solidFill>
              </a:defRPr>
            </a:lvl3pPr>
            <a:lvl4pPr marL="0" indent="0">
              <a:spcBef>
                <a:spcPts val="0"/>
              </a:spcBef>
              <a:buNone/>
              <a:defRPr sz="2000" b="0">
                <a:solidFill>
                  <a:schemeClr val="tx1"/>
                </a:solidFill>
              </a:defRPr>
            </a:lvl4pPr>
            <a:lvl5pPr marL="0" indent="0">
              <a:spcBef>
                <a:spcPts val="0"/>
              </a:spcBef>
              <a:buNone/>
              <a:defRPr sz="2000" b="0">
                <a:solidFill>
                  <a:schemeClr val="tx1"/>
                </a:solidFill>
              </a:defRPr>
            </a:lvl5pPr>
            <a:lvl6pPr marL="0" indent="0">
              <a:spcBef>
                <a:spcPts val="0"/>
              </a:spcBef>
              <a:buNone/>
              <a:defRPr sz="2000" b="0">
                <a:solidFill>
                  <a:schemeClr val="tx1"/>
                </a:solidFill>
              </a:defRPr>
            </a:lvl6pPr>
            <a:lvl7pPr marL="0" indent="0">
              <a:spcBef>
                <a:spcPts val="0"/>
              </a:spcBef>
              <a:buNone/>
              <a:defRPr sz="2000" b="0">
                <a:solidFill>
                  <a:schemeClr val="tx1"/>
                </a:solidFill>
              </a:defRPr>
            </a:lvl7pPr>
            <a:lvl8pPr marL="0" indent="0">
              <a:spcBef>
                <a:spcPts val="0"/>
              </a:spcBef>
              <a:buNone/>
              <a:defRPr sz="2000" b="0">
                <a:solidFill>
                  <a:schemeClr val="tx1"/>
                </a:solidFill>
              </a:defRPr>
            </a:lvl8pPr>
            <a:lvl9pPr marL="0" indent="0">
              <a:spcBef>
                <a:spcPts val="0"/>
              </a:spcBef>
              <a:buNone/>
              <a:defRPr sz="2000" b="0">
                <a:solidFill>
                  <a:schemeClr val="tx1"/>
                </a:solidFill>
              </a:defRPr>
            </a:lvl9pPr>
          </a:lstStyle>
          <a:p>
            <a:pPr lvl="0"/>
            <a:r>
              <a:rPr lang="de-DE" noProof="0" dirty="0"/>
              <a:t>Telefonnummer bearbeiten</a:t>
            </a:r>
          </a:p>
        </p:txBody>
      </p:sp>
      <p:sp>
        <p:nvSpPr>
          <p:cNvPr id="19" name="Text Placeholder 5">
            <a:extLst>
              <a:ext uri="{FF2B5EF4-FFF2-40B4-BE49-F238E27FC236}">
                <a16:creationId xmlns:a16="http://schemas.microsoft.com/office/drawing/2014/main" id="{E1227613-041F-0352-5F54-81C652D373F8}"/>
              </a:ext>
            </a:extLst>
          </p:cNvPr>
          <p:cNvSpPr>
            <a:spLocks noGrp="1"/>
          </p:cNvSpPr>
          <p:nvPr>
            <p:ph type="body" sz="quarter" idx="26" hasCustomPrompt="1"/>
          </p:nvPr>
        </p:nvSpPr>
        <p:spPr bwMode="gray">
          <a:xfrm>
            <a:off x="407368" y="5929535"/>
            <a:ext cx="3528000" cy="307777"/>
          </a:xfrm>
        </p:spPr>
        <p:txBody>
          <a:bodyPr anchor="t">
            <a:spAutoFit/>
          </a:bodyPr>
          <a:lstStyle>
            <a:lvl1pPr marL="0" indent="0">
              <a:spcBef>
                <a:spcPts val="0"/>
              </a:spcBef>
              <a:buFont typeface="Skeena" panose="020B0604020202020204" pitchFamily="34" charset="0"/>
              <a:buNone/>
              <a:defRPr sz="2000" b="0">
                <a:solidFill>
                  <a:schemeClr val="tx1"/>
                </a:solidFill>
              </a:defRPr>
            </a:lvl1pPr>
            <a:lvl2pPr marL="0" indent="0">
              <a:spcBef>
                <a:spcPts val="0"/>
              </a:spcBef>
              <a:buFont typeface="Skeena" panose="020B0604020202020204" pitchFamily="34" charset="0"/>
              <a:buNone/>
              <a:defRPr sz="2000" b="0">
                <a:solidFill>
                  <a:schemeClr val="tx1"/>
                </a:solidFill>
              </a:defRPr>
            </a:lvl2pPr>
            <a:lvl3pPr marL="0" indent="0">
              <a:spcBef>
                <a:spcPts val="0"/>
              </a:spcBef>
              <a:buNone/>
              <a:defRPr sz="2000" b="0">
                <a:solidFill>
                  <a:schemeClr val="tx1"/>
                </a:solidFill>
              </a:defRPr>
            </a:lvl3pPr>
            <a:lvl4pPr marL="0" indent="0">
              <a:spcBef>
                <a:spcPts val="0"/>
              </a:spcBef>
              <a:buNone/>
              <a:defRPr sz="2000" b="0">
                <a:solidFill>
                  <a:schemeClr val="tx1"/>
                </a:solidFill>
              </a:defRPr>
            </a:lvl4pPr>
            <a:lvl5pPr marL="0" indent="0">
              <a:spcBef>
                <a:spcPts val="0"/>
              </a:spcBef>
              <a:buNone/>
              <a:defRPr sz="2000" b="0">
                <a:solidFill>
                  <a:schemeClr val="tx1"/>
                </a:solidFill>
              </a:defRPr>
            </a:lvl5pPr>
            <a:lvl6pPr marL="0" indent="0">
              <a:spcBef>
                <a:spcPts val="0"/>
              </a:spcBef>
              <a:buNone/>
              <a:defRPr sz="2000" b="0">
                <a:solidFill>
                  <a:schemeClr val="tx1"/>
                </a:solidFill>
              </a:defRPr>
            </a:lvl6pPr>
            <a:lvl7pPr marL="0" indent="0">
              <a:spcBef>
                <a:spcPts val="0"/>
              </a:spcBef>
              <a:buNone/>
              <a:defRPr sz="2000" b="0">
                <a:solidFill>
                  <a:schemeClr val="tx1"/>
                </a:solidFill>
              </a:defRPr>
            </a:lvl7pPr>
            <a:lvl8pPr marL="0" indent="0">
              <a:spcBef>
                <a:spcPts val="0"/>
              </a:spcBef>
              <a:buNone/>
              <a:defRPr sz="2000" b="0">
                <a:solidFill>
                  <a:schemeClr val="tx1"/>
                </a:solidFill>
              </a:defRPr>
            </a:lvl8pPr>
            <a:lvl9pPr marL="0" indent="0">
              <a:spcBef>
                <a:spcPts val="0"/>
              </a:spcBef>
              <a:buNone/>
              <a:defRPr sz="2000" b="0">
                <a:solidFill>
                  <a:schemeClr val="tx1"/>
                </a:solidFill>
              </a:defRPr>
            </a:lvl9pPr>
          </a:lstStyle>
          <a:p>
            <a:pPr lvl="0"/>
            <a:r>
              <a:rPr lang="de-DE" noProof="0" dirty="0"/>
              <a:t>E-Mail bearbeiten</a:t>
            </a:r>
          </a:p>
        </p:txBody>
      </p:sp>
      <p:sp>
        <p:nvSpPr>
          <p:cNvPr id="13" name="Text Placeholder 10">
            <a:extLst>
              <a:ext uri="{FF2B5EF4-FFF2-40B4-BE49-F238E27FC236}">
                <a16:creationId xmlns:a16="http://schemas.microsoft.com/office/drawing/2014/main" id="{FFACF954-2526-E9A2-608E-B6111B474087}"/>
              </a:ext>
            </a:extLst>
          </p:cNvPr>
          <p:cNvSpPr txBox="1">
            <a:spLocks/>
          </p:cNvSpPr>
          <p:nvPr userDrawn="1"/>
        </p:nvSpPr>
        <p:spPr bwMode="gray">
          <a:xfrm>
            <a:off x="9061233" y="316267"/>
            <a:ext cx="2723399" cy="306000"/>
          </a:xfrm>
          <a:prstGeom prst="rect">
            <a:avLst/>
          </a:prstGeom>
          <a:blipFill>
            <a:blip r:embed="rId2"/>
            <a:stretch>
              <a:fillRect/>
            </a:stretch>
          </a:blipFill>
        </p:spPr>
        <p:txBody>
          <a:bodyPr/>
          <a:lstStyle>
            <a:lvl1pPr marL="0" indent="0" algn="l" defTabSz="914400" rtl="0" eaLnBrk="1" latinLnBrk="0" hangingPunct="1">
              <a:lnSpc>
                <a:spcPct val="100000"/>
              </a:lnSpc>
              <a:spcBef>
                <a:spcPts val="0"/>
              </a:spcBef>
              <a:buFont typeface="Skeena" panose="020B0604020202020204" pitchFamily="34" charset="0"/>
              <a:buNone/>
              <a:defRPr sz="100" b="0" kern="1200">
                <a:noFill/>
                <a:latin typeface="+mn-lt"/>
                <a:ea typeface="+mn-ea"/>
                <a:cs typeface="+mn-cs"/>
              </a:defRPr>
            </a:lvl1pPr>
            <a:lvl2pPr marL="0" indent="0" algn="l" defTabSz="914400" rtl="0" eaLnBrk="1" latinLnBrk="0" hangingPunct="1">
              <a:lnSpc>
                <a:spcPct val="100000"/>
              </a:lnSpc>
              <a:spcBef>
                <a:spcPts val="0"/>
              </a:spcBef>
              <a:buFont typeface="Skeena" panose="020B0604020202020204" pitchFamily="34" charset="0"/>
              <a:buNone/>
              <a:defRPr sz="100" b="0" kern="1200">
                <a:noFill/>
                <a:latin typeface="+mn-lt"/>
                <a:ea typeface="+mn-ea"/>
                <a:cs typeface="+mn-cs"/>
              </a:defRPr>
            </a:lvl2pPr>
            <a:lvl3pPr marL="0" indent="0" algn="l" defTabSz="914400" rtl="0" eaLnBrk="1" latinLnBrk="0" hangingPunct="1">
              <a:lnSpc>
                <a:spcPct val="100000"/>
              </a:lnSpc>
              <a:spcBef>
                <a:spcPts val="0"/>
              </a:spcBef>
              <a:buFont typeface="Wingdings" panose="05000000000000000000" pitchFamily="2" charset="2"/>
              <a:buNone/>
              <a:defRPr sz="100" b="0" kern="1200">
                <a:noFill/>
                <a:latin typeface="+mn-lt"/>
                <a:ea typeface="+mn-ea"/>
                <a:cs typeface="+mn-cs"/>
              </a:defRPr>
            </a:lvl3pPr>
            <a:lvl4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4pPr>
            <a:lvl5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5pPr>
            <a:lvl6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6pPr>
            <a:lvl7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7pPr>
            <a:lvl8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8pPr>
            <a:lvl9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9pPr>
          </a:lstStyle>
          <a:p>
            <a:r>
              <a:rPr lang="de-DE" noProof="0"/>
              <a:t> </a:t>
            </a:r>
          </a:p>
        </p:txBody>
      </p:sp>
    </p:spTree>
    <p:extLst>
      <p:ext uri="{BB962C8B-B14F-4D97-AF65-F5344CB8AC3E}">
        <p14:creationId xmlns:p14="http://schemas.microsoft.com/office/powerpoint/2010/main" val="162864332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 Kontaktfolie ohne Bi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C2F3838-A5C6-E535-702C-8833F90A63C9}"/>
              </a:ext>
            </a:extLst>
          </p:cNvPr>
          <p:cNvSpPr/>
          <p:nvPr userDrawn="1"/>
        </p:nvSpPr>
        <p:spPr bwMode="hidden">
          <a:xfrm>
            <a:off x="622648" y="1808076"/>
            <a:ext cx="11569352" cy="504992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2" name="Title 1">
            <a:extLst>
              <a:ext uri="{FF2B5EF4-FFF2-40B4-BE49-F238E27FC236}">
                <a16:creationId xmlns:a16="http://schemas.microsoft.com/office/drawing/2014/main" id="{8F8572F5-E83A-3E87-215C-6FDF1BCF28E6}"/>
              </a:ext>
            </a:extLst>
          </p:cNvPr>
          <p:cNvSpPr>
            <a:spLocks noGrp="1"/>
          </p:cNvSpPr>
          <p:nvPr>
            <p:ph type="title" hasCustomPrompt="1"/>
          </p:nvPr>
        </p:nvSpPr>
        <p:spPr bwMode="gray">
          <a:xfrm>
            <a:off x="407368" y="224644"/>
            <a:ext cx="5472732" cy="498598"/>
          </a:xfrm>
        </p:spPr>
        <p:txBody>
          <a:bodyPr/>
          <a:lstStyle>
            <a:lvl1pPr>
              <a:defRPr/>
            </a:lvl1pPr>
          </a:lstStyle>
          <a:p>
            <a:r>
              <a:rPr lang="de-DE" noProof="0"/>
              <a:t>Folientitel bearbeiten</a:t>
            </a:r>
            <a:endParaRPr lang="de-DE" noProof="0" dirty="0"/>
          </a:p>
        </p:txBody>
      </p:sp>
      <p:sp>
        <p:nvSpPr>
          <p:cNvPr id="6" name="Text Placeholder 5">
            <a:extLst>
              <a:ext uri="{FF2B5EF4-FFF2-40B4-BE49-F238E27FC236}">
                <a16:creationId xmlns:a16="http://schemas.microsoft.com/office/drawing/2014/main" id="{1437442A-2E2B-60D6-57CD-158E4565F415}"/>
              </a:ext>
            </a:extLst>
          </p:cNvPr>
          <p:cNvSpPr>
            <a:spLocks noGrp="1"/>
          </p:cNvSpPr>
          <p:nvPr>
            <p:ph type="body" sz="quarter" idx="12" hasCustomPrompt="1"/>
          </p:nvPr>
        </p:nvSpPr>
        <p:spPr bwMode="gray">
          <a:xfrm>
            <a:off x="1163452" y="2348880"/>
            <a:ext cx="4716648" cy="307777"/>
          </a:xfrm>
        </p:spPr>
        <p:txBody>
          <a:bodyPr wrap="square" anchor="b">
            <a:spAutoFit/>
          </a:bodyPr>
          <a:lstStyle>
            <a:lvl1pPr marL="0" indent="0">
              <a:spcBef>
                <a:spcPts val="0"/>
              </a:spcBef>
              <a:buFont typeface="Skeena" panose="020B0604020202020204" pitchFamily="34" charset="0"/>
              <a:buNone/>
              <a:defRPr sz="2000" b="1"/>
            </a:lvl1pPr>
            <a:lvl2pPr marL="0" indent="0">
              <a:spcBef>
                <a:spcPts val="0"/>
              </a:spcBef>
              <a:buFont typeface="Skeena" panose="020B0604020202020204" pitchFamily="34" charset="0"/>
              <a:buNone/>
              <a:defRPr sz="2000" b="1"/>
            </a:lvl2pPr>
            <a:lvl3pPr marL="0" indent="0">
              <a:spcBef>
                <a:spcPts val="0"/>
              </a:spcBef>
              <a:buNone/>
              <a:defRPr sz="2000" b="1"/>
            </a:lvl3pPr>
            <a:lvl4pPr marL="0" indent="0">
              <a:spcBef>
                <a:spcPts val="0"/>
              </a:spcBef>
              <a:buNone/>
              <a:defRPr sz="2000" b="1"/>
            </a:lvl4pPr>
            <a:lvl5pPr marL="0" indent="0">
              <a:spcBef>
                <a:spcPts val="0"/>
              </a:spcBef>
              <a:buNone/>
              <a:defRPr sz="2000" b="1"/>
            </a:lvl5pPr>
            <a:lvl6pPr marL="0" indent="0">
              <a:spcBef>
                <a:spcPts val="0"/>
              </a:spcBef>
              <a:buNone/>
              <a:defRPr sz="2000" b="1"/>
            </a:lvl6pPr>
            <a:lvl7pPr marL="0" indent="0">
              <a:spcBef>
                <a:spcPts val="0"/>
              </a:spcBef>
              <a:buNone/>
              <a:defRPr sz="2000" b="1"/>
            </a:lvl7pPr>
            <a:lvl8pPr marL="0" indent="0">
              <a:spcBef>
                <a:spcPts val="0"/>
              </a:spcBef>
              <a:buNone/>
              <a:defRPr sz="2000" b="1"/>
            </a:lvl8pPr>
            <a:lvl9pPr marL="0" indent="0">
              <a:spcBef>
                <a:spcPts val="0"/>
              </a:spcBef>
              <a:buNone/>
              <a:defRPr sz="2000" b="1"/>
            </a:lvl9pPr>
          </a:lstStyle>
          <a:p>
            <a:pPr lvl="0"/>
            <a:r>
              <a:rPr lang="de-DE" noProof="0" dirty="0"/>
              <a:t>Unternehmen bearbeiten</a:t>
            </a:r>
          </a:p>
        </p:txBody>
      </p:sp>
      <p:grpSp>
        <p:nvGrpSpPr>
          <p:cNvPr id="8" name="Group 7">
            <a:extLst>
              <a:ext uri="{FF2B5EF4-FFF2-40B4-BE49-F238E27FC236}">
                <a16:creationId xmlns:a16="http://schemas.microsoft.com/office/drawing/2014/main" id="{83C19E4C-8AA9-ADC8-FE35-0F298ED87393}"/>
              </a:ext>
            </a:extLst>
          </p:cNvPr>
          <p:cNvGrpSpPr>
            <a:grpSpLocks noChangeAspect="1"/>
          </p:cNvGrpSpPr>
          <p:nvPr userDrawn="1"/>
        </p:nvGrpSpPr>
        <p:grpSpPr bwMode="gray">
          <a:xfrm>
            <a:off x="407368" y="1592796"/>
            <a:ext cx="936000" cy="936000"/>
            <a:chOff x="5118212" y="1097010"/>
            <a:chExt cx="3600000" cy="3600000"/>
          </a:xfrm>
          <a:solidFill>
            <a:schemeClr val="accent1"/>
          </a:solidFill>
        </p:grpSpPr>
        <p:sp>
          <p:nvSpPr>
            <p:cNvPr id="9" name="Rectangle 8">
              <a:extLst>
                <a:ext uri="{FF2B5EF4-FFF2-40B4-BE49-F238E27FC236}">
                  <a16:creationId xmlns:a16="http://schemas.microsoft.com/office/drawing/2014/main" id="{85481458-525F-E24E-227B-CB047B711BBF}"/>
                </a:ext>
              </a:extLst>
            </p:cNvPr>
            <p:cNvSpPr>
              <a:spLocks noChangeAspect="1"/>
            </p:cNvSpPr>
            <p:nvPr userDrawn="1"/>
          </p:nvSpPr>
          <p:spPr bwMode="gray">
            <a:xfrm>
              <a:off x="5946212" y="1097010"/>
              <a:ext cx="2772000" cy="82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10" name="Rectangle 9">
              <a:extLst>
                <a:ext uri="{FF2B5EF4-FFF2-40B4-BE49-F238E27FC236}">
                  <a16:creationId xmlns:a16="http://schemas.microsoft.com/office/drawing/2014/main" id="{9DEF3AF9-5EA4-CD45-4617-53FACEA677A7}"/>
                </a:ext>
              </a:extLst>
            </p:cNvPr>
            <p:cNvSpPr>
              <a:spLocks noChangeAspect="1"/>
            </p:cNvSpPr>
            <p:nvPr userDrawn="1"/>
          </p:nvSpPr>
          <p:spPr bwMode="gray">
            <a:xfrm>
              <a:off x="5118212" y="1925010"/>
              <a:ext cx="828000" cy="277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sp>
        <p:nvSpPr>
          <p:cNvPr id="16" name="Text Placeholder 5">
            <a:extLst>
              <a:ext uri="{FF2B5EF4-FFF2-40B4-BE49-F238E27FC236}">
                <a16:creationId xmlns:a16="http://schemas.microsoft.com/office/drawing/2014/main" id="{82BEB21C-62B8-72C1-97F4-0C9519EE65B6}"/>
              </a:ext>
            </a:extLst>
          </p:cNvPr>
          <p:cNvSpPr>
            <a:spLocks noGrp="1"/>
          </p:cNvSpPr>
          <p:nvPr>
            <p:ph type="body" sz="quarter" idx="23" hasCustomPrompt="1"/>
          </p:nvPr>
        </p:nvSpPr>
        <p:spPr bwMode="gray">
          <a:xfrm>
            <a:off x="1163452" y="2764669"/>
            <a:ext cx="4716648" cy="307777"/>
          </a:xfrm>
        </p:spPr>
        <p:txBody>
          <a:bodyPr wrap="square" anchor="t">
            <a:spAutoFit/>
          </a:bodyPr>
          <a:lstStyle>
            <a:lvl1pPr marL="0" indent="0">
              <a:spcBef>
                <a:spcPts val="0"/>
              </a:spcBef>
              <a:buFont typeface="Skeena" panose="020B0604020202020204" pitchFamily="34" charset="0"/>
              <a:buNone/>
              <a:defRPr sz="2000" b="0"/>
            </a:lvl1pPr>
            <a:lvl2pPr marL="0" indent="0">
              <a:spcBef>
                <a:spcPts val="0"/>
              </a:spcBef>
              <a:buFont typeface="Skeena" panose="020B0604020202020204" pitchFamily="34" charset="0"/>
              <a:buNone/>
              <a:defRPr sz="2000" b="0"/>
            </a:lvl2pPr>
            <a:lvl3pPr marL="0" indent="0">
              <a:spcBef>
                <a:spcPts val="0"/>
              </a:spcBef>
              <a:buNone/>
              <a:defRPr sz="2000" b="0"/>
            </a:lvl3pPr>
            <a:lvl4pPr marL="0" indent="0">
              <a:spcBef>
                <a:spcPts val="0"/>
              </a:spcBef>
              <a:buNone/>
              <a:defRPr sz="2000" b="0"/>
            </a:lvl4pPr>
            <a:lvl5pPr marL="0" indent="0">
              <a:spcBef>
                <a:spcPts val="0"/>
              </a:spcBef>
              <a:buNone/>
              <a:defRPr sz="2000" b="0"/>
            </a:lvl5pPr>
            <a:lvl6pPr marL="0" indent="0">
              <a:spcBef>
                <a:spcPts val="0"/>
              </a:spcBef>
              <a:buNone/>
              <a:defRPr sz="2000" b="0"/>
            </a:lvl6pPr>
            <a:lvl7pPr marL="0" indent="0">
              <a:spcBef>
                <a:spcPts val="0"/>
              </a:spcBef>
              <a:buNone/>
              <a:defRPr sz="2000" b="0"/>
            </a:lvl7pPr>
            <a:lvl8pPr marL="0" indent="0">
              <a:spcBef>
                <a:spcPts val="0"/>
              </a:spcBef>
              <a:buNone/>
              <a:defRPr sz="2000" b="0"/>
            </a:lvl8pPr>
            <a:lvl9pPr marL="0" indent="0">
              <a:spcBef>
                <a:spcPts val="0"/>
              </a:spcBef>
              <a:buNone/>
              <a:defRPr sz="2000" b="0"/>
            </a:lvl9pPr>
          </a:lstStyle>
          <a:p>
            <a:pPr lvl="0"/>
            <a:r>
              <a:rPr lang="de-DE" noProof="0" dirty="0"/>
              <a:t>Adresse bearbeiten</a:t>
            </a:r>
          </a:p>
        </p:txBody>
      </p:sp>
      <p:sp>
        <p:nvSpPr>
          <p:cNvPr id="17" name="Text Placeholder 5">
            <a:extLst>
              <a:ext uri="{FF2B5EF4-FFF2-40B4-BE49-F238E27FC236}">
                <a16:creationId xmlns:a16="http://schemas.microsoft.com/office/drawing/2014/main" id="{5760929B-6D95-E7C0-511B-864EF5C8993F}"/>
              </a:ext>
            </a:extLst>
          </p:cNvPr>
          <p:cNvSpPr>
            <a:spLocks noGrp="1"/>
          </p:cNvSpPr>
          <p:nvPr>
            <p:ph type="body" sz="quarter" idx="24" hasCustomPrompt="1"/>
          </p:nvPr>
        </p:nvSpPr>
        <p:spPr bwMode="gray">
          <a:xfrm>
            <a:off x="1163452" y="4005064"/>
            <a:ext cx="4716648" cy="307777"/>
          </a:xfrm>
        </p:spPr>
        <p:txBody>
          <a:bodyPr wrap="square" anchor="b">
            <a:spAutoFit/>
          </a:bodyPr>
          <a:lstStyle>
            <a:lvl1pPr marL="0" indent="0">
              <a:spcBef>
                <a:spcPts val="0"/>
              </a:spcBef>
              <a:buFont typeface="Skeena" panose="020B0604020202020204" pitchFamily="34" charset="0"/>
              <a:buNone/>
              <a:defRPr sz="2000" b="1">
                <a:solidFill>
                  <a:schemeClr val="accent1"/>
                </a:solidFill>
              </a:defRPr>
            </a:lvl1pPr>
            <a:lvl2pPr marL="0" indent="0">
              <a:spcBef>
                <a:spcPts val="0"/>
              </a:spcBef>
              <a:buFont typeface="Skeena" panose="020B0604020202020204" pitchFamily="34" charset="0"/>
              <a:buNone/>
              <a:defRPr sz="2000" b="1">
                <a:solidFill>
                  <a:schemeClr val="accent1"/>
                </a:solidFill>
              </a:defRPr>
            </a:lvl2pPr>
            <a:lvl3pPr marL="0" indent="0">
              <a:spcBef>
                <a:spcPts val="0"/>
              </a:spcBef>
              <a:buNone/>
              <a:defRPr sz="2000" b="1">
                <a:solidFill>
                  <a:schemeClr val="accent1"/>
                </a:solidFill>
              </a:defRPr>
            </a:lvl3pPr>
            <a:lvl4pPr marL="0" indent="0">
              <a:spcBef>
                <a:spcPts val="0"/>
              </a:spcBef>
              <a:buNone/>
              <a:defRPr sz="2000" b="1">
                <a:solidFill>
                  <a:schemeClr val="accent1"/>
                </a:solidFill>
              </a:defRPr>
            </a:lvl4pPr>
            <a:lvl5pPr marL="0" indent="0">
              <a:spcBef>
                <a:spcPts val="0"/>
              </a:spcBef>
              <a:buNone/>
              <a:defRPr sz="2000" b="1">
                <a:solidFill>
                  <a:schemeClr val="accent1"/>
                </a:solidFill>
              </a:defRPr>
            </a:lvl5pPr>
            <a:lvl6pPr marL="0" indent="0">
              <a:spcBef>
                <a:spcPts val="0"/>
              </a:spcBef>
              <a:buNone/>
              <a:defRPr sz="2000" b="1">
                <a:solidFill>
                  <a:schemeClr val="accent1"/>
                </a:solidFill>
              </a:defRPr>
            </a:lvl6pPr>
            <a:lvl7pPr marL="0" indent="0">
              <a:spcBef>
                <a:spcPts val="0"/>
              </a:spcBef>
              <a:buNone/>
              <a:defRPr sz="2000" b="1">
                <a:solidFill>
                  <a:schemeClr val="accent1"/>
                </a:solidFill>
              </a:defRPr>
            </a:lvl7pPr>
            <a:lvl8pPr marL="0" indent="0">
              <a:spcBef>
                <a:spcPts val="0"/>
              </a:spcBef>
              <a:buNone/>
              <a:defRPr sz="2000" b="1">
                <a:solidFill>
                  <a:schemeClr val="accent1"/>
                </a:solidFill>
              </a:defRPr>
            </a:lvl8pPr>
            <a:lvl9pPr marL="0" indent="0">
              <a:spcBef>
                <a:spcPts val="0"/>
              </a:spcBef>
              <a:buNone/>
              <a:defRPr sz="2000" b="1">
                <a:solidFill>
                  <a:schemeClr val="accent1"/>
                </a:solidFill>
              </a:defRPr>
            </a:lvl9pPr>
          </a:lstStyle>
          <a:p>
            <a:pPr lvl="0"/>
            <a:r>
              <a:rPr lang="de-DE" noProof="0"/>
              <a:t>Name Nachname bearbeiten</a:t>
            </a:r>
            <a:endParaRPr lang="de-DE" noProof="0" dirty="0"/>
          </a:p>
        </p:txBody>
      </p:sp>
      <p:sp>
        <p:nvSpPr>
          <p:cNvPr id="18" name="Text Placeholder 5">
            <a:extLst>
              <a:ext uri="{FF2B5EF4-FFF2-40B4-BE49-F238E27FC236}">
                <a16:creationId xmlns:a16="http://schemas.microsoft.com/office/drawing/2014/main" id="{8429AE24-AEAB-6810-82B2-87C17864D92D}"/>
              </a:ext>
            </a:extLst>
          </p:cNvPr>
          <p:cNvSpPr>
            <a:spLocks noGrp="1"/>
          </p:cNvSpPr>
          <p:nvPr>
            <p:ph type="body" sz="quarter" idx="25" hasCustomPrompt="1"/>
          </p:nvPr>
        </p:nvSpPr>
        <p:spPr bwMode="gray">
          <a:xfrm>
            <a:off x="1163452" y="4437112"/>
            <a:ext cx="4716648" cy="307777"/>
          </a:xfrm>
        </p:spPr>
        <p:txBody>
          <a:bodyPr wrap="square" anchor="b">
            <a:spAutoFit/>
          </a:bodyPr>
          <a:lstStyle>
            <a:lvl1pPr marL="0" indent="0">
              <a:spcBef>
                <a:spcPts val="0"/>
              </a:spcBef>
              <a:buFont typeface="Skeena" panose="020B0604020202020204" pitchFamily="34" charset="0"/>
              <a:buNone/>
              <a:defRPr sz="2000" b="0">
                <a:solidFill>
                  <a:schemeClr val="tx1"/>
                </a:solidFill>
              </a:defRPr>
            </a:lvl1pPr>
            <a:lvl2pPr marL="0" indent="0">
              <a:spcBef>
                <a:spcPts val="0"/>
              </a:spcBef>
              <a:buFont typeface="Skeena" panose="020B0604020202020204" pitchFamily="34" charset="0"/>
              <a:buNone/>
              <a:defRPr sz="2000" b="0">
                <a:solidFill>
                  <a:schemeClr val="tx1"/>
                </a:solidFill>
              </a:defRPr>
            </a:lvl2pPr>
            <a:lvl3pPr marL="0" indent="0">
              <a:spcBef>
                <a:spcPts val="0"/>
              </a:spcBef>
              <a:buNone/>
              <a:defRPr sz="2000" b="0">
                <a:solidFill>
                  <a:schemeClr val="tx1"/>
                </a:solidFill>
              </a:defRPr>
            </a:lvl3pPr>
            <a:lvl4pPr marL="0" indent="0">
              <a:spcBef>
                <a:spcPts val="0"/>
              </a:spcBef>
              <a:buNone/>
              <a:defRPr sz="2000" b="0">
                <a:solidFill>
                  <a:schemeClr val="tx1"/>
                </a:solidFill>
              </a:defRPr>
            </a:lvl4pPr>
            <a:lvl5pPr marL="0" indent="0">
              <a:spcBef>
                <a:spcPts val="0"/>
              </a:spcBef>
              <a:buNone/>
              <a:defRPr sz="2000" b="0">
                <a:solidFill>
                  <a:schemeClr val="tx1"/>
                </a:solidFill>
              </a:defRPr>
            </a:lvl5pPr>
            <a:lvl6pPr marL="0" indent="0">
              <a:spcBef>
                <a:spcPts val="0"/>
              </a:spcBef>
              <a:buNone/>
              <a:defRPr sz="2000" b="0">
                <a:solidFill>
                  <a:schemeClr val="tx1"/>
                </a:solidFill>
              </a:defRPr>
            </a:lvl6pPr>
            <a:lvl7pPr marL="0" indent="0">
              <a:spcBef>
                <a:spcPts val="0"/>
              </a:spcBef>
              <a:buNone/>
              <a:defRPr sz="2000" b="0">
                <a:solidFill>
                  <a:schemeClr val="tx1"/>
                </a:solidFill>
              </a:defRPr>
            </a:lvl7pPr>
            <a:lvl8pPr marL="0" indent="0">
              <a:spcBef>
                <a:spcPts val="0"/>
              </a:spcBef>
              <a:buNone/>
              <a:defRPr sz="2000" b="0">
                <a:solidFill>
                  <a:schemeClr val="tx1"/>
                </a:solidFill>
              </a:defRPr>
            </a:lvl8pPr>
            <a:lvl9pPr marL="0" indent="0">
              <a:spcBef>
                <a:spcPts val="0"/>
              </a:spcBef>
              <a:buNone/>
              <a:defRPr sz="2000" b="0">
                <a:solidFill>
                  <a:schemeClr val="tx1"/>
                </a:solidFill>
              </a:defRPr>
            </a:lvl9pPr>
          </a:lstStyle>
          <a:p>
            <a:pPr lvl="0"/>
            <a:r>
              <a:rPr lang="de-DE" noProof="0" dirty="0"/>
              <a:t>Telefonnummer bearbeiten</a:t>
            </a:r>
          </a:p>
        </p:txBody>
      </p:sp>
      <p:sp>
        <p:nvSpPr>
          <p:cNvPr id="19" name="Text Placeholder 5">
            <a:extLst>
              <a:ext uri="{FF2B5EF4-FFF2-40B4-BE49-F238E27FC236}">
                <a16:creationId xmlns:a16="http://schemas.microsoft.com/office/drawing/2014/main" id="{E1227613-041F-0352-5F54-81C652D373F8}"/>
              </a:ext>
            </a:extLst>
          </p:cNvPr>
          <p:cNvSpPr>
            <a:spLocks noGrp="1"/>
          </p:cNvSpPr>
          <p:nvPr>
            <p:ph type="body" sz="quarter" idx="26" hasCustomPrompt="1"/>
          </p:nvPr>
        </p:nvSpPr>
        <p:spPr bwMode="gray">
          <a:xfrm>
            <a:off x="1163452" y="4761148"/>
            <a:ext cx="4716648" cy="307777"/>
          </a:xfrm>
        </p:spPr>
        <p:txBody>
          <a:bodyPr wrap="square" anchor="t">
            <a:spAutoFit/>
          </a:bodyPr>
          <a:lstStyle>
            <a:lvl1pPr marL="0" indent="0">
              <a:spcBef>
                <a:spcPts val="0"/>
              </a:spcBef>
              <a:buFont typeface="Skeena" panose="020B0604020202020204" pitchFamily="34" charset="0"/>
              <a:buNone/>
              <a:defRPr sz="2000" b="0">
                <a:solidFill>
                  <a:schemeClr val="tx1"/>
                </a:solidFill>
              </a:defRPr>
            </a:lvl1pPr>
            <a:lvl2pPr marL="0" indent="0">
              <a:spcBef>
                <a:spcPts val="0"/>
              </a:spcBef>
              <a:buFont typeface="Skeena" panose="020B0604020202020204" pitchFamily="34" charset="0"/>
              <a:buNone/>
              <a:defRPr sz="2000" b="0">
                <a:solidFill>
                  <a:schemeClr val="tx1"/>
                </a:solidFill>
              </a:defRPr>
            </a:lvl2pPr>
            <a:lvl3pPr marL="0" indent="0">
              <a:spcBef>
                <a:spcPts val="0"/>
              </a:spcBef>
              <a:buNone/>
              <a:defRPr sz="2000" b="0">
                <a:solidFill>
                  <a:schemeClr val="tx1"/>
                </a:solidFill>
              </a:defRPr>
            </a:lvl3pPr>
            <a:lvl4pPr marL="0" indent="0">
              <a:spcBef>
                <a:spcPts val="0"/>
              </a:spcBef>
              <a:buNone/>
              <a:defRPr sz="2000" b="0">
                <a:solidFill>
                  <a:schemeClr val="tx1"/>
                </a:solidFill>
              </a:defRPr>
            </a:lvl4pPr>
            <a:lvl5pPr marL="0" indent="0">
              <a:spcBef>
                <a:spcPts val="0"/>
              </a:spcBef>
              <a:buNone/>
              <a:defRPr sz="2000" b="0">
                <a:solidFill>
                  <a:schemeClr val="tx1"/>
                </a:solidFill>
              </a:defRPr>
            </a:lvl5pPr>
            <a:lvl6pPr marL="0" indent="0">
              <a:spcBef>
                <a:spcPts val="0"/>
              </a:spcBef>
              <a:buNone/>
              <a:defRPr sz="2000" b="0">
                <a:solidFill>
                  <a:schemeClr val="tx1"/>
                </a:solidFill>
              </a:defRPr>
            </a:lvl6pPr>
            <a:lvl7pPr marL="0" indent="0">
              <a:spcBef>
                <a:spcPts val="0"/>
              </a:spcBef>
              <a:buNone/>
              <a:defRPr sz="2000" b="0">
                <a:solidFill>
                  <a:schemeClr val="tx1"/>
                </a:solidFill>
              </a:defRPr>
            </a:lvl7pPr>
            <a:lvl8pPr marL="0" indent="0">
              <a:spcBef>
                <a:spcPts val="0"/>
              </a:spcBef>
              <a:buNone/>
              <a:defRPr sz="2000" b="0">
                <a:solidFill>
                  <a:schemeClr val="tx1"/>
                </a:solidFill>
              </a:defRPr>
            </a:lvl8pPr>
            <a:lvl9pPr marL="0" indent="0">
              <a:spcBef>
                <a:spcPts val="0"/>
              </a:spcBef>
              <a:buNone/>
              <a:defRPr sz="2000" b="0">
                <a:solidFill>
                  <a:schemeClr val="tx1"/>
                </a:solidFill>
              </a:defRPr>
            </a:lvl9pPr>
          </a:lstStyle>
          <a:p>
            <a:pPr lvl="0"/>
            <a:r>
              <a:rPr lang="de-DE" noProof="0" dirty="0"/>
              <a:t>E-Mail bearbeiten</a:t>
            </a:r>
          </a:p>
        </p:txBody>
      </p:sp>
      <p:sp>
        <p:nvSpPr>
          <p:cNvPr id="13" name="Text Placeholder 10">
            <a:extLst>
              <a:ext uri="{FF2B5EF4-FFF2-40B4-BE49-F238E27FC236}">
                <a16:creationId xmlns:a16="http://schemas.microsoft.com/office/drawing/2014/main" id="{0A909786-6D6F-F9F7-52AF-20356F6773E1}"/>
              </a:ext>
            </a:extLst>
          </p:cNvPr>
          <p:cNvSpPr txBox="1">
            <a:spLocks/>
          </p:cNvSpPr>
          <p:nvPr userDrawn="1"/>
        </p:nvSpPr>
        <p:spPr bwMode="gray">
          <a:xfrm>
            <a:off x="9061233" y="316267"/>
            <a:ext cx="2723399" cy="306000"/>
          </a:xfrm>
          <a:prstGeom prst="rect">
            <a:avLst/>
          </a:prstGeom>
          <a:blipFill>
            <a:blip r:embed="rId2"/>
            <a:stretch>
              <a:fillRect/>
            </a:stretch>
          </a:blipFill>
        </p:spPr>
        <p:txBody>
          <a:bodyPr/>
          <a:lstStyle>
            <a:lvl1pPr marL="0" indent="0" algn="l" defTabSz="914400" rtl="0" eaLnBrk="1" latinLnBrk="0" hangingPunct="1">
              <a:lnSpc>
                <a:spcPct val="100000"/>
              </a:lnSpc>
              <a:spcBef>
                <a:spcPts val="0"/>
              </a:spcBef>
              <a:buFont typeface="Skeena" panose="020B0604020202020204" pitchFamily="34" charset="0"/>
              <a:buNone/>
              <a:defRPr sz="100" b="0" kern="1200">
                <a:noFill/>
                <a:latin typeface="+mn-lt"/>
                <a:ea typeface="+mn-ea"/>
                <a:cs typeface="+mn-cs"/>
              </a:defRPr>
            </a:lvl1pPr>
            <a:lvl2pPr marL="0" indent="0" algn="l" defTabSz="914400" rtl="0" eaLnBrk="1" latinLnBrk="0" hangingPunct="1">
              <a:lnSpc>
                <a:spcPct val="100000"/>
              </a:lnSpc>
              <a:spcBef>
                <a:spcPts val="0"/>
              </a:spcBef>
              <a:buFont typeface="Skeena" panose="020B0604020202020204" pitchFamily="34" charset="0"/>
              <a:buNone/>
              <a:defRPr sz="100" b="0" kern="1200">
                <a:noFill/>
                <a:latin typeface="+mn-lt"/>
                <a:ea typeface="+mn-ea"/>
                <a:cs typeface="+mn-cs"/>
              </a:defRPr>
            </a:lvl2pPr>
            <a:lvl3pPr marL="0" indent="0" algn="l" defTabSz="914400" rtl="0" eaLnBrk="1" latinLnBrk="0" hangingPunct="1">
              <a:lnSpc>
                <a:spcPct val="100000"/>
              </a:lnSpc>
              <a:spcBef>
                <a:spcPts val="0"/>
              </a:spcBef>
              <a:buFont typeface="Wingdings" panose="05000000000000000000" pitchFamily="2" charset="2"/>
              <a:buNone/>
              <a:defRPr sz="100" b="0" kern="1200">
                <a:noFill/>
                <a:latin typeface="+mn-lt"/>
                <a:ea typeface="+mn-ea"/>
                <a:cs typeface="+mn-cs"/>
              </a:defRPr>
            </a:lvl3pPr>
            <a:lvl4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4pPr>
            <a:lvl5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5pPr>
            <a:lvl6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6pPr>
            <a:lvl7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7pPr>
            <a:lvl8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8pPr>
            <a:lvl9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9pPr>
          </a:lstStyle>
          <a:p>
            <a:r>
              <a:rPr lang="de-DE" noProof="0"/>
              <a:t> </a:t>
            </a:r>
          </a:p>
        </p:txBody>
      </p:sp>
    </p:spTree>
    <p:extLst>
      <p:ext uri="{BB962C8B-B14F-4D97-AF65-F5344CB8AC3E}">
        <p14:creationId xmlns:p14="http://schemas.microsoft.com/office/powerpoint/2010/main" val="382426711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userDrawn="1">
  <p:cSld name=" Title Slide with dark Image (full)">
    <p:spTree>
      <p:nvGrpSpPr>
        <p:cNvPr id="1" name=""/>
        <p:cNvGrpSpPr/>
        <p:nvPr/>
      </p:nvGrpSpPr>
      <p:grpSpPr>
        <a:xfrm>
          <a:off x="0" y="0"/>
          <a:ext cx="0" cy="0"/>
          <a:chOff x="0" y="0"/>
          <a:chExt cx="0" cy="0"/>
        </a:xfrm>
      </p:grpSpPr>
      <p:sp>
        <p:nvSpPr>
          <p:cNvPr id="18" name="Picture Placeholder 17">
            <a:extLst>
              <a:ext uri="{FF2B5EF4-FFF2-40B4-BE49-F238E27FC236}">
                <a16:creationId xmlns:a16="http://schemas.microsoft.com/office/drawing/2014/main" id="{76153363-F52B-ABF7-F309-43F354439053}"/>
              </a:ext>
            </a:extLst>
          </p:cNvPr>
          <p:cNvSpPr>
            <a:spLocks noGrp="1"/>
          </p:cNvSpPr>
          <p:nvPr>
            <p:ph type="pic" sz="quarter" idx="13" hasCustomPrompt="1"/>
          </p:nvPr>
        </p:nvSpPr>
        <p:spPr bwMode="gray">
          <a:xfrm>
            <a:off x="0" y="1"/>
            <a:ext cx="12192000" cy="6858000"/>
          </a:xfrm>
          <a:solidFill>
            <a:schemeClr val="tx2"/>
          </a:solidFill>
        </p:spPr>
        <p:txBody>
          <a:bodyPr lIns="6408000" tIns="0" anchor="ctr"/>
          <a:lstStyle>
            <a:lvl1pPr algn="l">
              <a:spcBef>
                <a:spcPts val="0"/>
              </a:spcBef>
              <a:defRPr sz="1600" b="0">
                <a:solidFill>
                  <a:schemeClr val="bg1"/>
                </a:solidFill>
              </a:defRPr>
            </a:lvl1pPr>
          </a:lstStyle>
          <a:p>
            <a:r>
              <a:rPr lang="en-GB" noProof="0"/>
              <a:t>Add image by clicking on icon</a:t>
            </a:r>
          </a:p>
        </p:txBody>
      </p:sp>
      <p:sp>
        <p:nvSpPr>
          <p:cNvPr id="2" name="Title 1">
            <a:extLst>
              <a:ext uri="{FF2B5EF4-FFF2-40B4-BE49-F238E27FC236}">
                <a16:creationId xmlns:a16="http://schemas.microsoft.com/office/drawing/2014/main" id="{BAA0C89F-FE1C-2FFA-0443-6E71E0677E6A}"/>
              </a:ext>
            </a:extLst>
          </p:cNvPr>
          <p:cNvSpPr>
            <a:spLocks noGrp="1"/>
          </p:cNvSpPr>
          <p:nvPr>
            <p:ph type="title" hasCustomPrompt="1"/>
          </p:nvPr>
        </p:nvSpPr>
        <p:spPr bwMode="gray">
          <a:xfrm>
            <a:off x="407368" y="2398297"/>
            <a:ext cx="5472000" cy="1329595"/>
          </a:xfrm>
        </p:spPr>
        <p:txBody>
          <a:bodyPr anchor="b"/>
          <a:lstStyle>
            <a:lvl1pPr>
              <a:defRPr sz="4800">
                <a:solidFill>
                  <a:schemeClr val="bg1"/>
                </a:solidFill>
              </a:defRPr>
            </a:lvl1pPr>
          </a:lstStyle>
          <a:p>
            <a:r>
              <a:rPr lang="en-GB" noProof="0"/>
              <a:t>Click to edit presentation title</a:t>
            </a:r>
          </a:p>
        </p:txBody>
      </p:sp>
      <p:sp>
        <p:nvSpPr>
          <p:cNvPr id="11" name="Text Placeholder 10">
            <a:extLst>
              <a:ext uri="{FF2B5EF4-FFF2-40B4-BE49-F238E27FC236}">
                <a16:creationId xmlns:a16="http://schemas.microsoft.com/office/drawing/2014/main" id="{AEBD709B-DFE5-5A5D-6A5C-7022BC395B26}"/>
              </a:ext>
            </a:extLst>
          </p:cNvPr>
          <p:cNvSpPr>
            <a:spLocks noGrp="1"/>
          </p:cNvSpPr>
          <p:nvPr>
            <p:ph type="body" sz="quarter" idx="10" hasCustomPrompt="1"/>
          </p:nvPr>
        </p:nvSpPr>
        <p:spPr bwMode="gray">
          <a:xfrm>
            <a:off x="407368" y="3930653"/>
            <a:ext cx="5472000" cy="307777"/>
          </a:xfrm>
        </p:spPr>
        <p:txBody>
          <a:bodyPr wrap="square">
            <a:spAutoFit/>
          </a:bodyPr>
          <a:lstStyle>
            <a:lvl1pPr marL="0" indent="0">
              <a:spcBef>
                <a:spcPts val="0"/>
              </a:spcBef>
              <a:buFont typeface="Skeena" panose="020B0604020202020204" pitchFamily="34" charset="0"/>
              <a:buNone/>
              <a:defRPr sz="2000" b="0">
                <a:solidFill>
                  <a:schemeClr val="bg1"/>
                </a:solidFill>
              </a:defRPr>
            </a:lvl1pPr>
            <a:lvl2pPr marL="0" indent="0">
              <a:spcBef>
                <a:spcPts val="0"/>
              </a:spcBef>
              <a:buFont typeface="Skeena" panose="020B0604020202020204" pitchFamily="34" charset="0"/>
              <a:buNone/>
              <a:defRPr sz="2000" b="0">
                <a:solidFill>
                  <a:schemeClr val="bg1"/>
                </a:solidFill>
              </a:defRPr>
            </a:lvl2pPr>
            <a:lvl3pPr marL="0" indent="0">
              <a:spcBef>
                <a:spcPts val="0"/>
              </a:spcBef>
              <a:buNone/>
              <a:defRPr sz="2000" b="0">
                <a:solidFill>
                  <a:schemeClr val="bg1"/>
                </a:solidFill>
              </a:defRPr>
            </a:lvl3pPr>
            <a:lvl4pPr marL="0" indent="0">
              <a:spcBef>
                <a:spcPts val="0"/>
              </a:spcBef>
              <a:buNone/>
              <a:defRPr sz="2000" b="0">
                <a:solidFill>
                  <a:schemeClr val="bg1"/>
                </a:solidFill>
              </a:defRPr>
            </a:lvl4pPr>
            <a:lvl5pPr marL="0" indent="0">
              <a:spcBef>
                <a:spcPts val="0"/>
              </a:spcBef>
              <a:buNone/>
              <a:defRPr sz="2000" b="0">
                <a:solidFill>
                  <a:schemeClr val="bg1"/>
                </a:solidFill>
              </a:defRPr>
            </a:lvl5pPr>
            <a:lvl6pPr marL="0" indent="0">
              <a:spcBef>
                <a:spcPts val="0"/>
              </a:spcBef>
              <a:buNone/>
              <a:defRPr sz="2000" b="0">
                <a:solidFill>
                  <a:schemeClr val="bg1"/>
                </a:solidFill>
              </a:defRPr>
            </a:lvl6pPr>
            <a:lvl7pPr marL="0" indent="0">
              <a:spcBef>
                <a:spcPts val="0"/>
              </a:spcBef>
              <a:buNone/>
              <a:defRPr sz="2000" b="0">
                <a:solidFill>
                  <a:schemeClr val="bg1"/>
                </a:solidFill>
              </a:defRPr>
            </a:lvl7pPr>
            <a:lvl8pPr marL="0" indent="0">
              <a:spcBef>
                <a:spcPts val="0"/>
              </a:spcBef>
              <a:buNone/>
              <a:defRPr sz="2000" b="0">
                <a:solidFill>
                  <a:schemeClr val="bg1"/>
                </a:solidFill>
              </a:defRPr>
            </a:lvl8pPr>
            <a:lvl9pPr marL="0" indent="0">
              <a:spcBef>
                <a:spcPts val="0"/>
              </a:spcBef>
              <a:buNone/>
              <a:defRPr sz="2000" b="0">
                <a:solidFill>
                  <a:schemeClr val="bg1"/>
                </a:solidFill>
              </a:defRPr>
            </a:lvl9pPr>
          </a:lstStyle>
          <a:p>
            <a:pPr lvl="0"/>
            <a:r>
              <a:rPr lang="en-GB" noProof="0"/>
              <a:t>Click to edit subtitle</a:t>
            </a:r>
          </a:p>
        </p:txBody>
      </p:sp>
      <p:sp>
        <p:nvSpPr>
          <p:cNvPr id="12" name="Text Placeholder 10">
            <a:extLst>
              <a:ext uri="{FF2B5EF4-FFF2-40B4-BE49-F238E27FC236}">
                <a16:creationId xmlns:a16="http://schemas.microsoft.com/office/drawing/2014/main" id="{B672624F-E384-C13B-8F1E-772A7C9E7100}"/>
              </a:ext>
            </a:extLst>
          </p:cNvPr>
          <p:cNvSpPr>
            <a:spLocks noGrp="1"/>
          </p:cNvSpPr>
          <p:nvPr>
            <p:ph type="body" sz="quarter" idx="11" hasCustomPrompt="1"/>
          </p:nvPr>
        </p:nvSpPr>
        <p:spPr bwMode="gray">
          <a:xfrm>
            <a:off x="407368" y="6021868"/>
            <a:ext cx="5472000" cy="215444"/>
          </a:xfrm>
        </p:spPr>
        <p:txBody>
          <a:bodyPr wrap="square" anchor="b">
            <a:spAutoFit/>
          </a:bodyPr>
          <a:lstStyle>
            <a:lvl1pPr marL="0" indent="0">
              <a:spcBef>
                <a:spcPts val="0"/>
              </a:spcBef>
              <a:buFont typeface="Skeena" panose="020B0604020202020204" pitchFamily="34" charset="0"/>
              <a:buNone/>
              <a:defRPr sz="1400" b="0">
                <a:solidFill>
                  <a:schemeClr val="bg1"/>
                </a:solidFill>
              </a:defRPr>
            </a:lvl1pPr>
            <a:lvl2pPr marL="0" indent="0">
              <a:spcBef>
                <a:spcPts val="0"/>
              </a:spcBef>
              <a:buFont typeface="Skeena" panose="020B0604020202020204" pitchFamily="34" charset="0"/>
              <a:buNone/>
              <a:defRPr sz="1400" b="0">
                <a:solidFill>
                  <a:schemeClr val="bg1"/>
                </a:solidFill>
              </a:defRPr>
            </a:lvl2pPr>
            <a:lvl3pPr marL="0" indent="0">
              <a:spcBef>
                <a:spcPts val="0"/>
              </a:spcBef>
              <a:buNone/>
              <a:defRPr sz="1400" b="0">
                <a:solidFill>
                  <a:schemeClr val="bg1"/>
                </a:solidFill>
              </a:defRPr>
            </a:lvl3pPr>
            <a:lvl4pPr marL="0" indent="0">
              <a:spcBef>
                <a:spcPts val="0"/>
              </a:spcBef>
              <a:buNone/>
              <a:defRPr sz="1400" b="0">
                <a:solidFill>
                  <a:schemeClr val="bg1"/>
                </a:solidFill>
              </a:defRPr>
            </a:lvl4pPr>
            <a:lvl5pPr marL="0" indent="0">
              <a:spcBef>
                <a:spcPts val="0"/>
              </a:spcBef>
              <a:buNone/>
              <a:defRPr sz="1400" b="0">
                <a:solidFill>
                  <a:schemeClr val="bg1"/>
                </a:solidFill>
              </a:defRPr>
            </a:lvl5pPr>
            <a:lvl6pPr marL="0" indent="0">
              <a:spcBef>
                <a:spcPts val="0"/>
              </a:spcBef>
              <a:buNone/>
              <a:defRPr sz="1400" b="0">
                <a:solidFill>
                  <a:schemeClr val="bg1"/>
                </a:solidFill>
              </a:defRPr>
            </a:lvl6pPr>
            <a:lvl7pPr marL="0" indent="0">
              <a:spcBef>
                <a:spcPts val="0"/>
              </a:spcBef>
              <a:buNone/>
              <a:defRPr sz="1400" b="0">
                <a:solidFill>
                  <a:schemeClr val="bg1"/>
                </a:solidFill>
              </a:defRPr>
            </a:lvl7pPr>
            <a:lvl8pPr marL="0" indent="0">
              <a:spcBef>
                <a:spcPts val="0"/>
              </a:spcBef>
              <a:buNone/>
              <a:defRPr sz="1400" b="0">
                <a:solidFill>
                  <a:schemeClr val="bg1"/>
                </a:solidFill>
              </a:defRPr>
            </a:lvl8pPr>
            <a:lvl9pPr marL="0" indent="0">
              <a:spcBef>
                <a:spcPts val="0"/>
              </a:spcBef>
              <a:buNone/>
              <a:defRPr sz="1400" b="0">
                <a:solidFill>
                  <a:schemeClr val="bg1"/>
                </a:solidFill>
              </a:defRPr>
            </a:lvl9pPr>
          </a:lstStyle>
          <a:p>
            <a:pPr lvl="0"/>
            <a:r>
              <a:rPr lang="en-GB" noProof="0"/>
              <a:t>Click to edit Speaker Name Surname  |  Place  |  Date</a:t>
            </a:r>
          </a:p>
        </p:txBody>
      </p:sp>
      <p:sp>
        <p:nvSpPr>
          <p:cNvPr id="13" name="Text Placeholder 10">
            <a:extLst>
              <a:ext uri="{FF2B5EF4-FFF2-40B4-BE49-F238E27FC236}">
                <a16:creationId xmlns:a16="http://schemas.microsoft.com/office/drawing/2014/main" id="{E6184790-58D3-BEE6-1251-DF5AF11454F7}"/>
              </a:ext>
            </a:extLst>
          </p:cNvPr>
          <p:cNvSpPr>
            <a:spLocks noGrp="1"/>
          </p:cNvSpPr>
          <p:nvPr>
            <p:ph type="body" sz="quarter" idx="12" hasCustomPrompt="1"/>
          </p:nvPr>
        </p:nvSpPr>
        <p:spPr bwMode="gray">
          <a:xfrm>
            <a:off x="9061233" y="316267"/>
            <a:ext cx="2723399" cy="306000"/>
          </a:xfrm>
          <a:blipFill>
            <a:blip r:embed="rId2"/>
            <a:stretch>
              <a:fillRect/>
            </a:stretch>
          </a:blipFill>
        </p:spPr>
        <p:txBody>
          <a:bodyPr/>
          <a:lstStyle>
            <a:lvl1pPr marL="0" indent="0">
              <a:spcBef>
                <a:spcPts val="0"/>
              </a:spcBef>
              <a:buFont typeface="Skeena" panose="020B0604020202020204" pitchFamily="34" charset="0"/>
              <a:buNone/>
              <a:defRPr sz="100" b="0">
                <a:noFill/>
              </a:defRPr>
            </a:lvl1pPr>
            <a:lvl2pPr marL="0" indent="0">
              <a:spcBef>
                <a:spcPts val="0"/>
              </a:spcBef>
              <a:buFont typeface="Skeena" panose="020B0604020202020204" pitchFamily="34" charset="0"/>
              <a:buNone/>
              <a:defRPr sz="100" b="0">
                <a:noFill/>
              </a:defRPr>
            </a:lvl2pPr>
            <a:lvl3pPr marL="0" indent="0">
              <a:spcBef>
                <a:spcPts val="0"/>
              </a:spcBef>
              <a:buNone/>
              <a:defRPr sz="100" b="0">
                <a:noFill/>
              </a:defRPr>
            </a:lvl3pPr>
            <a:lvl4pPr marL="0" indent="0">
              <a:spcBef>
                <a:spcPts val="0"/>
              </a:spcBef>
              <a:buNone/>
              <a:defRPr sz="100" b="0">
                <a:noFill/>
              </a:defRPr>
            </a:lvl4pPr>
            <a:lvl5pPr marL="0" indent="0">
              <a:spcBef>
                <a:spcPts val="0"/>
              </a:spcBef>
              <a:buNone/>
              <a:defRPr sz="100" b="0">
                <a:noFill/>
              </a:defRPr>
            </a:lvl5pPr>
            <a:lvl6pPr marL="0" indent="0">
              <a:spcBef>
                <a:spcPts val="0"/>
              </a:spcBef>
              <a:buNone/>
              <a:defRPr sz="100" b="0">
                <a:noFill/>
              </a:defRPr>
            </a:lvl6pPr>
            <a:lvl7pPr marL="0" indent="0">
              <a:spcBef>
                <a:spcPts val="0"/>
              </a:spcBef>
              <a:buNone/>
              <a:defRPr sz="100" b="0">
                <a:noFill/>
              </a:defRPr>
            </a:lvl7pPr>
            <a:lvl8pPr marL="0" indent="0">
              <a:spcBef>
                <a:spcPts val="0"/>
              </a:spcBef>
              <a:buNone/>
              <a:defRPr sz="100" b="0">
                <a:noFill/>
              </a:defRPr>
            </a:lvl8pPr>
            <a:lvl9pPr marL="0" indent="0">
              <a:spcBef>
                <a:spcPts val="0"/>
              </a:spcBef>
              <a:buNone/>
              <a:defRPr sz="100" b="0">
                <a:noFill/>
              </a:defRPr>
            </a:lvl9pPr>
          </a:lstStyle>
          <a:p>
            <a:pPr lvl="0"/>
            <a:r>
              <a:rPr lang="en-GB" noProof="0"/>
              <a:t> </a:t>
            </a:r>
          </a:p>
        </p:txBody>
      </p:sp>
    </p:spTree>
    <p:extLst>
      <p:ext uri="{BB962C8B-B14F-4D97-AF65-F5344CB8AC3E}">
        <p14:creationId xmlns:p14="http://schemas.microsoft.com/office/powerpoint/2010/main" val="247778561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 Titelfolie mit Bild (rechts)">
    <p:spTree>
      <p:nvGrpSpPr>
        <p:cNvPr id="1" name=""/>
        <p:cNvGrpSpPr/>
        <p:nvPr/>
      </p:nvGrpSpPr>
      <p:grpSpPr>
        <a:xfrm>
          <a:off x="0" y="0"/>
          <a:ext cx="0" cy="0"/>
          <a:chOff x="0" y="0"/>
          <a:chExt cx="0" cy="0"/>
        </a:xfrm>
      </p:grpSpPr>
      <p:sp>
        <p:nvSpPr>
          <p:cNvPr id="18" name="Picture Placeholder 17">
            <a:extLst>
              <a:ext uri="{FF2B5EF4-FFF2-40B4-BE49-F238E27FC236}">
                <a16:creationId xmlns:a16="http://schemas.microsoft.com/office/drawing/2014/main" id="{76153363-F52B-ABF7-F309-43F354439053}"/>
              </a:ext>
            </a:extLst>
          </p:cNvPr>
          <p:cNvSpPr>
            <a:spLocks noGrp="1"/>
          </p:cNvSpPr>
          <p:nvPr>
            <p:ph type="pic" sz="quarter" idx="13"/>
          </p:nvPr>
        </p:nvSpPr>
        <p:spPr bwMode="invGray">
          <a:xfrm>
            <a:off x="7860564" y="2526561"/>
            <a:ext cx="4331436" cy="4331439"/>
          </a:xfrm>
        </p:spPr>
        <p:txBody>
          <a:bodyPr tIns="648000" anchor="ctr"/>
          <a:lstStyle>
            <a:lvl1pPr algn="ctr">
              <a:spcBef>
                <a:spcPts val="0"/>
              </a:spcBef>
              <a:defRPr sz="1600" b="0"/>
            </a:lvl1pPr>
          </a:lstStyle>
          <a:p>
            <a:r>
              <a:rPr lang="de-DE" noProof="0" dirty="0"/>
              <a:t>Bild durch Klicken auf Symbol hinzufügen</a:t>
            </a:r>
          </a:p>
        </p:txBody>
      </p:sp>
      <p:grpSp>
        <p:nvGrpSpPr>
          <p:cNvPr id="5" name="Group 4">
            <a:extLst>
              <a:ext uri="{FF2B5EF4-FFF2-40B4-BE49-F238E27FC236}">
                <a16:creationId xmlns:a16="http://schemas.microsoft.com/office/drawing/2014/main" id="{FBFA4B1D-AF50-2FD8-251C-D9725F8EFE94}"/>
              </a:ext>
            </a:extLst>
          </p:cNvPr>
          <p:cNvGrpSpPr>
            <a:grpSpLocks noChangeAspect="1"/>
          </p:cNvGrpSpPr>
          <p:nvPr userDrawn="1"/>
        </p:nvGrpSpPr>
        <p:grpSpPr bwMode="invGray">
          <a:xfrm>
            <a:off x="6566754" y="1232756"/>
            <a:ext cx="5625248" cy="5625246"/>
            <a:chOff x="5118212" y="1097010"/>
            <a:chExt cx="3600003" cy="3600000"/>
          </a:xfrm>
          <a:solidFill>
            <a:schemeClr val="accent3"/>
          </a:solidFill>
        </p:grpSpPr>
        <p:sp>
          <p:nvSpPr>
            <p:cNvPr id="6" name="Rectangle 5">
              <a:extLst>
                <a:ext uri="{FF2B5EF4-FFF2-40B4-BE49-F238E27FC236}">
                  <a16:creationId xmlns:a16="http://schemas.microsoft.com/office/drawing/2014/main" id="{0BFC2907-1941-53AF-B77F-1515A57E17DA}"/>
                </a:ext>
              </a:extLst>
            </p:cNvPr>
            <p:cNvSpPr>
              <a:spLocks noChangeAspect="1"/>
            </p:cNvSpPr>
            <p:nvPr userDrawn="1"/>
          </p:nvSpPr>
          <p:spPr bwMode="invGray">
            <a:xfrm>
              <a:off x="5946214" y="1097010"/>
              <a:ext cx="2772001" cy="82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7" name="Rectangle 6">
              <a:extLst>
                <a:ext uri="{FF2B5EF4-FFF2-40B4-BE49-F238E27FC236}">
                  <a16:creationId xmlns:a16="http://schemas.microsoft.com/office/drawing/2014/main" id="{149B23BE-2B74-8159-0AFD-58AAE589A892}"/>
                </a:ext>
              </a:extLst>
            </p:cNvPr>
            <p:cNvSpPr>
              <a:spLocks noChangeAspect="1"/>
            </p:cNvSpPr>
            <p:nvPr userDrawn="1"/>
          </p:nvSpPr>
          <p:spPr bwMode="invGray">
            <a:xfrm>
              <a:off x="5118212" y="1925010"/>
              <a:ext cx="828000" cy="277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sp>
        <p:nvSpPr>
          <p:cNvPr id="2" name="Title 1">
            <a:extLst>
              <a:ext uri="{FF2B5EF4-FFF2-40B4-BE49-F238E27FC236}">
                <a16:creationId xmlns:a16="http://schemas.microsoft.com/office/drawing/2014/main" id="{BAA0C89F-FE1C-2FFA-0443-6E71E0677E6A}"/>
              </a:ext>
            </a:extLst>
          </p:cNvPr>
          <p:cNvSpPr>
            <a:spLocks noGrp="1"/>
          </p:cNvSpPr>
          <p:nvPr>
            <p:ph type="title" hasCustomPrompt="1"/>
          </p:nvPr>
        </p:nvSpPr>
        <p:spPr bwMode="invGray">
          <a:xfrm>
            <a:off x="407368" y="1733500"/>
            <a:ext cx="5472000" cy="1994392"/>
          </a:xfrm>
        </p:spPr>
        <p:txBody>
          <a:bodyPr anchor="b"/>
          <a:lstStyle>
            <a:lvl1pPr>
              <a:defRPr sz="4800"/>
            </a:lvl1pPr>
          </a:lstStyle>
          <a:p>
            <a:r>
              <a:rPr lang="de-DE" noProof="0"/>
              <a:t>Präsentationstitel durch Klicken bearbeiten</a:t>
            </a:r>
            <a:endParaRPr lang="de-DE" noProof="0" dirty="0"/>
          </a:p>
        </p:txBody>
      </p:sp>
      <p:sp>
        <p:nvSpPr>
          <p:cNvPr id="11" name="Text Placeholder 10">
            <a:extLst>
              <a:ext uri="{FF2B5EF4-FFF2-40B4-BE49-F238E27FC236}">
                <a16:creationId xmlns:a16="http://schemas.microsoft.com/office/drawing/2014/main" id="{AEBD709B-DFE5-5A5D-6A5C-7022BC395B26}"/>
              </a:ext>
            </a:extLst>
          </p:cNvPr>
          <p:cNvSpPr>
            <a:spLocks noGrp="1"/>
          </p:cNvSpPr>
          <p:nvPr>
            <p:ph type="body" sz="quarter" idx="10" hasCustomPrompt="1"/>
          </p:nvPr>
        </p:nvSpPr>
        <p:spPr bwMode="invGray">
          <a:xfrm>
            <a:off x="407368" y="3930653"/>
            <a:ext cx="5472000" cy="307777"/>
          </a:xfrm>
        </p:spPr>
        <p:txBody>
          <a:bodyPr wrap="square">
            <a:spAutoFit/>
          </a:bodyPr>
          <a:lstStyle>
            <a:lvl1pPr marL="0" indent="0">
              <a:spcBef>
                <a:spcPts val="0"/>
              </a:spcBef>
              <a:buFont typeface="Skeena" panose="020B0604020202020204" pitchFamily="34" charset="0"/>
              <a:buNone/>
              <a:defRPr sz="2000" b="0">
                <a:solidFill>
                  <a:schemeClr val="bg1"/>
                </a:solidFill>
              </a:defRPr>
            </a:lvl1pPr>
            <a:lvl2pPr marL="0" indent="0">
              <a:spcBef>
                <a:spcPts val="0"/>
              </a:spcBef>
              <a:buFont typeface="Skeena" panose="020B0604020202020204" pitchFamily="34" charset="0"/>
              <a:buNone/>
              <a:defRPr sz="2000" b="0">
                <a:solidFill>
                  <a:schemeClr val="bg1"/>
                </a:solidFill>
              </a:defRPr>
            </a:lvl2pPr>
            <a:lvl3pPr marL="0" indent="0">
              <a:spcBef>
                <a:spcPts val="0"/>
              </a:spcBef>
              <a:buNone/>
              <a:defRPr sz="2000" b="0">
                <a:solidFill>
                  <a:schemeClr val="bg1"/>
                </a:solidFill>
              </a:defRPr>
            </a:lvl3pPr>
            <a:lvl4pPr marL="0" indent="0">
              <a:spcBef>
                <a:spcPts val="0"/>
              </a:spcBef>
              <a:buNone/>
              <a:defRPr sz="2000" b="0">
                <a:solidFill>
                  <a:schemeClr val="bg1"/>
                </a:solidFill>
              </a:defRPr>
            </a:lvl4pPr>
            <a:lvl5pPr marL="0" indent="0">
              <a:spcBef>
                <a:spcPts val="0"/>
              </a:spcBef>
              <a:buNone/>
              <a:defRPr sz="2000" b="0">
                <a:solidFill>
                  <a:schemeClr val="bg1"/>
                </a:solidFill>
              </a:defRPr>
            </a:lvl5pPr>
            <a:lvl6pPr marL="0" indent="0">
              <a:spcBef>
                <a:spcPts val="0"/>
              </a:spcBef>
              <a:buNone/>
              <a:defRPr sz="2000" b="0">
                <a:solidFill>
                  <a:schemeClr val="bg1"/>
                </a:solidFill>
              </a:defRPr>
            </a:lvl6pPr>
            <a:lvl7pPr marL="0" indent="0">
              <a:spcBef>
                <a:spcPts val="0"/>
              </a:spcBef>
              <a:buNone/>
              <a:defRPr sz="2000" b="0">
                <a:solidFill>
                  <a:schemeClr val="bg1"/>
                </a:solidFill>
              </a:defRPr>
            </a:lvl7pPr>
            <a:lvl8pPr marL="0" indent="0">
              <a:spcBef>
                <a:spcPts val="0"/>
              </a:spcBef>
              <a:buNone/>
              <a:defRPr sz="2000" b="0">
                <a:solidFill>
                  <a:schemeClr val="bg1"/>
                </a:solidFill>
              </a:defRPr>
            </a:lvl8pPr>
            <a:lvl9pPr marL="0" indent="0">
              <a:spcBef>
                <a:spcPts val="0"/>
              </a:spcBef>
              <a:buNone/>
              <a:defRPr sz="2000" b="0">
                <a:solidFill>
                  <a:schemeClr val="bg1"/>
                </a:solidFill>
              </a:defRPr>
            </a:lvl9pPr>
          </a:lstStyle>
          <a:p>
            <a:pPr lvl="0"/>
            <a:r>
              <a:rPr lang="de-DE" noProof="0"/>
              <a:t>Untertitel durch Klicken bearbeiten</a:t>
            </a:r>
          </a:p>
        </p:txBody>
      </p:sp>
      <p:sp>
        <p:nvSpPr>
          <p:cNvPr id="12" name="Text Placeholder 10">
            <a:extLst>
              <a:ext uri="{FF2B5EF4-FFF2-40B4-BE49-F238E27FC236}">
                <a16:creationId xmlns:a16="http://schemas.microsoft.com/office/drawing/2014/main" id="{B672624F-E384-C13B-8F1E-772A7C9E7100}"/>
              </a:ext>
            </a:extLst>
          </p:cNvPr>
          <p:cNvSpPr>
            <a:spLocks noGrp="1"/>
          </p:cNvSpPr>
          <p:nvPr>
            <p:ph type="body" sz="quarter" idx="11" hasCustomPrompt="1"/>
          </p:nvPr>
        </p:nvSpPr>
        <p:spPr bwMode="invGray">
          <a:xfrm>
            <a:off x="407368" y="6021868"/>
            <a:ext cx="5472000" cy="215444"/>
          </a:xfrm>
        </p:spPr>
        <p:txBody>
          <a:bodyPr wrap="square" anchor="b">
            <a:spAutoFit/>
          </a:bodyPr>
          <a:lstStyle>
            <a:lvl1pPr marL="0" indent="0">
              <a:spcBef>
                <a:spcPts val="0"/>
              </a:spcBef>
              <a:buFont typeface="Skeena" panose="020B0604020202020204" pitchFamily="34" charset="0"/>
              <a:buNone/>
              <a:defRPr sz="1400" b="0">
                <a:solidFill>
                  <a:schemeClr val="bg1"/>
                </a:solidFill>
              </a:defRPr>
            </a:lvl1pPr>
            <a:lvl2pPr marL="0" indent="0">
              <a:spcBef>
                <a:spcPts val="0"/>
              </a:spcBef>
              <a:buFont typeface="Skeena" panose="020B0604020202020204" pitchFamily="34" charset="0"/>
              <a:buNone/>
              <a:defRPr sz="1400" b="0">
                <a:solidFill>
                  <a:schemeClr val="bg1"/>
                </a:solidFill>
              </a:defRPr>
            </a:lvl2pPr>
            <a:lvl3pPr marL="0" indent="0">
              <a:spcBef>
                <a:spcPts val="0"/>
              </a:spcBef>
              <a:buNone/>
              <a:defRPr sz="1400" b="0">
                <a:solidFill>
                  <a:schemeClr val="bg1"/>
                </a:solidFill>
              </a:defRPr>
            </a:lvl3pPr>
            <a:lvl4pPr marL="0" indent="0">
              <a:spcBef>
                <a:spcPts val="0"/>
              </a:spcBef>
              <a:buNone/>
              <a:defRPr sz="1400" b="0">
                <a:solidFill>
                  <a:schemeClr val="bg1"/>
                </a:solidFill>
              </a:defRPr>
            </a:lvl4pPr>
            <a:lvl5pPr marL="0" indent="0">
              <a:spcBef>
                <a:spcPts val="0"/>
              </a:spcBef>
              <a:buNone/>
              <a:defRPr sz="1400" b="0">
                <a:solidFill>
                  <a:schemeClr val="bg1"/>
                </a:solidFill>
              </a:defRPr>
            </a:lvl5pPr>
            <a:lvl6pPr marL="0" indent="0">
              <a:spcBef>
                <a:spcPts val="0"/>
              </a:spcBef>
              <a:buNone/>
              <a:defRPr sz="1400" b="0">
                <a:solidFill>
                  <a:schemeClr val="bg1"/>
                </a:solidFill>
              </a:defRPr>
            </a:lvl6pPr>
            <a:lvl7pPr marL="0" indent="0">
              <a:spcBef>
                <a:spcPts val="0"/>
              </a:spcBef>
              <a:buNone/>
              <a:defRPr sz="1400" b="0">
                <a:solidFill>
                  <a:schemeClr val="bg1"/>
                </a:solidFill>
              </a:defRPr>
            </a:lvl7pPr>
            <a:lvl8pPr marL="0" indent="0">
              <a:spcBef>
                <a:spcPts val="0"/>
              </a:spcBef>
              <a:buNone/>
              <a:defRPr sz="1400" b="0">
                <a:solidFill>
                  <a:schemeClr val="bg1"/>
                </a:solidFill>
              </a:defRPr>
            </a:lvl8pPr>
            <a:lvl9pPr marL="0" indent="0">
              <a:spcBef>
                <a:spcPts val="0"/>
              </a:spcBef>
              <a:buNone/>
              <a:defRPr sz="1400" b="0">
                <a:solidFill>
                  <a:schemeClr val="bg1"/>
                </a:solidFill>
              </a:defRPr>
            </a:lvl9pPr>
          </a:lstStyle>
          <a:p>
            <a:pPr lvl="0"/>
            <a:r>
              <a:rPr lang="de-DE" noProof="0"/>
              <a:t>Vorname und Nachname des Redners  |  Ort  |  Datum bearbeiten</a:t>
            </a:r>
          </a:p>
        </p:txBody>
      </p:sp>
      <p:sp>
        <p:nvSpPr>
          <p:cNvPr id="14" name="Text Placeholder 10">
            <a:extLst>
              <a:ext uri="{FF2B5EF4-FFF2-40B4-BE49-F238E27FC236}">
                <a16:creationId xmlns:a16="http://schemas.microsoft.com/office/drawing/2014/main" id="{F9EE62A4-7383-CA24-B3D5-1DF50584FE87}"/>
              </a:ext>
            </a:extLst>
          </p:cNvPr>
          <p:cNvSpPr txBox="1">
            <a:spLocks/>
          </p:cNvSpPr>
          <p:nvPr userDrawn="1"/>
        </p:nvSpPr>
        <p:spPr bwMode="invGray">
          <a:xfrm>
            <a:off x="9061233" y="316267"/>
            <a:ext cx="2723399" cy="306000"/>
          </a:xfrm>
          <a:prstGeom prst="rect">
            <a:avLst/>
          </a:prstGeom>
          <a:blipFill>
            <a:blip r:embed="rId2"/>
            <a:stretch>
              <a:fillRect/>
            </a:stretch>
          </a:blipFill>
        </p:spPr>
        <p:txBody>
          <a:bodyPr/>
          <a:lstStyle>
            <a:lvl1pPr marL="0" indent="0" algn="l" defTabSz="914400" rtl="0" eaLnBrk="1" latinLnBrk="0" hangingPunct="1">
              <a:lnSpc>
                <a:spcPct val="100000"/>
              </a:lnSpc>
              <a:spcBef>
                <a:spcPts val="0"/>
              </a:spcBef>
              <a:buFont typeface="Skeena" panose="020B0604020202020204" pitchFamily="34" charset="0"/>
              <a:buNone/>
              <a:defRPr sz="100" b="0" kern="1200">
                <a:noFill/>
                <a:latin typeface="+mn-lt"/>
                <a:ea typeface="+mn-ea"/>
                <a:cs typeface="+mn-cs"/>
              </a:defRPr>
            </a:lvl1pPr>
            <a:lvl2pPr marL="0" indent="0" algn="l" defTabSz="914400" rtl="0" eaLnBrk="1" latinLnBrk="0" hangingPunct="1">
              <a:lnSpc>
                <a:spcPct val="100000"/>
              </a:lnSpc>
              <a:spcBef>
                <a:spcPts val="0"/>
              </a:spcBef>
              <a:buFont typeface="Skeena" panose="020B0604020202020204" pitchFamily="34" charset="0"/>
              <a:buNone/>
              <a:defRPr sz="100" b="0" kern="1200">
                <a:noFill/>
                <a:latin typeface="+mn-lt"/>
                <a:ea typeface="+mn-ea"/>
                <a:cs typeface="+mn-cs"/>
              </a:defRPr>
            </a:lvl2pPr>
            <a:lvl3pPr marL="0" indent="0" algn="l" defTabSz="914400" rtl="0" eaLnBrk="1" latinLnBrk="0" hangingPunct="1">
              <a:lnSpc>
                <a:spcPct val="100000"/>
              </a:lnSpc>
              <a:spcBef>
                <a:spcPts val="0"/>
              </a:spcBef>
              <a:buFont typeface="Wingdings" panose="05000000000000000000" pitchFamily="2" charset="2"/>
              <a:buNone/>
              <a:defRPr sz="100" b="0" kern="1200">
                <a:noFill/>
                <a:latin typeface="+mn-lt"/>
                <a:ea typeface="+mn-ea"/>
                <a:cs typeface="+mn-cs"/>
              </a:defRPr>
            </a:lvl3pPr>
            <a:lvl4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4pPr>
            <a:lvl5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5pPr>
            <a:lvl6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6pPr>
            <a:lvl7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7pPr>
            <a:lvl8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8pPr>
            <a:lvl9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9pPr>
          </a:lstStyle>
          <a:p>
            <a:r>
              <a:rPr lang="de-DE" noProof="0"/>
              <a:t> </a:t>
            </a:r>
          </a:p>
        </p:txBody>
      </p:sp>
    </p:spTree>
    <p:extLst>
      <p:ext uri="{BB962C8B-B14F-4D97-AF65-F5344CB8AC3E}">
        <p14:creationId xmlns:p14="http://schemas.microsoft.com/office/powerpoint/2010/main" val="50102169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 Titelfolie ohne Bi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0C89F-FE1C-2FFA-0443-6E71E0677E6A}"/>
              </a:ext>
            </a:extLst>
          </p:cNvPr>
          <p:cNvSpPr>
            <a:spLocks noGrp="1"/>
          </p:cNvSpPr>
          <p:nvPr>
            <p:ph type="title" hasCustomPrompt="1"/>
          </p:nvPr>
        </p:nvSpPr>
        <p:spPr bwMode="invGray">
          <a:xfrm>
            <a:off x="407368" y="1733500"/>
            <a:ext cx="5472000" cy="1994392"/>
          </a:xfrm>
        </p:spPr>
        <p:txBody>
          <a:bodyPr anchor="b"/>
          <a:lstStyle>
            <a:lvl1pPr>
              <a:defRPr sz="4800"/>
            </a:lvl1pPr>
          </a:lstStyle>
          <a:p>
            <a:r>
              <a:rPr lang="de-DE" noProof="0"/>
              <a:t>Präsentationstitel durch Klicken bearbeiten</a:t>
            </a:r>
            <a:endParaRPr lang="de-DE" noProof="0" dirty="0"/>
          </a:p>
        </p:txBody>
      </p:sp>
      <p:sp>
        <p:nvSpPr>
          <p:cNvPr id="11" name="Text Placeholder 10">
            <a:extLst>
              <a:ext uri="{FF2B5EF4-FFF2-40B4-BE49-F238E27FC236}">
                <a16:creationId xmlns:a16="http://schemas.microsoft.com/office/drawing/2014/main" id="{AEBD709B-DFE5-5A5D-6A5C-7022BC395B26}"/>
              </a:ext>
            </a:extLst>
          </p:cNvPr>
          <p:cNvSpPr>
            <a:spLocks noGrp="1"/>
          </p:cNvSpPr>
          <p:nvPr>
            <p:ph type="body" sz="quarter" idx="10" hasCustomPrompt="1"/>
          </p:nvPr>
        </p:nvSpPr>
        <p:spPr bwMode="invGray">
          <a:xfrm>
            <a:off x="407368" y="3930653"/>
            <a:ext cx="5472000" cy="307777"/>
          </a:xfrm>
        </p:spPr>
        <p:txBody>
          <a:bodyPr wrap="square">
            <a:spAutoFit/>
          </a:bodyPr>
          <a:lstStyle>
            <a:lvl1pPr marL="0" indent="0">
              <a:spcBef>
                <a:spcPts val="0"/>
              </a:spcBef>
              <a:buFont typeface="Skeena" panose="020B0604020202020204" pitchFamily="34" charset="0"/>
              <a:buNone/>
              <a:defRPr sz="2000" b="0">
                <a:solidFill>
                  <a:schemeClr val="bg1"/>
                </a:solidFill>
              </a:defRPr>
            </a:lvl1pPr>
            <a:lvl2pPr marL="0" indent="0">
              <a:spcBef>
                <a:spcPts val="0"/>
              </a:spcBef>
              <a:buFont typeface="Skeena" panose="020B0604020202020204" pitchFamily="34" charset="0"/>
              <a:buNone/>
              <a:defRPr sz="2000" b="0">
                <a:solidFill>
                  <a:schemeClr val="bg1"/>
                </a:solidFill>
              </a:defRPr>
            </a:lvl2pPr>
            <a:lvl3pPr marL="0" indent="0">
              <a:spcBef>
                <a:spcPts val="0"/>
              </a:spcBef>
              <a:buNone/>
              <a:defRPr sz="2000" b="0">
                <a:solidFill>
                  <a:schemeClr val="bg1"/>
                </a:solidFill>
              </a:defRPr>
            </a:lvl3pPr>
            <a:lvl4pPr marL="0" indent="0">
              <a:spcBef>
                <a:spcPts val="0"/>
              </a:spcBef>
              <a:buNone/>
              <a:defRPr sz="2000" b="0">
                <a:solidFill>
                  <a:schemeClr val="bg1"/>
                </a:solidFill>
              </a:defRPr>
            </a:lvl4pPr>
            <a:lvl5pPr marL="0" indent="0">
              <a:spcBef>
                <a:spcPts val="0"/>
              </a:spcBef>
              <a:buNone/>
              <a:defRPr sz="2000" b="0">
                <a:solidFill>
                  <a:schemeClr val="bg1"/>
                </a:solidFill>
              </a:defRPr>
            </a:lvl5pPr>
            <a:lvl6pPr marL="0" indent="0">
              <a:spcBef>
                <a:spcPts val="0"/>
              </a:spcBef>
              <a:buNone/>
              <a:defRPr sz="2000" b="0">
                <a:solidFill>
                  <a:schemeClr val="bg1"/>
                </a:solidFill>
              </a:defRPr>
            </a:lvl6pPr>
            <a:lvl7pPr marL="0" indent="0">
              <a:spcBef>
                <a:spcPts val="0"/>
              </a:spcBef>
              <a:buNone/>
              <a:defRPr sz="2000" b="0">
                <a:solidFill>
                  <a:schemeClr val="bg1"/>
                </a:solidFill>
              </a:defRPr>
            </a:lvl7pPr>
            <a:lvl8pPr marL="0" indent="0">
              <a:spcBef>
                <a:spcPts val="0"/>
              </a:spcBef>
              <a:buNone/>
              <a:defRPr sz="2000" b="0">
                <a:solidFill>
                  <a:schemeClr val="bg1"/>
                </a:solidFill>
              </a:defRPr>
            </a:lvl8pPr>
            <a:lvl9pPr marL="0" indent="0">
              <a:spcBef>
                <a:spcPts val="0"/>
              </a:spcBef>
              <a:buNone/>
              <a:defRPr sz="2000" b="0">
                <a:solidFill>
                  <a:schemeClr val="bg1"/>
                </a:solidFill>
              </a:defRPr>
            </a:lvl9pPr>
          </a:lstStyle>
          <a:p>
            <a:pPr lvl="0"/>
            <a:r>
              <a:rPr lang="de-DE" noProof="0"/>
              <a:t>Untertitel durch Klicken bearbeiten</a:t>
            </a:r>
          </a:p>
        </p:txBody>
      </p:sp>
      <p:sp>
        <p:nvSpPr>
          <p:cNvPr id="12" name="Text Placeholder 10">
            <a:extLst>
              <a:ext uri="{FF2B5EF4-FFF2-40B4-BE49-F238E27FC236}">
                <a16:creationId xmlns:a16="http://schemas.microsoft.com/office/drawing/2014/main" id="{B672624F-E384-C13B-8F1E-772A7C9E7100}"/>
              </a:ext>
            </a:extLst>
          </p:cNvPr>
          <p:cNvSpPr>
            <a:spLocks noGrp="1"/>
          </p:cNvSpPr>
          <p:nvPr>
            <p:ph type="body" sz="quarter" idx="11" hasCustomPrompt="1"/>
          </p:nvPr>
        </p:nvSpPr>
        <p:spPr bwMode="invGray">
          <a:xfrm>
            <a:off x="407368" y="6021868"/>
            <a:ext cx="5472000" cy="215444"/>
          </a:xfrm>
        </p:spPr>
        <p:txBody>
          <a:bodyPr wrap="square" anchor="b">
            <a:spAutoFit/>
          </a:bodyPr>
          <a:lstStyle>
            <a:lvl1pPr marL="0" indent="0">
              <a:spcBef>
                <a:spcPts val="0"/>
              </a:spcBef>
              <a:buFont typeface="Skeena" panose="020B0604020202020204" pitchFamily="34" charset="0"/>
              <a:buNone/>
              <a:defRPr sz="1400" b="0">
                <a:solidFill>
                  <a:schemeClr val="bg1"/>
                </a:solidFill>
              </a:defRPr>
            </a:lvl1pPr>
            <a:lvl2pPr marL="0" indent="0">
              <a:spcBef>
                <a:spcPts val="0"/>
              </a:spcBef>
              <a:buFont typeface="Skeena" panose="020B0604020202020204" pitchFamily="34" charset="0"/>
              <a:buNone/>
              <a:defRPr sz="1400" b="0">
                <a:solidFill>
                  <a:schemeClr val="bg1"/>
                </a:solidFill>
              </a:defRPr>
            </a:lvl2pPr>
            <a:lvl3pPr marL="0" indent="0">
              <a:spcBef>
                <a:spcPts val="0"/>
              </a:spcBef>
              <a:buNone/>
              <a:defRPr sz="1400" b="0">
                <a:solidFill>
                  <a:schemeClr val="bg1"/>
                </a:solidFill>
              </a:defRPr>
            </a:lvl3pPr>
            <a:lvl4pPr marL="0" indent="0">
              <a:spcBef>
                <a:spcPts val="0"/>
              </a:spcBef>
              <a:buNone/>
              <a:defRPr sz="1400" b="0">
                <a:solidFill>
                  <a:schemeClr val="bg1"/>
                </a:solidFill>
              </a:defRPr>
            </a:lvl4pPr>
            <a:lvl5pPr marL="0" indent="0">
              <a:spcBef>
                <a:spcPts val="0"/>
              </a:spcBef>
              <a:buNone/>
              <a:defRPr sz="1400" b="0">
                <a:solidFill>
                  <a:schemeClr val="bg1"/>
                </a:solidFill>
              </a:defRPr>
            </a:lvl5pPr>
            <a:lvl6pPr marL="0" indent="0">
              <a:spcBef>
                <a:spcPts val="0"/>
              </a:spcBef>
              <a:buNone/>
              <a:defRPr sz="1400" b="0">
                <a:solidFill>
                  <a:schemeClr val="bg1"/>
                </a:solidFill>
              </a:defRPr>
            </a:lvl6pPr>
            <a:lvl7pPr marL="0" indent="0">
              <a:spcBef>
                <a:spcPts val="0"/>
              </a:spcBef>
              <a:buNone/>
              <a:defRPr sz="1400" b="0">
                <a:solidFill>
                  <a:schemeClr val="bg1"/>
                </a:solidFill>
              </a:defRPr>
            </a:lvl7pPr>
            <a:lvl8pPr marL="0" indent="0">
              <a:spcBef>
                <a:spcPts val="0"/>
              </a:spcBef>
              <a:buNone/>
              <a:defRPr sz="1400" b="0">
                <a:solidFill>
                  <a:schemeClr val="bg1"/>
                </a:solidFill>
              </a:defRPr>
            </a:lvl8pPr>
            <a:lvl9pPr marL="0" indent="0">
              <a:spcBef>
                <a:spcPts val="0"/>
              </a:spcBef>
              <a:buNone/>
              <a:defRPr sz="1400" b="0">
                <a:solidFill>
                  <a:schemeClr val="bg1"/>
                </a:solidFill>
              </a:defRPr>
            </a:lvl9pPr>
          </a:lstStyle>
          <a:p>
            <a:pPr lvl="0"/>
            <a:r>
              <a:rPr lang="de-DE" noProof="0"/>
              <a:t>Vorname und Nachname des Redners  |  Ort  |  Datum bearbeiten</a:t>
            </a:r>
          </a:p>
        </p:txBody>
      </p:sp>
      <p:sp>
        <p:nvSpPr>
          <p:cNvPr id="14" name="Text Placeholder 10">
            <a:extLst>
              <a:ext uri="{FF2B5EF4-FFF2-40B4-BE49-F238E27FC236}">
                <a16:creationId xmlns:a16="http://schemas.microsoft.com/office/drawing/2014/main" id="{F9EE62A4-7383-CA24-B3D5-1DF50584FE87}"/>
              </a:ext>
            </a:extLst>
          </p:cNvPr>
          <p:cNvSpPr txBox="1">
            <a:spLocks/>
          </p:cNvSpPr>
          <p:nvPr userDrawn="1"/>
        </p:nvSpPr>
        <p:spPr bwMode="invGray">
          <a:xfrm>
            <a:off x="9061233" y="316267"/>
            <a:ext cx="2723399" cy="306000"/>
          </a:xfrm>
          <a:prstGeom prst="rect">
            <a:avLst/>
          </a:prstGeom>
          <a:blipFill>
            <a:blip r:embed="rId2"/>
            <a:stretch>
              <a:fillRect/>
            </a:stretch>
          </a:blipFill>
        </p:spPr>
        <p:txBody>
          <a:bodyPr/>
          <a:lstStyle>
            <a:lvl1pPr marL="0" indent="0" algn="l" defTabSz="914400" rtl="0" eaLnBrk="1" latinLnBrk="0" hangingPunct="1">
              <a:lnSpc>
                <a:spcPct val="100000"/>
              </a:lnSpc>
              <a:spcBef>
                <a:spcPts val="0"/>
              </a:spcBef>
              <a:buFont typeface="Skeena" panose="020B0604020202020204" pitchFamily="34" charset="0"/>
              <a:buNone/>
              <a:defRPr sz="100" b="0" kern="1200">
                <a:noFill/>
                <a:latin typeface="+mn-lt"/>
                <a:ea typeface="+mn-ea"/>
                <a:cs typeface="+mn-cs"/>
              </a:defRPr>
            </a:lvl1pPr>
            <a:lvl2pPr marL="0" indent="0" algn="l" defTabSz="914400" rtl="0" eaLnBrk="1" latinLnBrk="0" hangingPunct="1">
              <a:lnSpc>
                <a:spcPct val="100000"/>
              </a:lnSpc>
              <a:spcBef>
                <a:spcPts val="0"/>
              </a:spcBef>
              <a:buFont typeface="Skeena" panose="020B0604020202020204" pitchFamily="34" charset="0"/>
              <a:buNone/>
              <a:defRPr sz="100" b="0" kern="1200">
                <a:noFill/>
                <a:latin typeface="+mn-lt"/>
                <a:ea typeface="+mn-ea"/>
                <a:cs typeface="+mn-cs"/>
              </a:defRPr>
            </a:lvl2pPr>
            <a:lvl3pPr marL="0" indent="0" algn="l" defTabSz="914400" rtl="0" eaLnBrk="1" latinLnBrk="0" hangingPunct="1">
              <a:lnSpc>
                <a:spcPct val="100000"/>
              </a:lnSpc>
              <a:spcBef>
                <a:spcPts val="0"/>
              </a:spcBef>
              <a:buFont typeface="Wingdings" panose="05000000000000000000" pitchFamily="2" charset="2"/>
              <a:buNone/>
              <a:defRPr sz="100" b="0" kern="1200">
                <a:noFill/>
                <a:latin typeface="+mn-lt"/>
                <a:ea typeface="+mn-ea"/>
                <a:cs typeface="+mn-cs"/>
              </a:defRPr>
            </a:lvl3pPr>
            <a:lvl4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4pPr>
            <a:lvl5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5pPr>
            <a:lvl6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6pPr>
            <a:lvl7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7pPr>
            <a:lvl8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8pPr>
            <a:lvl9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9pPr>
          </a:lstStyle>
          <a:p>
            <a:r>
              <a:rPr lang="de-DE" noProof="0"/>
              <a:t> </a:t>
            </a:r>
          </a:p>
        </p:txBody>
      </p:sp>
      <p:grpSp>
        <p:nvGrpSpPr>
          <p:cNvPr id="37" name="Group 36">
            <a:extLst>
              <a:ext uri="{FF2B5EF4-FFF2-40B4-BE49-F238E27FC236}">
                <a16:creationId xmlns:a16="http://schemas.microsoft.com/office/drawing/2014/main" id="{B87DA1D8-4A2E-84B9-34D3-11231EFEBD40}"/>
              </a:ext>
            </a:extLst>
          </p:cNvPr>
          <p:cNvGrpSpPr/>
          <p:nvPr userDrawn="1"/>
        </p:nvGrpSpPr>
        <p:grpSpPr>
          <a:xfrm>
            <a:off x="10818263" y="5270919"/>
            <a:ext cx="966369" cy="966369"/>
            <a:chOff x="10818263" y="5270919"/>
            <a:chExt cx="966369" cy="966369"/>
          </a:xfrm>
          <a:solidFill>
            <a:schemeClr val="accent3"/>
          </a:solidFill>
        </p:grpSpPr>
        <p:sp>
          <p:nvSpPr>
            <p:cNvPr id="38" name="Rectangle 37">
              <a:extLst>
                <a:ext uri="{FF2B5EF4-FFF2-40B4-BE49-F238E27FC236}">
                  <a16:creationId xmlns:a16="http://schemas.microsoft.com/office/drawing/2014/main" id="{C7ECEE38-FEF3-9159-19AA-B7E64F4ADE12}"/>
                </a:ext>
              </a:extLst>
            </p:cNvPr>
            <p:cNvSpPr>
              <a:spLocks noChangeAspect="1"/>
            </p:cNvSpPr>
            <p:nvPr userDrawn="1"/>
          </p:nvSpPr>
          <p:spPr bwMode="gray">
            <a:xfrm rot="10800000" flipV="1">
              <a:off x="10818263" y="6015023"/>
              <a:ext cx="744104" cy="2222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39" name="Rectangle 38">
              <a:extLst>
                <a:ext uri="{FF2B5EF4-FFF2-40B4-BE49-F238E27FC236}">
                  <a16:creationId xmlns:a16="http://schemas.microsoft.com/office/drawing/2014/main" id="{9EBCEAB2-E2E3-64DD-F16E-BFEE241F3099}"/>
                </a:ext>
              </a:extLst>
            </p:cNvPr>
            <p:cNvSpPr>
              <a:spLocks noChangeAspect="1"/>
            </p:cNvSpPr>
            <p:nvPr userDrawn="1"/>
          </p:nvSpPr>
          <p:spPr bwMode="gray">
            <a:xfrm rot="10800000" flipV="1">
              <a:off x="11562367" y="5270919"/>
              <a:ext cx="222265" cy="744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grpSp>
        <p:nvGrpSpPr>
          <p:cNvPr id="40" name="Group 39">
            <a:extLst>
              <a:ext uri="{FF2B5EF4-FFF2-40B4-BE49-F238E27FC236}">
                <a16:creationId xmlns:a16="http://schemas.microsoft.com/office/drawing/2014/main" id="{3A4D8B78-B057-B77B-A1DF-49436D1F8FA3}"/>
              </a:ext>
            </a:extLst>
          </p:cNvPr>
          <p:cNvGrpSpPr/>
          <p:nvPr userDrawn="1"/>
        </p:nvGrpSpPr>
        <p:grpSpPr>
          <a:xfrm>
            <a:off x="9473526" y="5270919"/>
            <a:ext cx="966369" cy="966369"/>
            <a:chOff x="10818263" y="5270919"/>
            <a:chExt cx="966369" cy="966369"/>
          </a:xfrm>
          <a:solidFill>
            <a:schemeClr val="accent3"/>
          </a:solidFill>
        </p:grpSpPr>
        <p:sp>
          <p:nvSpPr>
            <p:cNvPr id="41" name="Rectangle 40">
              <a:extLst>
                <a:ext uri="{FF2B5EF4-FFF2-40B4-BE49-F238E27FC236}">
                  <a16:creationId xmlns:a16="http://schemas.microsoft.com/office/drawing/2014/main" id="{91071686-39A8-A68C-4CFD-9485F9F28F19}"/>
                </a:ext>
              </a:extLst>
            </p:cNvPr>
            <p:cNvSpPr>
              <a:spLocks noChangeAspect="1"/>
            </p:cNvSpPr>
            <p:nvPr userDrawn="1"/>
          </p:nvSpPr>
          <p:spPr bwMode="gray">
            <a:xfrm rot="10800000" flipV="1">
              <a:off x="10818263" y="6015023"/>
              <a:ext cx="744104" cy="2222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42" name="Rectangle 41">
              <a:extLst>
                <a:ext uri="{FF2B5EF4-FFF2-40B4-BE49-F238E27FC236}">
                  <a16:creationId xmlns:a16="http://schemas.microsoft.com/office/drawing/2014/main" id="{B656EC53-6ED6-C062-D746-D5093EBA5CA3}"/>
                </a:ext>
              </a:extLst>
            </p:cNvPr>
            <p:cNvSpPr>
              <a:spLocks noChangeAspect="1"/>
            </p:cNvSpPr>
            <p:nvPr userDrawn="1"/>
          </p:nvSpPr>
          <p:spPr bwMode="gray">
            <a:xfrm rot="10800000" flipV="1">
              <a:off x="11562367" y="5270919"/>
              <a:ext cx="222265" cy="744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grpSp>
        <p:nvGrpSpPr>
          <p:cNvPr id="43" name="Group 42">
            <a:extLst>
              <a:ext uri="{FF2B5EF4-FFF2-40B4-BE49-F238E27FC236}">
                <a16:creationId xmlns:a16="http://schemas.microsoft.com/office/drawing/2014/main" id="{FC95DE67-9DBF-019D-7583-BAEFA4FFD5FC}"/>
              </a:ext>
            </a:extLst>
          </p:cNvPr>
          <p:cNvGrpSpPr/>
          <p:nvPr userDrawn="1"/>
        </p:nvGrpSpPr>
        <p:grpSpPr>
          <a:xfrm>
            <a:off x="8128789" y="5270919"/>
            <a:ext cx="966369" cy="966369"/>
            <a:chOff x="10818263" y="5270919"/>
            <a:chExt cx="966369" cy="966369"/>
          </a:xfrm>
          <a:solidFill>
            <a:schemeClr val="accent3"/>
          </a:solidFill>
        </p:grpSpPr>
        <p:sp>
          <p:nvSpPr>
            <p:cNvPr id="44" name="Rectangle 43">
              <a:extLst>
                <a:ext uri="{FF2B5EF4-FFF2-40B4-BE49-F238E27FC236}">
                  <a16:creationId xmlns:a16="http://schemas.microsoft.com/office/drawing/2014/main" id="{0F8558EB-A106-5937-C0F1-ED992B3DE5D8}"/>
                </a:ext>
              </a:extLst>
            </p:cNvPr>
            <p:cNvSpPr>
              <a:spLocks noChangeAspect="1"/>
            </p:cNvSpPr>
            <p:nvPr userDrawn="1"/>
          </p:nvSpPr>
          <p:spPr bwMode="gray">
            <a:xfrm rot="10800000" flipV="1">
              <a:off x="10818263" y="6015023"/>
              <a:ext cx="744104" cy="2222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45" name="Rectangle 44">
              <a:extLst>
                <a:ext uri="{FF2B5EF4-FFF2-40B4-BE49-F238E27FC236}">
                  <a16:creationId xmlns:a16="http://schemas.microsoft.com/office/drawing/2014/main" id="{FDD16516-CC17-EFB1-9040-891E34460EC9}"/>
                </a:ext>
              </a:extLst>
            </p:cNvPr>
            <p:cNvSpPr>
              <a:spLocks noChangeAspect="1"/>
            </p:cNvSpPr>
            <p:nvPr userDrawn="1"/>
          </p:nvSpPr>
          <p:spPr bwMode="gray">
            <a:xfrm rot="10800000" flipV="1">
              <a:off x="11562367" y="5270919"/>
              <a:ext cx="222265" cy="744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grpSp>
        <p:nvGrpSpPr>
          <p:cNvPr id="46" name="Group 45">
            <a:extLst>
              <a:ext uri="{FF2B5EF4-FFF2-40B4-BE49-F238E27FC236}">
                <a16:creationId xmlns:a16="http://schemas.microsoft.com/office/drawing/2014/main" id="{D87A64F1-0070-7E96-A39D-EDE34500DB68}"/>
              </a:ext>
            </a:extLst>
          </p:cNvPr>
          <p:cNvGrpSpPr/>
          <p:nvPr userDrawn="1"/>
        </p:nvGrpSpPr>
        <p:grpSpPr>
          <a:xfrm>
            <a:off x="10818263" y="3898740"/>
            <a:ext cx="966369" cy="966369"/>
            <a:chOff x="10818263" y="5270919"/>
            <a:chExt cx="966369" cy="966369"/>
          </a:xfrm>
          <a:solidFill>
            <a:schemeClr val="accent3"/>
          </a:solidFill>
        </p:grpSpPr>
        <p:sp>
          <p:nvSpPr>
            <p:cNvPr id="47" name="Rectangle 46">
              <a:extLst>
                <a:ext uri="{FF2B5EF4-FFF2-40B4-BE49-F238E27FC236}">
                  <a16:creationId xmlns:a16="http://schemas.microsoft.com/office/drawing/2014/main" id="{7CC4BC2D-BEC4-82DB-ED19-54F6AA7B207A}"/>
                </a:ext>
              </a:extLst>
            </p:cNvPr>
            <p:cNvSpPr>
              <a:spLocks noChangeAspect="1"/>
            </p:cNvSpPr>
            <p:nvPr userDrawn="1"/>
          </p:nvSpPr>
          <p:spPr bwMode="gray">
            <a:xfrm rot="10800000" flipV="1">
              <a:off x="10818263" y="6015023"/>
              <a:ext cx="744104" cy="2222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48" name="Rectangle 47">
              <a:extLst>
                <a:ext uri="{FF2B5EF4-FFF2-40B4-BE49-F238E27FC236}">
                  <a16:creationId xmlns:a16="http://schemas.microsoft.com/office/drawing/2014/main" id="{111C8344-A618-6028-0D70-521F45952F44}"/>
                </a:ext>
              </a:extLst>
            </p:cNvPr>
            <p:cNvSpPr>
              <a:spLocks noChangeAspect="1"/>
            </p:cNvSpPr>
            <p:nvPr userDrawn="1"/>
          </p:nvSpPr>
          <p:spPr bwMode="gray">
            <a:xfrm rot="10800000" flipV="1">
              <a:off x="11562367" y="5270919"/>
              <a:ext cx="222265" cy="744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grpSp>
        <p:nvGrpSpPr>
          <p:cNvPr id="49" name="Group 48">
            <a:extLst>
              <a:ext uri="{FF2B5EF4-FFF2-40B4-BE49-F238E27FC236}">
                <a16:creationId xmlns:a16="http://schemas.microsoft.com/office/drawing/2014/main" id="{E7B94EDA-456B-3696-0B92-37ECE394EF8F}"/>
              </a:ext>
            </a:extLst>
          </p:cNvPr>
          <p:cNvGrpSpPr/>
          <p:nvPr userDrawn="1"/>
        </p:nvGrpSpPr>
        <p:grpSpPr>
          <a:xfrm>
            <a:off x="10818263" y="2526561"/>
            <a:ext cx="966369" cy="966369"/>
            <a:chOff x="10818263" y="5270919"/>
            <a:chExt cx="966369" cy="966369"/>
          </a:xfrm>
          <a:solidFill>
            <a:schemeClr val="accent3"/>
          </a:solidFill>
        </p:grpSpPr>
        <p:sp>
          <p:nvSpPr>
            <p:cNvPr id="50" name="Rectangle 49">
              <a:extLst>
                <a:ext uri="{FF2B5EF4-FFF2-40B4-BE49-F238E27FC236}">
                  <a16:creationId xmlns:a16="http://schemas.microsoft.com/office/drawing/2014/main" id="{69708096-98A4-FCB2-FD59-D8D0BD9A1532}"/>
                </a:ext>
              </a:extLst>
            </p:cNvPr>
            <p:cNvSpPr>
              <a:spLocks noChangeAspect="1"/>
            </p:cNvSpPr>
            <p:nvPr userDrawn="1"/>
          </p:nvSpPr>
          <p:spPr bwMode="gray">
            <a:xfrm rot="10800000" flipV="1">
              <a:off x="10818263" y="6015023"/>
              <a:ext cx="744104" cy="2222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51" name="Rectangle 50">
              <a:extLst>
                <a:ext uri="{FF2B5EF4-FFF2-40B4-BE49-F238E27FC236}">
                  <a16:creationId xmlns:a16="http://schemas.microsoft.com/office/drawing/2014/main" id="{7992F399-A31F-BEE7-3999-B1F29D0F6EEC}"/>
                </a:ext>
              </a:extLst>
            </p:cNvPr>
            <p:cNvSpPr>
              <a:spLocks noChangeAspect="1"/>
            </p:cNvSpPr>
            <p:nvPr userDrawn="1"/>
          </p:nvSpPr>
          <p:spPr bwMode="gray">
            <a:xfrm rot="10800000" flipV="1">
              <a:off x="11562367" y="5270919"/>
              <a:ext cx="222265" cy="744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grpSp>
        <p:nvGrpSpPr>
          <p:cNvPr id="52" name="Group 51">
            <a:extLst>
              <a:ext uri="{FF2B5EF4-FFF2-40B4-BE49-F238E27FC236}">
                <a16:creationId xmlns:a16="http://schemas.microsoft.com/office/drawing/2014/main" id="{5E2F85ED-DC11-0BF4-D5A8-8D0F3F5B2538}"/>
              </a:ext>
            </a:extLst>
          </p:cNvPr>
          <p:cNvGrpSpPr/>
          <p:nvPr userDrawn="1"/>
        </p:nvGrpSpPr>
        <p:grpSpPr>
          <a:xfrm>
            <a:off x="9473526" y="3898740"/>
            <a:ext cx="966369" cy="966369"/>
            <a:chOff x="10818263" y="5270919"/>
            <a:chExt cx="966369" cy="966369"/>
          </a:xfrm>
          <a:solidFill>
            <a:schemeClr val="accent3"/>
          </a:solidFill>
        </p:grpSpPr>
        <p:sp>
          <p:nvSpPr>
            <p:cNvPr id="53" name="Rectangle 52">
              <a:extLst>
                <a:ext uri="{FF2B5EF4-FFF2-40B4-BE49-F238E27FC236}">
                  <a16:creationId xmlns:a16="http://schemas.microsoft.com/office/drawing/2014/main" id="{5284ABA7-1864-57C4-1C1A-8504DC975A16}"/>
                </a:ext>
              </a:extLst>
            </p:cNvPr>
            <p:cNvSpPr>
              <a:spLocks noChangeAspect="1"/>
            </p:cNvSpPr>
            <p:nvPr userDrawn="1"/>
          </p:nvSpPr>
          <p:spPr bwMode="gray">
            <a:xfrm rot="10800000" flipV="1">
              <a:off x="10818263" y="6015023"/>
              <a:ext cx="744104" cy="2222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54" name="Rectangle 53">
              <a:extLst>
                <a:ext uri="{FF2B5EF4-FFF2-40B4-BE49-F238E27FC236}">
                  <a16:creationId xmlns:a16="http://schemas.microsoft.com/office/drawing/2014/main" id="{BB753811-9AA7-F884-ACDD-FE62679BF114}"/>
                </a:ext>
              </a:extLst>
            </p:cNvPr>
            <p:cNvSpPr>
              <a:spLocks noChangeAspect="1"/>
            </p:cNvSpPr>
            <p:nvPr userDrawn="1"/>
          </p:nvSpPr>
          <p:spPr bwMode="gray">
            <a:xfrm rot="10800000" flipV="1">
              <a:off x="11562367" y="5270919"/>
              <a:ext cx="222265" cy="744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grpSp>
        <p:nvGrpSpPr>
          <p:cNvPr id="55" name="Group 54">
            <a:extLst>
              <a:ext uri="{FF2B5EF4-FFF2-40B4-BE49-F238E27FC236}">
                <a16:creationId xmlns:a16="http://schemas.microsoft.com/office/drawing/2014/main" id="{6EF1828B-9178-4123-CA56-6DB3D2C0D72E}"/>
              </a:ext>
            </a:extLst>
          </p:cNvPr>
          <p:cNvGrpSpPr/>
          <p:nvPr userDrawn="1"/>
        </p:nvGrpSpPr>
        <p:grpSpPr>
          <a:xfrm>
            <a:off x="9473526" y="2526561"/>
            <a:ext cx="966369" cy="966369"/>
            <a:chOff x="10818263" y="5270919"/>
            <a:chExt cx="966369" cy="966369"/>
          </a:xfrm>
          <a:solidFill>
            <a:schemeClr val="accent3"/>
          </a:solidFill>
        </p:grpSpPr>
        <p:sp>
          <p:nvSpPr>
            <p:cNvPr id="56" name="Rectangle 55">
              <a:extLst>
                <a:ext uri="{FF2B5EF4-FFF2-40B4-BE49-F238E27FC236}">
                  <a16:creationId xmlns:a16="http://schemas.microsoft.com/office/drawing/2014/main" id="{B3C9F6CC-33EB-7EC2-556A-27534557B171}"/>
                </a:ext>
              </a:extLst>
            </p:cNvPr>
            <p:cNvSpPr>
              <a:spLocks noChangeAspect="1"/>
            </p:cNvSpPr>
            <p:nvPr userDrawn="1"/>
          </p:nvSpPr>
          <p:spPr bwMode="gray">
            <a:xfrm rot="10800000" flipV="1">
              <a:off x="10818263" y="6015023"/>
              <a:ext cx="744104" cy="2222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57" name="Rectangle 56">
              <a:extLst>
                <a:ext uri="{FF2B5EF4-FFF2-40B4-BE49-F238E27FC236}">
                  <a16:creationId xmlns:a16="http://schemas.microsoft.com/office/drawing/2014/main" id="{C3569D17-60F4-CB39-7577-0F774F74D691}"/>
                </a:ext>
              </a:extLst>
            </p:cNvPr>
            <p:cNvSpPr>
              <a:spLocks noChangeAspect="1"/>
            </p:cNvSpPr>
            <p:nvPr userDrawn="1"/>
          </p:nvSpPr>
          <p:spPr bwMode="gray">
            <a:xfrm rot="10800000" flipV="1">
              <a:off x="11562367" y="5270919"/>
              <a:ext cx="222265" cy="744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grpSp>
        <p:nvGrpSpPr>
          <p:cNvPr id="58" name="Group 57">
            <a:extLst>
              <a:ext uri="{FF2B5EF4-FFF2-40B4-BE49-F238E27FC236}">
                <a16:creationId xmlns:a16="http://schemas.microsoft.com/office/drawing/2014/main" id="{5908F0FF-FD3C-7A0A-7CCD-03B1A89F6BD6}"/>
              </a:ext>
            </a:extLst>
          </p:cNvPr>
          <p:cNvGrpSpPr/>
          <p:nvPr userDrawn="1"/>
        </p:nvGrpSpPr>
        <p:grpSpPr>
          <a:xfrm>
            <a:off x="8128789" y="3898740"/>
            <a:ext cx="966369" cy="966369"/>
            <a:chOff x="10818263" y="5270919"/>
            <a:chExt cx="966369" cy="966369"/>
          </a:xfrm>
          <a:solidFill>
            <a:schemeClr val="accent3"/>
          </a:solidFill>
        </p:grpSpPr>
        <p:sp>
          <p:nvSpPr>
            <p:cNvPr id="59" name="Rectangle 58">
              <a:extLst>
                <a:ext uri="{FF2B5EF4-FFF2-40B4-BE49-F238E27FC236}">
                  <a16:creationId xmlns:a16="http://schemas.microsoft.com/office/drawing/2014/main" id="{47E685A2-F2E6-FD27-5481-9C5E0B3C0ACE}"/>
                </a:ext>
              </a:extLst>
            </p:cNvPr>
            <p:cNvSpPr>
              <a:spLocks noChangeAspect="1"/>
            </p:cNvSpPr>
            <p:nvPr userDrawn="1"/>
          </p:nvSpPr>
          <p:spPr bwMode="gray">
            <a:xfrm rot="10800000" flipV="1">
              <a:off x="10818263" y="6015023"/>
              <a:ext cx="744104" cy="2222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60" name="Rectangle 59">
              <a:extLst>
                <a:ext uri="{FF2B5EF4-FFF2-40B4-BE49-F238E27FC236}">
                  <a16:creationId xmlns:a16="http://schemas.microsoft.com/office/drawing/2014/main" id="{6008F819-5A7F-279D-1ABC-F74AE6369F26}"/>
                </a:ext>
              </a:extLst>
            </p:cNvPr>
            <p:cNvSpPr>
              <a:spLocks noChangeAspect="1"/>
            </p:cNvSpPr>
            <p:nvPr userDrawn="1"/>
          </p:nvSpPr>
          <p:spPr bwMode="gray">
            <a:xfrm rot="10800000" flipV="1">
              <a:off x="11562367" y="5270919"/>
              <a:ext cx="222265" cy="744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grpSp>
        <p:nvGrpSpPr>
          <p:cNvPr id="61" name="Group 60">
            <a:extLst>
              <a:ext uri="{FF2B5EF4-FFF2-40B4-BE49-F238E27FC236}">
                <a16:creationId xmlns:a16="http://schemas.microsoft.com/office/drawing/2014/main" id="{5CA75C13-30CC-B054-5021-60F40DAFFA63}"/>
              </a:ext>
            </a:extLst>
          </p:cNvPr>
          <p:cNvGrpSpPr/>
          <p:nvPr userDrawn="1"/>
        </p:nvGrpSpPr>
        <p:grpSpPr>
          <a:xfrm>
            <a:off x="8128789" y="2526561"/>
            <a:ext cx="966369" cy="966369"/>
            <a:chOff x="10818263" y="5270919"/>
            <a:chExt cx="966369" cy="966369"/>
          </a:xfrm>
          <a:solidFill>
            <a:schemeClr val="accent3"/>
          </a:solidFill>
        </p:grpSpPr>
        <p:sp>
          <p:nvSpPr>
            <p:cNvPr id="62" name="Rectangle 61">
              <a:extLst>
                <a:ext uri="{FF2B5EF4-FFF2-40B4-BE49-F238E27FC236}">
                  <a16:creationId xmlns:a16="http://schemas.microsoft.com/office/drawing/2014/main" id="{2D0CAF89-0544-9B65-AA7A-3D0064A4C6E3}"/>
                </a:ext>
              </a:extLst>
            </p:cNvPr>
            <p:cNvSpPr>
              <a:spLocks noChangeAspect="1"/>
            </p:cNvSpPr>
            <p:nvPr userDrawn="1"/>
          </p:nvSpPr>
          <p:spPr bwMode="gray">
            <a:xfrm rot="10800000" flipV="1">
              <a:off x="10818263" y="6015023"/>
              <a:ext cx="744104" cy="2222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63" name="Rectangle 62">
              <a:extLst>
                <a:ext uri="{FF2B5EF4-FFF2-40B4-BE49-F238E27FC236}">
                  <a16:creationId xmlns:a16="http://schemas.microsoft.com/office/drawing/2014/main" id="{D665B20C-9419-6693-DF6E-CBD90434BF13}"/>
                </a:ext>
              </a:extLst>
            </p:cNvPr>
            <p:cNvSpPr>
              <a:spLocks noChangeAspect="1"/>
            </p:cNvSpPr>
            <p:nvPr userDrawn="1"/>
          </p:nvSpPr>
          <p:spPr bwMode="gray">
            <a:xfrm rot="10800000" flipV="1">
              <a:off x="11562367" y="5270919"/>
              <a:ext cx="222265" cy="744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spTree>
    <p:extLst>
      <p:ext uri="{BB962C8B-B14F-4D97-AF65-F5344CB8AC3E}">
        <p14:creationId xmlns:p14="http://schemas.microsoft.com/office/powerpoint/2010/main" val="237261525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 Titelfolie mit hellem Bild (vollflächig)">
    <p:spTree>
      <p:nvGrpSpPr>
        <p:cNvPr id="1" name=""/>
        <p:cNvGrpSpPr/>
        <p:nvPr/>
      </p:nvGrpSpPr>
      <p:grpSpPr>
        <a:xfrm>
          <a:off x="0" y="0"/>
          <a:ext cx="0" cy="0"/>
          <a:chOff x="0" y="0"/>
          <a:chExt cx="0" cy="0"/>
        </a:xfrm>
      </p:grpSpPr>
      <p:graphicFrame>
        <p:nvGraphicFramePr>
          <p:cNvPr id="4" name="Objekt 3" hidden="1">
            <a:extLst>
              <a:ext uri="{FF2B5EF4-FFF2-40B4-BE49-F238E27FC236}">
                <a16:creationId xmlns:a16="http://schemas.microsoft.com/office/drawing/2014/main" id="{2C69092D-0848-0CEB-3599-FA90038BEF5F}"/>
              </a:ext>
            </a:extLst>
          </p:cNvPr>
          <p:cNvGraphicFramePr>
            <a:graphicFrameLocks noChangeAspect="1"/>
          </p:cNvGraphicFramePr>
          <p:nvPr userDrawn="1">
            <p:custDataLst>
              <p:tags r:id="rId1"/>
            </p:custDataLst>
            <p:extLst>
              <p:ext uri="{D42A27DB-BD31-4B8C-83A1-F6EECF244321}">
                <p14:modId xmlns:p14="http://schemas.microsoft.com/office/powerpoint/2010/main" val="21359053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4" name="Objekt 3" hidden="1">
                        <a:extLst>
                          <a:ext uri="{FF2B5EF4-FFF2-40B4-BE49-F238E27FC236}">
                            <a16:creationId xmlns:a16="http://schemas.microsoft.com/office/drawing/2014/main" id="{2C69092D-0848-0CEB-3599-FA90038BEF5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8" name="Picture Placeholder 17">
            <a:extLst>
              <a:ext uri="{FF2B5EF4-FFF2-40B4-BE49-F238E27FC236}">
                <a16:creationId xmlns:a16="http://schemas.microsoft.com/office/drawing/2014/main" id="{76153363-F52B-ABF7-F309-43F354439053}"/>
              </a:ext>
            </a:extLst>
          </p:cNvPr>
          <p:cNvSpPr>
            <a:spLocks noGrp="1"/>
          </p:cNvSpPr>
          <p:nvPr>
            <p:ph type="pic" sz="quarter" idx="13"/>
          </p:nvPr>
        </p:nvSpPr>
        <p:spPr bwMode="gray">
          <a:xfrm>
            <a:off x="0" y="1"/>
            <a:ext cx="12192000" cy="6858000"/>
          </a:xfrm>
          <a:solidFill>
            <a:schemeClr val="accent3"/>
          </a:solidFill>
        </p:spPr>
        <p:txBody>
          <a:bodyPr lIns="6408000" tIns="0" anchor="ctr"/>
          <a:lstStyle>
            <a:lvl1pPr algn="l">
              <a:spcBef>
                <a:spcPts val="0"/>
              </a:spcBef>
              <a:defRPr sz="1600" b="0">
                <a:solidFill>
                  <a:schemeClr val="tx1"/>
                </a:solidFill>
              </a:defRPr>
            </a:lvl1pPr>
          </a:lstStyle>
          <a:p>
            <a:r>
              <a:rPr lang="de-DE" noProof="0" dirty="0"/>
              <a:t>Bild durch Klicken auf Symbol hinzufügen</a:t>
            </a:r>
          </a:p>
        </p:txBody>
      </p:sp>
      <p:sp>
        <p:nvSpPr>
          <p:cNvPr id="2" name="Title 1">
            <a:extLst>
              <a:ext uri="{FF2B5EF4-FFF2-40B4-BE49-F238E27FC236}">
                <a16:creationId xmlns:a16="http://schemas.microsoft.com/office/drawing/2014/main" id="{BAA0C89F-FE1C-2FFA-0443-6E71E0677E6A}"/>
              </a:ext>
            </a:extLst>
          </p:cNvPr>
          <p:cNvSpPr>
            <a:spLocks noGrp="1"/>
          </p:cNvSpPr>
          <p:nvPr>
            <p:ph type="title" hasCustomPrompt="1"/>
          </p:nvPr>
        </p:nvSpPr>
        <p:spPr bwMode="gray">
          <a:xfrm>
            <a:off x="407368" y="1733500"/>
            <a:ext cx="5472000" cy="1994392"/>
          </a:xfrm>
        </p:spPr>
        <p:txBody>
          <a:bodyPr vert="horz" anchor="b"/>
          <a:lstStyle>
            <a:lvl1pPr>
              <a:defRPr sz="4800">
                <a:solidFill>
                  <a:schemeClr val="tx1"/>
                </a:solidFill>
              </a:defRPr>
            </a:lvl1pPr>
          </a:lstStyle>
          <a:p>
            <a:r>
              <a:rPr lang="de-DE" noProof="0"/>
              <a:t>Präsentationstitel durch Klicken bearbeiten</a:t>
            </a:r>
            <a:endParaRPr lang="de-DE" noProof="0" dirty="0"/>
          </a:p>
        </p:txBody>
      </p:sp>
      <p:sp>
        <p:nvSpPr>
          <p:cNvPr id="11" name="Text Placeholder 10">
            <a:extLst>
              <a:ext uri="{FF2B5EF4-FFF2-40B4-BE49-F238E27FC236}">
                <a16:creationId xmlns:a16="http://schemas.microsoft.com/office/drawing/2014/main" id="{AEBD709B-DFE5-5A5D-6A5C-7022BC395B26}"/>
              </a:ext>
            </a:extLst>
          </p:cNvPr>
          <p:cNvSpPr>
            <a:spLocks noGrp="1"/>
          </p:cNvSpPr>
          <p:nvPr>
            <p:ph type="body" sz="quarter" idx="10" hasCustomPrompt="1"/>
          </p:nvPr>
        </p:nvSpPr>
        <p:spPr bwMode="gray">
          <a:xfrm>
            <a:off x="407368" y="3930653"/>
            <a:ext cx="5472000" cy="307777"/>
          </a:xfrm>
        </p:spPr>
        <p:txBody>
          <a:bodyPr wrap="square">
            <a:spAutoFit/>
          </a:bodyPr>
          <a:lstStyle>
            <a:lvl1pPr marL="0" indent="0">
              <a:spcBef>
                <a:spcPts val="0"/>
              </a:spcBef>
              <a:buFont typeface="Skeena" panose="020B0604020202020204" pitchFamily="34" charset="0"/>
              <a:buNone/>
              <a:defRPr sz="2000" b="0">
                <a:solidFill>
                  <a:schemeClr val="tx1"/>
                </a:solidFill>
              </a:defRPr>
            </a:lvl1pPr>
            <a:lvl2pPr marL="0" indent="0">
              <a:spcBef>
                <a:spcPts val="0"/>
              </a:spcBef>
              <a:buFont typeface="Skeena" panose="020B0604020202020204" pitchFamily="34" charset="0"/>
              <a:buNone/>
              <a:defRPr sz="2000" b="0">
                <a:solidFill>
                  <a:schemeClr val="tx1"/>
                </a:solidFill>
              </a:defRPr>
            </a:lvl2pPr>
            <a:lvl3pPr marL="0" indent="0">
              <a:spcBef>
                <a:spcPts val="0"/>
              </a:spcBef>
              <a:buNone/>
              <a:defRPr sz="2000" b="0">
                <a:solidFill>
                  <a:schemeClr val="tx1"/>
                </a:solidFill>
              </a:defRPr>
            </a:lvl3pPr>
            <a:lvl4pPr marL="0" indent="0">
              <a:spcBef>
                <a:spcPts val="0"/>
              </a:spcBef>
              <a:buNone/>
              <a:defRPr sz="2000" b="0">
                <a:solidFill>
                  <a:schemeClr val="tx1"/>
                </a:solidFill>
              </a:defRPr>
            </a:lvl4pPr>
            <a:lvl5pPr marL="0" indent="0">
              <a:spcBef>
                <a:spcPts val="0"/>
              </a:spcBef>
              <a:buNone/>
              <a:defRPr sz="2000" b="0">
                <a:solidFill>
                  <a:schemeClr val="tx1"/>
                </a:solidFill>
              </a:defRPr>
            </a:lvl5pPr>
            <a:lvl6pPr marL="0" indent="0">
              <a:spcBef>
                <a:spcPts val="0"/>
              </a:spcBef>
              <a:buNone/>
              <a:defRPr sz="2000" b="0">
                <a:solidFill>
                  <a:schemeClr val="tx1"/>
                </a:solidFill>
              </a:defRPr>
            </a:lvl6pPr>
            <a:lvl7pPr marL="0" indent="0">
              <a:spcBef>
                <a:spcPts val="0"/>
              </a:spcBef>
              <a:buNone/>
              <a:defRPr sz="2000" b="0">
                <a:solidFill>
                  <a:schemeClr val="tx1"/>
                </a:solidFill>
              </a:defRPr>
            </a:lvl7pPr>
            <a:lvl8pPr marL="0" indent="0">
              <a:spcBef>
                <a:spcPts val="0"/>
              </a:spcBef>
              <a:buNone/>
              <a:defRPr sz="2000" b="0">
                <a:solidFill>
                  <a:schemeClr val="tx1"/>
                </a:solidFill>
              </a:defRPr>
            </a:lvl8pPr>
            <a:lvl9pPr marL="0" indent="0">
              <a:spcBef>
                <a:spcPts val="0"/>
              </a:spcBef>
              <a:buNone/>
              <a:defRPr sz="2000" b="0">
                <a:solidFill>
                  <a:schemeClr val="tx1"/>
                </a:solidFill>
              </a:defRPr>
            </a:lvl9pPr>
          </a:lstStyle>
          <a:p>
            <a:pPr lvl="0"/>
            <a:r>
              <a:rPr lang="de-DE" noProof="0"/>
              <a:t>Untertitel durch Klicken bearbeiten</a:t>
            </a:r>
            <a:endParaRPr lang="de-DE" noProof="0" dirty="0"/>
          </a:p>
        </p:txBody>
      </p:sp>
      <p:sp>
        <p:nvSpPr>
          <p:cNvPr id="12" name="Text Placeholder 10">
            <a:extLst>
              <a:ext uri="{FF2B5EF4-FFF2-40B4-BE49-F238E27FC236}">
                <a16:creationId xmlns:a16="http://schemas.microsoft.com/office/drawing/2014/main" id="{B672624F-E384-C13B-8F1E-772A7C9E7100}"/>
              </a:ext>
            </a:extLst>
          </p:cNvPr>
          <p:cNvSpPr>
            <a:spLocks noGrp="1"/>
          </p:cNvSpPr>
          <p:nvPr>
            <p:ph type="body" sz="quarter" idx="11" hasCustomPrompt="1"/>
          </p:nvPr>
        </p:nvSpPr>
        <p:spPr bwMode="gray">
          <a:xfrm>
            <a:off x="407368" y="6021868"/>
            <a:ext cx="5472000" cy="215444"/>
          </a:xfrm>
        </p:spPr>
        <p:txBody>
          <a:bodyPr wrap="square" anchor="b">
            <a:spAutoFit/>
          </a:bodyPr>
          <a:lstStyle>
            <a:lvl1pPr marL="0" indent="0">
              <a:spcBef>
                <a:spcPts val="0"/>
              </a:spcBef>
              <a:buFont typeface="Skeena" panose="020B0604020202020204" pitchFamily="34" charset="0"/>
              <a:buNone/>
              <a:defRPr sz="1400" b="0">
                <a:solidFill>
                  <a:schemeClr val="tx1"/>
                </a:solidFill>
              </a:defRPr>
            </a:lvl1pPr>
            <a:lvl2pPr marL="0" indent="0">
              <a:spcBef>
                <a:spcPts val="0"/>
              </a:spcBef>
              <a:buFont typeface="Skeena" panose="020B0604020202020204" pitchFamily="34" charset="0"/>
              <a:buNone/>
              <a:defRPr sz="1400" b="0">
                <a:solidFill>
                  <a:schemeClr val="tx1"/>
                </a:solidFill>
              </a:defRPr>
            </a:lvl2pPr>
            <a:lvl3pPr marL="0" indent="0">
              <a:spcBef>
                <a:spcPts val="0"/>
              </a:spcBef>
              <a:buNone/>
              <a:defRPr sz="1400" b="0">
                <a:solidFill>
                  <a:schemeClr val="tx1"/>
                </a:solidFill>
              </a:defRPr>
            </a:lvl3pPr>
            <a:lvl4pPr marL="0" indent="0">
              <a:spcBef>
                <a:spcPts val="0"/>
              </a:spcBef>
              <a:buNone/>
              <a:defRPr sz="1400" b="0">
                <a:solidFill>
                  <a:schemeClr val="tx1"/>
                </a:solidFill>
              </a:defRPr>
            </a:lvl4pPr>
            <a:lvl5pPr marL="0" indent="0">
              <a:spcBef>
                <a:spcPts val="0"/>
              </a:spcBef>
              <a:buNone/>
              <a:defRPr sz="1400" b="0">
                <a:solidFill>
                  <a:schemeClr val="tx1"/>
                </a:solidFill>
              </a:defRPr>
            </a:lvl5pPr>
            <a:lvl6pPr marL="0" indent="0">
              <a:spcBef>
                <a:spcPts val="0"/>
              </a:spcBef>
              <a:buNone/>
              <a:defRPr sz="1400" b="0">
                <a:solidFill>
                  <a:schemeClr val="tx1"/>
                </a:solidFill>
              </a:defRPr>
            </a:lvl6pPr>
            <a:lvl7pPr marL="0" indent="0">
              <a:spcBef>
                <a:spcPts val="0"/>
              </a:spcBef>
              <a:buNone/>
              <a:defRPr sz="1400" b="0">
                <a:solidFill>
                  <a:schemeClr val="tx1"/>
                </a:solidFill>
              </a:defRPr>
            </a:lvl7pPr>
            <a:lvl8pPr marL="0" indent="0">
              <a:spcBef>
                <a:spcPts val="0"/>
              </a:spcBef>
              <a:buNone/>
              <a:defRPr sz="1400" b="0">
                <a:solidFill>
                  <a:schemeClr val="tx1"/>
                </a:solidFill>
              </a:defRPr>
            </a:lvl8pPr>
            <a:lvl9pPr marL="0" indent="0">
              <a:spcBef>
                <a:spcPts val="0"/>
              </a:spcBef>
              <a:buNone/>
              <a:defRPr sz="1400" b="0">
                <a:solidFill>
                  <a:schemeClr val="tx1"/>
                </a:solidFill>
              </a:defRPr>
            </a:lvl9pPr>
          </a:lstStyle>
          <a:p>
            <a:pPr lvl="0"/>
            <a:r>
              <a:rPr lang="de-DE" noProof="0"/>
              <a:t>Vorname und Nachname des Redners  |  Ort  |  Datum bearbeiten</a:t>
            </a:r>
            <a:endParaRPr lang="de-DE" noProof="0" dirty="0"/>
          </a:p>
        </p:txBody>
      </p:sp>
      <p:sp>
        <p:nvSpPr>
          <p:cNvPr id="13" name="Text Placeholder 10">
            <a:extLst>
              <a:ext uri="{FF2B5EF4-FFF2-40B4-BE49-F238E27FC236}">
                <a16:creationId xmlns:a16="http://schemas.microsoft.com/office/drawing/2014/main" id="{E6184790-58D3-BEE6-1251-DF5AF11454F7}"/>
              </a:ext>
            </a:extLst>
          </p:cNvPr>
          <p:cNvSpPr>
            <a:spLocks noGrp="1"/>
          </p:cNvSpPr>
          <p:nvPr>
            <p:ph type="body" sz="quarter" idx="12" hasCustomPrompt="1"/>
          </p:nvPr>
        </p:nvSpPr>
        <p:spPr bwMode="gray">
          <a:xfrm>
            <a:off x="9061233" y="316267"/>
            <a:ext cx="2723399" cy="306000"/>
          </a:xfrm>
          <a:blipFill>
            <a:blip r:embed="rId5"/>
            <a:stretch>
              <a:fillRect/>
            </a:stretch>
          </a:blipFill>
        </p:spPr>
        <p:txBody>
          <a:bodyPr/>
          <a:lstStyle>
            <a:lvl1pPr marL="0" indent="0">
              <a:spcBef>
                <a:spcPts val="0"/>
              </a:spcBef>
              <a:buFont typeface="Skeena" panose="020B0604020202020204" pitchFamily="34" charset="0"/>
              <a:buNone/>
              <a:defRPr sz="100" b="0">
                <a:noFill/>
              </a:defRPr>
            </a:lvl1pPr>
            <a:lvl2pPr marL="0" indent="0">
              <a:spcBef>
                <a:spcPts val="0"/>
              </a:spcBef>
              <a:buFont typeface="Skeena" panose="020B0604020202020204" pitchFamily="34" charset="0"/>
              <a:buNone/>
              <a:defRPr sz="100" b="0">
                <a:noFill/>
              </a:defRPr>
            </a:lvl2pPr>
            <a:lvl3pPr marL="0" indent="0">
              <a:spcBef>
                <a:spcPts val="0"/>
              </a:spcBef>
              <a:buNone/>
              <a:defRPr sz="100" b="0">
                <a:noFill/>
              </a:defRPr>
            </a:lvl3pPr>
            <a:lvl4pPr marL="0" indent="0">
              <a:spcBef>
                <a:spcPts val="0"/>
              </a:spcBef>
              <a:buNone/>
              <a:defRPr sz="100" b="0">
                <a:noFill/>
              </a:defRPr>
            </a:lvl4pPr>
            <a:lvl5pPr marL="0" indent="0">
              <a:spcBef>
                <a:spcPts val="0"/>
              </a:spcBef>
              <a:buNone/>
              <a:defRPr sz="100" b="0">
                <a:noFill/>
              </a:defRPr>
            </a:lvl5pPr>
            <a:lvl6pPr marL="0" indent="0">
              <a:spcBef>
                <a:spcPts val="0"/>
              </a:spcBef>
              <a:buNone/>
              <a:defRPr sz="100" b="0">
                <a:noFill/>
              </a:defRPr>
            </a:lvl6pPr>
            <a:lvl7pPr marL="0" indent="0">
              <a:spcBef>
                <a:spcPts val="0"/>
              </a:spcBef>
              <a:buNone/>
              <a:defRPr sz="100" b="0">
                <a:noFill/>
              </a:defRPr>
            </a:lvl7pPr>
            <a:lvl8pPr marL="0" indent="0">
              <a:spcBef>
                <a:spcPts val="0"/>
              </a:spcBef>
              <a:buNone/>
              <a:defRPr sz="100" b="0">
                <a:noFill/>
              </a:defRPr>
            </a:lvl8pPr>
            <a:lvl9pPr marL="0" indent="0">
              <a:spcBef>
                <a:spcPts val="0"/>
              </a:spcBef>
              <a:buNone/>
              <a:defRPr sz="100" b="0">
                <a:noFill/>
              </a:defRPr>
            </a:lvl9pPr>
          </a:lstStyle>
          <a:p>
            <a:pPr lvl="0"/>
            <a:r>
              <a:rPr lang="de-DE" noProof="0"/>
              <a:t> </a:t>
            </a:r>
          </a:p>
        </p:txBody>
      </p:sp>
    </p:spTree>
    <p:extLst>
      <p:ext uri="{BB962C8B-B14F-4D97-AF65-F5344CB8AC3E}">
        <p14:creationId xmlns:p14="http://schemas.microsoft.com/office/powerpoint/2010/main" val="235545071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 Titelfolie mit dunklem Bild (vollflächig)">
    <p:spTree>
      <p:nvGrpSpPr>
        <p:cNvPr id="1" name=""/>
        <p:cNvGrpSpPr/>
        <p:nvPr/>
      </p:nvGrpSpPr>
      <p:grpSpPr>
        <a:xfrm>
          <a:off x="0" y="0"/>
          <a:ext cx="0" cy="0"/>
          <a:chOff x="0" y="0"/>
          <a:chExt cx="0" cy="0"/>
        </a:xfrm>
      </p:grpSpPr>
      <p:sp>
        <p:nvSpPr>
          <p:cNvPr id="18" name="Picture Placeholder 17">
            <a:extLst>
              <a:ext uri="{FF2B5EF4-FFF2-40B4-BE49-F238E27FC236}">
                <a16:creationId xmlns:a16="http://schemas.microsoft.com/office/drawing/2014/main" id="{76153363-F52B-ABF7-F309-43F354439053}"/>
              </a:ext>
            </a:extLst>
          </p:cNvPr>
          <p:cNvSpPr>
            <a:spLocks noGrp="1"/>
          </p:cNvSpPr>
          <p:nvPr>
            <p:ph type="pic" sz="quarter" idx="13"/>
          </p:nvPr>
        </p:nvSpPr>
        <p:spPr bwMode="gray">
          <a:xfrm>
            <a:off x="0" y="1"/>
            <a:ext cx="12192000" cy="6858000"/>
          </a:xfrm>
          <a:solidFill>
            <a:schemeClr val="tx2"/>
          </a:solidFill>
        </p:spPr>
        <p:txBody>
          <a:bodyPr lIns="6408000" tIns="0" anchor="ctr"/>
          <a:lstStyle>
            <a:lvl1pPr algn="l">
              <a:spcBef>
                <a:spcPts val="0"/>
              </a:spcBef>
              <a:defRPr sz="1600" b="0">
                <a:solidFill>
                  <a:schemeClr val="bg1"/>
                </a:solidFill>
              </a:defRPr>
            </a:lvl1pPr>
          </a:lstStyle>
          <a:p>
            <a:r>
              <a:rPr lang="de-DE" noProof="0" dirty="0"/>
              <a:t>Bild durch Klicken auf Symbol hinzufügen</a:t>
            </a:r>
          </a:p>
        </p:txBody>
      </p:sp>
      <p:sp>
        <p:nvSpPr>
          <p:cNvPr id="2" name="Title 1">
            <a:extLst>
              <a:ext uri="{FF2B5EF4-FFF2-40B4-BE49-F238E27FC236}">
                <a16:creationId xmlns:a16="http://schemas.microsoft.com/office/drawing/2014/main" id="{BAA0C89F-FE1C-2FFA-0443-6E71E0677E6A}"/>
              </a:ext>
            </a:extLst>
          </p:cNvPr>
          <p:cNvSpPr>
            <a:spLocks noGrp="1"/>
          </p:cNvSpPr>
          <p:nvPr>
            <p:ph type="title" hasCustomPrompt="1"/>
          </p:nvPr>
        </p:nvSpPr>
        <p:spPr bwMode="gray">
          <a:xfrm>
            <a:off x="407368" y="1733500"/>
            <a:ext cx="5472000" cy="1994392"/>
          </a:xfrm>
        </p:spPr>
        <p:txBody>
          <a:bodyPr anchor="b"/>
          <a:lstStyle>
            <a:lvl1pPr>
              <a:defRPr sz="4800">
                <a:solidFill>
                  <a:schemeClr val="bg1"/>
                </a:solidFill>
              </a:defRPr>
            </a:lvl1pPr>
          </a:lstStyle>
          <a:p>
            <a:r>
              <a:rPr lang="de-DE" noProof="0"/>
              <a:t>Präsentationstitel durch Klicken bearbeiten</a:t>
            </a:r>
            <a:endParaRPr lang="de-DE" noProof="0" dirty="0"/>
          </a:p>
        </p:txBody>
      </p:sp>
      <p:sp>
        <p:nvSpPr>
          <p:cNvPr id="11" name="Text Placeholder 10">
            <a:extLst>
              <a:ext uri="{FF2B5EF4-FFF2-40B4-BE49-F238E27FC236}">
                <a16:creationId xmlns:a16="http://schemas.microsoft.com/office/drawing/2014/main" id="{AEBD709B-DFE5-5A5D-6A5C-7022BC395B26}"/>
              </a:ext>
            </a:extLst>
          </p:cNvPr>
          <p:cNvSpPr>
            <a:spLocks noGrp="1"/>
          </p:cNvSpPr>
          <p:nvPr>
            <p:ph type="body" sz="quarter" idx="10" hasCustomPrompt="1"/>
          </p:nvPr>
        </p:nvSpPr>
        <p:spPr bwMode="gray">
          <a:xfrm>
            <a:off x="407368" y="3930653"/>
            <a:ext cx="5472000" cy="307777"/>
          </a:xfrm>
        </p:spPr>
        <p:txBody>
          <a:bodyPr wrap="square">
            <a:spAutoFit/>
          </a:bodyPr>
          <a:lstStyle>
            <a:lvl1pPr marL="0" indent="0">
              <a:spcBef>
                <a:spcPts val="0"/>
              </a:spcBef>
              <a:buFont typeface="Skeena" panose="020B0604020202020204" pitchFamily="34" charset="0"/>
              <a:buNone/>
              <a:defRPr sz="2000" b="0">
                <a:solidFill>
                  <a:schemeClr val="bg1"/>
                </a:solidFill>
              </a:defRPr>
            </a:lvl1pPr>
            <a:lvl2pPr marL="0" indent="0">
              <a:spcBef>
                <a:spcPts val="0"/>
              </a:spcBef>
              <a:buFont typeface="Skeena" panose="020B0604020202020204" pitchFamily="34" charset="0"/>
              <a:buNone/>
              <a:defRPr sz="2000" b="0">
                <a:solidFill>
                  <a:schemeClr val="bg1"/>
                </a:solidFill>
              </a:defRPr>
            </a:lvl2pPr>
            <a:lvl3pPr marL="0" indent="0">
              <a:spcBef>
                <a:spcPts val="0"/>
              </a:spcBef>
              <a:buNone/>
              <a:defRPr sz="2000" b="0">
                <a:solidFill>
                  <a:schemeClr val="bg1"/>
                </a:solidFill>
              </a:defRPr>
            </a:lvl3pPr>
            <a:lvl4pPr marL="0" indent="0">
              <a:spcBef>
                <a:spcPts val="0"/>
              </a:spcBef>
              <a:buNone/>
              <a:defRPr sz="2000" b="0">
                <a:solidFill>
                  <a:schemeClr val="bg1"/>
                </a:solidFill>
              </a:defRPr>
            </a:lvl4pPr>
            <a:lvl5pPr marL="0" indent="0">
              <a:spcBef>
                <a:spcPts val="0"/>
              </a:spcBef>
              <a:buNone/>
              <a:defRPr sz="2000" b="0">
                <a:solidFill>
                  <a:schemeClr val="bg1"/>
                </a:solidFill>
              </a:defRPr>
            </a:lvl5pPr>
            <a:lvl6pPr marL="0" indent="0">
              <a:spcBef>
                <a:spcPts val="0"/>
              </a:spcBef>
              <a:buNone/>
              <a:defRPr sz="2000" b="0">
                <a:solidFill>
                  <a:schemeClr val="bg1"/>
                </a:solidFill>
              </a:defRPr>
            </a:lvl6pPr>
            <a:lvl7pPr marL="0" indent="0">
              <a:spcBef>
                <a:spcPts val="0"/>
              </a:spcBef>
              <a:buNone/>
              <a:defRPr sz="2000" b="0">
                <a:solidFill>
                  <a:schemeClr val="bg1"/>
                </a:solidFill>
              </a:defRPr>
            </a:lvl7pPr>
            <a:lvl8pPr marL="0" indent="0">
              <a:spcBef>
                <a:spcPts val="0"/>
              </a:spcBef>
              <a:buNone/>
              <a:defRPr sz="2000" b="0">
                <a:solidFill>
                  <a:schemeClr val="bg1"/>
                </a:solidFill>
              </a:defRPr>
            </a:lvl8pPr>
            <a:lvl9pPr marL="0" indent="0">
              <a:spcBef>
                <a:spcPts val="0"/>
              </a:spcBef>
              <a:buNone/>
              <a:defRPr sz="2000" b="0">
                <a:solidFill>
                  <a:schemeClr val="bg1"/>
                </a:solidFill>
              </a:defRPr>
            </a:lvl9pPr>
          </a:lstStyle>
          <a:p>
            <a:pPr lvl="0"/>
            <a:r>
              <a:rPr lang="de-DE" noProof="0"/>
              <a:t>Untertitel durch Klicken bearbeiten</a:t>
            </a:r>
            <a:endParaRPr lang="de-DE" noProof="0" dirty="0"/>
          </a:p>
        </p:txBody>
      </p:sp>
      <p:sp>
        <p:nvSpPr>
          <p:cNvPr id="12" name="Text Placeholder 10">
            <a:extLst>
              <a:ext uri="{FF2B5EF4-FFF2-40B4-BE49-F238E27FC236}">
                <a16:creationId xmlns:a16="http://schemas.microsoft.com/office/drawing/2014/main" id="{B672624F-E384-C13B-8F1E-772A7C9E7100}"/>
              </a:ext>
            </a:extLst>
          </p:cNvPr>
          <p:cNvSpPr>
            <a:spLocks noGrp="1"/>
          </p:cNvSpPr>
          <p:nvPr>
            <p:ph type="body" sz="quarter" idx="11" hasCustomPrompt="1"/>
          </p:nvPr>
        </p:nvSpPr>
        <p:spPr bwMode="gray">
          <a:xfrm>
            <a:off x="407368" y="6021868"/>
            <a:ext cx="5472000" cy="215444"/>
          </a:xfrm>
        </p:spPr>
        <p:txBody>
          <a:bodyPr wrap="square" anchor="b">
            <a:spAutoFit/>
          </a:bodyPr>
          <a:lstStyle>
            <a:lvl1pPr marL="0" indent="0">
              <a:spcBef>
                <a:spcPts val="0"/>
              </a:spcBef>
              <a:buFont typeface="Skeena" panose="020B0604020202020204" pitchFamily="34" charset="0"/>
              <a:buNone/>
              <a:defRPr sz="1400" b="0">
                <a:solidFill>
                  <a:schemeClr val="bg1"/>
                </a:solidFill>
              </a:defRPr>
            </a:lvl1pPr>
            <a:lvl2pPr marL="0" indent="0">
              <a:spcBef>
                <a:spcPts val="0"/>
              </a:spcBef>
              <a:buFont typeface="Skeena" panose="020B0604020202020204" pitchFamily="34" charset="0"/>
              <a:buNone/>
              <a:defRPr sz="1400" b="0">
                <a:solidFill>
                  <a:schemeClr val="bg1"/>
                </a:solidFill>
              </a:defRPr>
            </a:lvl2pPr>
            <a:lvl3pPr marL="0" indent="0">
              <a:spcBef>
                <a:spcPts val="0"/>
              </a:spcBef>
              <a:buNone/>
              <a:defRPr sz="1400" b="0">
                <a:solidFill>
                  <a:schemeClr val="bg1"/>
                </a:solidFill>
              </a:defRPr>
            </a:lvl3pPr>
            <a:lvl4pPr marL="0" indent="0">
              <a:spcBef>
                <a:spcPts val="0"/>
              </a:spcBef>
              <a:buNone/>
              <a:defRPr sz="1400" b="0">
                <a:solidFill>
                  <a:schemeClr val="bg1"/>
                </a:solidFill>
              </a:defRPr>
            </a:lvl4pPr>
            <a:lvl5pPr marL="0" indent="0">
              <a:spcBef>
                <a:spcPts val="0"/>
              </a:spcBef>
              <a:buNone/>
              <a:defRPr sz="1400" b="0">
                <a:solidFill>
                  <a:schemeClr val="bg1"/>
                </a:solidFill>
              </a:defRPr>
            </a:lvl5pPr>
            <a:lvl6pPr marL="0" indent="0">
              <a:spcBef>
                <a:spcPts val="0"/>
              </a:spcBef>
              <a:buNone/>
              <a:defRPr sz="1400" b="0">
                <a:solidFill>
                  <a:schemeClr val="bg1"/>
                </a:solidFill>
              </a:defRPr>
            </a:lvl6pPr>
            <a:lvl7pPr marL="0" indent="0">
              <a:spcBef>
                <a:spcPts val="0"/>
              </a:spcBef>
              <a:buNone/>
              <a:defRPr sz="1400" b="0">
                <a:solidFill>
                  <a:schemeClr val="bg1"/>
                </a:solidFill>
              </a:defRPr>
            </a:lvl7pPr>
            <a:lvl8pPr marL="0" indent="0">
              <a:spcBef>
                <a:spcPts val="0"/>
              </a:spcBef>
              <a:buNone/>
              <a:defRPr sz="1400" b="0">
                <a:solidFill>
                  <a:schemeClr val="bg1"/>
                </a:solidFill>
              </a:defRPr>
            </a:lvl8pPr>
            <a:lvl9pPr marL="0" indent="0">
              <a:spcBef>
                <a:spcPts val="0"/>
              </a:spcBef>
              <a:buNone/>
              <a:defRPr sz="1400" b="0">
                <a:solidFill>
                  <a:schemeClr val="bg1"/>
                </a:solidFill>
              </a:defRPr>
            </a:lvl9pPr>
          </a:lstStyle>
          <a:p>
            <a:pPr lvl="0"/>
            <a:r>
              <a:rPr lang="de-DE" noProof="0"/>
              <a:t>Vorname und Nachname des Redners  |  Ort  |  Datum bearbeiten</a:t>
            </a:r>
          </a:p>
        </p:txBody>
      </p:sp>
      <p:sp>
        <p:nvSpPr>
          <p:cNvPr id="13" name="Text Placeholder 10">
            <a:extLst>
              <a:ext uri="{FF2B5EF4-FFF2-40B4-BE49-F238E27FC236}">
                <a16:creationId xmlns:a16="http://schemas.microsoft.com/office/drawing/2014/main" id="{E6184790-58D3-BEE6-1251-DF5AF11454F7}"/>
              </a:ext>
            </a:extLst>
          </p:cNvPr>
          <p:cNvSpPr>
            <a:spLocks noGrp="1"/>
          </p:cNvSpPr>
          <p:nvPr>
            <p:ph type="body" sz="quarter" idx="12" hasCustomPrompt="1"/>
          </p:nvPr>
        </p:nvSpPr>
        <p:spPr bwMode="gray">
          <a:xfrm>
            <a:off x="9061233" y="316267"/>
            <a:ext cx="2723399" cy="306000"/>
          </a:xfrm>
          <a:blipFill>
            <a:blip r:embed="rId2"/>
            <a:stretch>
              <a:fillRect/>
            </a:stretch>
          </a:blipFill>
        </p:spPr>
        <p:txBody>
          <a:bodyPr/>
          <a:lstStyle>
            <a:lvl1pPr marL="0" indent="0">
              <a:spcBef>
                <a:spcPts val="0"/>
              </a:spcBef>
              <a:buFont typeface="Skeena" panose="020B0604020202020204" pitchFamily="34" charset="0"/>
              <a:buNone/>
              <a:defRPr sz="100" b="0">
                <a:noFill/>
              </a:defRPr>
            </a:lvl1pPr>
            <a:lvl2pPr marL="0" indent="0">
              <a:spcBef>
                <a:spcPts val="0"/>
              </a:spcBef>
              <a:buFont typeface="Skeena" panose="020B0604020202020204" pitchFamily="34" charset="0"/>
              <a:buNone/>
              <a:defRPr sz="100" b="0">
                <a:noFill/>
              </a:defRPr>
            </a:lvl2pPr>
            <a:lvl3pPr marL="0" indent="0">
              <a:spcBef>
                <a:spcPts val="0"/>
              </a:spcBef>
              <a:buNone/>
              <a:defRPr sz="100" b="0">
                <a:noFill/>
              </a:defRPr>
            </a:lvl3pPr>
            <a:lvl4pPr marL="0" indent="0">
              <a:spcBef>
                <a:spcPts val="0"/>
              </a:spcBef>
              <a:buNone/>
              <a:defRPr sz="100" b="0">
                <a:noFill/>
              </a:defRPr>
            </a:lvl4pPr>
            <a:lvl5pPr marL="0" indent="0">
              <a:spcBef>
                <a:spcPts val="0"/>
              </a:spcBef>
              <a:buNone/>
              <a:defRPr sz="100" b="0">
                <a:noFill/>
              </a:defRPr>
            </a:lvl5pPr>
            <a:lvl6pPr marL="0" indent="0">
              <a:spcBef>
                <a:spcPts val="0"/>
              </a:spcBef>
              <a:buNone/>
              <a:defRPr sz="100" b="0">
                <a:noFill/>
              </a:defRPr>
            </a:lvl6pPr>
            <a:lvl7pPr marL="0" indent="0">
              <a:spcBef>
                <a:spcPts val="0"/>
              </a:spcBef>
              <a:buNone/>
              <a:defRPr sz="100" b="0">
                <a:noFill/>
              </a:defRPr>
            </a:lvl7pPr>
            <a:lvl8pPr marL="0" indent="0">
              <a:spcBef>
                <a:spcPts val="0"/>
              </a:spcBef>
              <a:buNone/>
              <a:defRPr sz="100" b="0">
                <a:noFill/>
              </a:defRPr>
            </a:lvl8pPr>
            <a:lvl9pPr marL="0" indent="0">
              <a:spcBef>
                <a:spcPts val="0"/>
              </a:spcBef>
              <a:buNone/>
              <a:defRPr sz="100" b="0">
                <a:noFill/>
              </a:defRPr>
            </a:lvl9pPr>
          </a:lstStyle>
          <a:p>
            <a:pPr lvl="0"/>
            <a:r>
              <a:rPr lang="de-DE" noProof="0"/>
              <a:t> </a:t>
            </a:r>
          </a:p>
        </p:txBody>
      </p:sp>
    </p:spTree>
    <p:extLst>
      <p:ext uri="{BB962C8B-B14F-4D97-AF65-F5344CB8AC3E}">
        <p14:creationId xmlns:p14="http://schemas.microsoft.com/office/powerpoint/2010/main" val="110195369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 Agenda (kurz)">
    <p:spTree>
      <p:nvGrpSpPr>
        <p:cNvPr id="1" name=""/>
        <p:cNvGrpSpPr/>
        <p:nvPr/>
      </p:nvGrpSpPr>
      <p:grpSpPr>
        <a:xfrm>
          <a:off x="0" y="0"/>
          <a:ext cx="0" cy="0"/>
          <a:chOff x="0" y="0"/>
          <a:chExt cx="0" cy="0"/>
        </a:xfrm>
      </p:grpSpPr>
      <p:sp>
        <p:nvSpPr>
          <p:cNvPr id="40" name="Picture Placeholder 17">
            <a:extLst>
              <a:ext uri="{FF2B5EF4-FFF2-40B4-BE49-F238E27FC236}">
                <a16:creationId xmlns:a16="http://schemas.microsoft.com/office/drawing/2014/main" id="{0D46E141-FAAF-E9A6-B1EB-37D5D14C4023}"/>
              </a:ext>
            </a:extLst>
          </p:cNvPr>
          <p:cNvSpPr>
            <a:spLocks noGrp="1"/>
          </p:cNvSpPr>
          <p:nvPr>
            <p:ph type="pic" sz="quarter" idx="22"/>
          </p:nvPr>
        </p:nvSpPr>
        <p:spPr bwMode="invGray">
          <a:xfrm>
            <a:off x="7860564" y="2526561"/>
            <a:ext cx="4331436" cy="4331439"/>
          </a:xfrm>
        </p:spPr>
        <p:txBody>
          <a:bodyPr tIns="648000" anchor="ctr"/>
          <a:lstStyle>
            <a:lvl1pPr algn="ctr">
              <a:spcBef>
                <a:spcPts val="0"/>
              </a:spcBef>
              <a:defRPr sz="1600" b="0"/>
            </a:lvl1pPr>
          </a:lstStyle>
          <a:p>
            <a:r>
              <a:rPr lang="de-DE" noProof="0" dirty="0"/>
              <a:t>Bild durch Klicken auf Symbol hinzufügen</a:t>
            </a:r>
          </a:p>
        </p:txBody>
      </p:sp>
      <p:grpSp>
        <p:nvGrpSpPr>
          <p:cNvPr id="41" name="Group 40">
            <a:extLst>
              <a:ext uri="{FF2B5EF4-FFF2-40B4-BE49-F238E27FC236}">
                <a16:creationId xmlns:a16="http://schemas.microsoft.com/office/drawing/2014/main" id="{82A912F9-275B-C7C6-7D6F-F7EE4DB15DD1}"/>
              </a:ext>
            </a:extLst>
          </p:cNvPr>
          <p:cNvGrpSpPr>
            <a:grpSpLocks noChangeAspect="1"/>
          </p:cNvGrpSpPr>
          <p:nvPr userDrawn="1"/>
        </p:nvGrpSpPr>
        <p:grpSpPr bwMode="invGray">
          <a:xfrm>
            <a:off x="6566754" y="1232756"/>
            <a:ext cx="5625248" cy="5625246"/>
            <a:chOff x="5118212" y="1097010"/>
            <a:chExt cx="3600003" cy="3600000"/>
          </a:xfrm>
          <a:solidFill>
            <a:schemeClr val="accent3"/>
          </a:solidFill>
        </p:grpSpPr>
        <p:sp>
          <p:nvSpPr>
            <p:cNvPr id="42" name="Rectangle 41">
              <a:extLst>
                <a:ext uri="{FF2B5EF4-FFF2-40B4-BE49-F238E27FC236}">
                  <a16:creationId xmlns:a16="http://schemas.microsoft.com/office/drawing/2014/main" id="{87540F96-326B-4427-0D5C-14DBF0F727C7}"/>
                </a:ext>
              </a:extLst>
            </p:cNvPr>
            <p:cNvSpPr>
              <a:spLocks noChangeAspect="1"/>
            </p:cNvSpPr>
            <p:nvPr userDrawn="1"/>
          </p:nvSpPr>
          <p:spPr bwMode="invGray">
            <a:xfrm>
              <a:off x="5946214" y="1097010"/>
              <a:ext cx="2772001" cy="82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43" name="Rectangle 42">
              <a:extLst>
                <a:ext uri="{FF2B5EF4-FFF2-40B4-BE49-F238E27FC236}">
                  <a16:creationId xmlns:a16="http://schemas.microsoft.com/office/drawing/2014/main" id="{E78704B2-8E28-7D64-3777-D6D6B155B8E6}"/>
                </a:ext>
              </a:extLst>
            </p:cNvPr>
            <p:cNvSpPr>
              <a:spLocks noChangeAspect="1"/>
            </p:cNvSpPr>
            <p:nvPr userDrawn="1"/>
          </p:nvSpPr>
          <p:spPr bwMode="invGray">
            <a:xfrm>
              <a:off x="5118212" y="1925010"/>
              <a:ext cx="828000" cy="277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sp>
        <p:nvSpPr>
          <p:cNvPr id="9" name="Text Placeholder 10">
            <a:extLst>
              <a:ext uri="{FF2B5EF4-FFF2-40B4-BE49-F238E27FC236}">
                <a16:creationId xmlns:a16="http://schemas.microsoft.com/office/drawing/2014/main" id="{93827F3F-23F6-3143-81F1-510EE74CD825}"/>
              </a:ext>
            </a:extLst>
          </p:cNvPr>
          <p:cNvSpPr>
            <a:spLocks noGrp="1"/>
          </p:cNvSpPr>
          <p:nvPr>
            <p:ph type="body" sz="quarter" idx="12" hasCustomPrompt="1"/>
          </p:nvPr>
        </p:nvSpPr>
        <p:spPr bwMode="invGray">
          <a:xfrm>
            <a:off x="407368" y="550998"/>
            <a:ext cx="360000" cy="307777"/>
          </a:xfrm>
        </p:spPr>
        <p:txBody>
          <a:bodyPr anchor="b">
            <a:spAutoFit/>
          </a:bodyPr>
          <a:lstStyle>
            <a:lvl1pPr marL="0" indent="0" algn="l">
              <a:spcBef>
                <a:spcPts val="0"/>
              </a:spcBef>
              <a:buFont typeface="Skeena" panose="020B0604020202020204" pitchFamily="34" charset="0"/>
              <a:buNone/>
              <a:defRPr sz="2000" b="0">
                <a:solidFill>
                  <a:schemeClr val="bg1"/>
                </a:solidFill>
              </a:defRPr>
            </a:lvl1pPr>
            <a:lvl2pPr marL="0" indent="0" algn="l">
              <a:spcBef>
                <a:spcPts val="0"/>
              </a:spcBef>
              <a:buFont typeface="Skeena" panose="020B0604020202020204" pitchFamily="34" charset="0"/>
              <a:buNone/>
              <a:defRPr sz="2000" b="0">
                <a:solidFill>
                  <a:schemeClr val="bg1"/>
                </a:solidFill>
              </a:defRPr>
            </a:lvl2pPr>
            <a:lvl3pPr marL="0" indent="0" algn="l">
              <a:spcBef>
                <a:spcPts val="0"/>
              </a:spcBef>
              <a:buNone/>
              <a:defRPr sz="2000" b="0">
                <a:solidFill>
                  <a:schemeClr val="bg1"/>
                </a:solidFill>
              </a:defRPr>
            </a:lvl3pPr>
            <a:lvl4pPr marL="0" indent="0" algn="l">
              <a:spcBef>
                <a:spcPts val="0"/>
              </a:spcBef>
              <a:buNone/>
              <a:defRPr sz="2000" b="0">
                <a:solidFill>
                  <a:schemeClr val="bg1"/>
                </a:solidFill>
              </a:defRPr>
            </a:lvl4pPr>
            <a:lvl5pPr marL="0" indent="0" algn="l">
              <a:spcBef>
                <a:spcPts val="0"/>
              </a:spcBef>
              <a:buNone/>
              <a:defRPr sz="2000" b="0">
                <a:solidFill>
                  <a:schemeClr val="bg1"/>
                </a:solidFill>
              </a:defRPr>
            </a:lvl5pPr>
            <a:lvl6pPr marL="0" indent="0" algn="l">
              <a:spcBef>
                <a:spcPts val="0"/>
              </a:spcBef>
              <a:buNone/>
              <a:defRPr sz="2000" b="0">
                <a:solidFill>
                  <a:schemeClr val="bg1"/>
                </a:solidFill>
              </a:defRPr>
            </a:lvl6pPr>
            <a:lvl7pPr marL="0" indent="0" algn="l">
              <a:spcBef>
                <a:spcPts val="0"/>
              </a:spcBef>
              <a:buNone/>
              <a:defRPr sz="2000" b="0">
                <a:solidFill>
                  <a:schemeClr val="bg1"/>
                </a:solidFill>
              </a:defRPr>
            </a:lvl7pPr>
            <a:lvl8pPr marL="0" indent="0" algn="l">
              <a:spcBef>
                <a:spcPts val="0"/>
              </a:spcBef>
              <a:buNone/>
              <a:defRPr sz="2000" b="0">
                <a:solidFill>
                  <a:schemeClr val="bg1"/>
                </a:solidFill>
              </a:defRPr>
            </a:lvl8pPr>
            <a:lvl9pPr marL="0" indent="0" algn="l">
              <a:spcBef>
                <a:spcPts val="0"/>
              </a:spcBef>
              <a:buNone/>
              <a:defRPr sz="2000" b="0">
                <a:solidFill>
                  <a:schemeClr val="bg1"/>
                </a:solidFill>
              </a:defRPr>
            </a:lvl9pPr>
          </a:lstStyle>
          <a:p>
            <a:pPr lvl="0"/>
            <a:r>
              <a:rPr lang="de-DE" noProof="0"/>
              <a:t>0X</a:t>
            </a:r>
          </a:p>
        </p:txBody>
      </p:sp>
      <p:sp>
        <p:nvSpPr>
          <p:cNvPr id="10" name="Text Placeholder 10">
            <a:extLst>
              <a:ext uri="{FF2B5EF4-FFF2-40B4-BE49-F238E27FC236}">
                <a16:creationId xmlns:a16="http://schemas.microsoft.com/office/drawing/2014/main" id="{2CA61D65-9C5F-4547-248C-B4CABFC35E37}"/>
              </a:ext>
            </a:extLst>
          </p:cNvPr>
          <p:cNvSpPr>
            <a:spLocks noGrp="1"/>
          </p:cNvSpPr>
          <p:nvPr>
            <p:ph type="body" sz="quarter" idx="13" hasCustomPrompt="1"/>
          </p:nvPr>
        </p:nvSpPr>
        <p:spPr bwMode="invGray">
          <a:xfrm>
            <a:off x="407368" y="878303"/>
            <a:ext cx="5472000" cy="307777"/>
          </a:xfrm>
        </p:spPr>
        <p:txBody>
          <a:bodyPr anchor="t">
            <a:spAutoFit/>
          </a:bodyPr>
          <a:lstStyle>
            <a:lvl1pPr marL="0" indent="0" algn="l">
              <a:spcBef>
                <a:spcPts val="0"/>
              </a:spcBef>
              <a:buFont typeface="Skeena" panose="020B0604020202020204" pitchFamily="34" charset="0"/>
              <a:buNone/>
              <a:defRPr sz="2000" b="0">
                <a:solidFill>
                  <a:schemeClr val="bg1"/>
                </a:solidFill>
              </a:defRPr>
            </a:lvl1pPr>
            <a:lvl2pPr marL="0" indent="0" algn="l">
              <a:spcBef>
                <a:spcPts val="0"/>
              </a:spcBef>
              <a:buFont typeface="Skeena" panose="020B0604020202020204" pitchFamily="34" charset="0"/>
              <a:buNone/>
              <a:defRPr sz="2000" b="0">
                <a:solidFill>
                  <a:schemeClr val="bg1"/>
                </a:solidFill>
              </a:defRPr>
            </a:lvl2pPr>
            <a:lvl3pPr marL="0" indent="0" algn="l">
              <a:spcBef>
                <a:spcPts val="0"/>
              </a:spcBef>
              <a:buNone/>
              <a:defRPr sz="2000" b="0">
                <a:solidFill>
                  <a:schemeClr val="bg1"/>
                </a:solidFill>
              </a:defRPr>
            </a:lvl3pPr>
            <a:lvl4pPr marL="0" indent="0" algn="l">
              <a:spcBef>
                <a:spcPts val="0"/>
              </a:spcBef>
              <a:buNone/>
              <a:defRPr sz="2000" b="0">
                <a:solidFill>
                  <a:schemeClr val="bg1"/>
                </a:solidFill>
              </a:defRPr>
            </a:lvl4pPr>
            <a:lvl5pPr marL="0" indent="0" algn="l">
              <a:spcBef>
                <a:spcPts val="0"/>
              </a:spcBef>
              <a:buNone/>
              <a:defRPr sz="2000" b="0">
                <a:solidFill>
                  <a:schemeClr val="bg1"/>
                </a:solidFill>
              </a:defRPr>
            </a:lvl5pPr>
            <a:lvl6pPr marL="0" indent="0" algn="l">
              <a:spcBef>
                <a:spcPts val="0"/>
              </a:spcBef>
              <a:buNone/>
              <a:defRPr sz="2000" b="0">
                <a:solidFill>
                  <a:schemeClr val="bg1"/>
                </a:solidFill>
              </a:defRPr>
            </a:lvl6pPr>
            <a:lvl7pPr marL="0" indent="0" algn="l">
              <a:spcBef>
                <a:spcPts val="0"/>
              </a:spcBef>
              <a:buNone/>
              <a:defRPr sz="2000" b="0">
                <a:solidFill>
                  <a:schemeClr val="bg1"/>
                </a:solidFill>
              </a:defRPr>
            </a:lvl7pPr>
            <a:lvl8pPr marL="0" indent="0" algn="l">
              <a:spcBef>
                <a:spcPts val="0"/>
              </a:spcBef>
              <a:buNone/>
              <a:defRPr sz="2000" b="0">
                <a:solidFill>
                  <a:schemeClr val="bg1"/>
                </a:solidFill>
              </a:defRPr>
            </a:lvl8pPr>
            <a:lvl9pPr marL="0" indent="0" algn="l">
              <a:spcBef>
                <a:spcPts val="0"/>
              </a:spcBef>
              <a:buNone/>
              <a:defRPr sz="2000" b="0">
                <a:solidFill>
                  <a:schemeClr val="bg1"/>
                </a:solidFill>
              </a:defRPr>
            </a:lvl9pPr>
          </a:lstStyle>
          <a:p>
            <a:pPr lvl="0"/>
            <a:r>
              <a:rPr lang="de-DE" noProof="0" dirty="0"/>
              <a:t>Agendapunkt durch Klicken bearbeiten</a:t>
            </a:r>
          </a:p>
        </p:txBody>
      </p:sp>
      <p:sp>
        <p:nvSpPr>
          <p:cNvPr id="11" name="Text Placeholder 10">
            <a:extLst>
              <a:ext uri="{FF2B5EF4-FFF2-40B4-BE49-F238E27FC236}">
                <a16:creationId xmlns:a16="http://schemas.microsoft.com/office/drawing/2014/main" id="{6ABA5052-A202-BCA2-8153-3389CAF6C06B}"/>
              </a:ext>
            </a:extLst>
          </p:cNvPr>
          <p:cNvSpPr>
            <a:spLocks noGrp="1"/>
          </p:cNvSpPr>
          <p:nvPr>
            <p:ph type="body" sz="quarter" idx="14" hasCustomPrompt="1"/>
          </p:nvPr>
        </p:nvSpPr>
        <p:spPr bwMode="invGray">
          <a:xfrm>
            <a:off x="407368" y="1813806"/>
            <a:ext cx="360000" cy="307777"/>
          </a:xfrm>
        </p:spPr>
        <p:txBody>
          <a:bodyPr anchor="b">
            <a:spAutoFit/>
          </a:bodyPr>
          <a:lstStyle>
            <a:lvl1pPr marL="0" indent="0" algn="l">
              <a:spcBef>
                <a:spcPts val="0"/>
              </a:spcBef>
              <a:buFont typeface="Skeena" panose="020B0604020202020204" pitchFamily="34" charset="0"/>
              <a:buNone/>
              <a:defRPr sz="2000" b="0">
                <a:solidFill>
                  <a:schemeClr val="bg1"/>
                </a:solidFill>
              </a:defRPr>
            </a:lvl1pPr>
            <a:lvl2pPr marL="0" indent="0" algn="l">
              <a:spcBef>
                <a:spcPts val="0"/>
              </a:spcBef>
              <a:buFont typeface="Skeena" panose="020B0604020202020204" pitchFamily="34" charset="0"/>
              <a:buNone/>
              <a:defRPr sz="2000" b="0">
                <a:solidFill>
                  <a:schemeClr val="bg1"/>
                </a:solidFill>
              </a:defRPr>
            </a:lvl2pPr>
            <a:lvl3pPr marL="0" indent="0" algn="l">
              <a:spcBef>
                <a:spcPts val="0"/>
              </a:spcBef>
              <a:buNone/>
              <a:defRPr sz="2000" b="0">
                <a:solidFill>
                  <a:schemeClr val="bg1"/>
                </a:solidFill>
              </a:defRPr>
            </a:lvl3pPr>
            <a:lvl4pPr marL="0" indent="0" algn="l">
              <a:spcBef>
                <a:spcPts val="0"/>
              </a:spcBef>
              <a:buNone/>
              <a:defRPr sz="2000" b="0">
                <a:solidFill>
                  <a:schemeClr val="bg1"/>
                </a:solidFill>
              </a:defRPr>
            </a:lvl4pPr>
            <a:lvl5pPr marL="0" indent="0" algn="l">
              <a:spcBef>
                <a:spcPts val="0"/>
              </a:spcBef>
              <a:buNone/>
              <a:defRPr sz="2000" b="0">
                <a:solidFill>
                  <a:schemeClr val="bg1"/>
                </a:solidFill>
              </a:defRPr>
            </a:lvl5pPr>
            <a:lvl6pPr marL="0" indent="0" algn="l">
              <a:spcBef>
                <a:spcPts val="0"/>
              </a:spcBef>
              <a:buNone/>
              <a:defRPr sz="2000" b="0">
                <a:solidFill>
                  <a:schemeClr val="bg1"/>
                </a:solidFill>
              </a:defRPr>
            </a:lvl6pPr>
            <a:lvl7pPr marL="0" indent="0" algn="l">
              <a:spcBef>
                <a:spcPts val="0"/>
              </a:spcBef>
              <a:buNone/>
              <a:defRPr sz="2000" b="0">
                <a:solidFill>
                  <a:schemeClr val="bg1"/>
                </a:solidFill>
              </a:defRPr>
            </a:lvl7pPr>
            <a:lvl8pPr marL="0" indent="0" algn="l">
              <a:spcBef>
                <a:spcPts val="0"/>
              </a:spcBef>
              <a:buNone/>
              <a:defRPr sz="2000" b="0">
                <a:solidFill>
                  <a:schemeClr val="bg1"/>
                </a:solidFill>
              </a:defRPr>
            </a:lvl8pPr>
            <a:lvl9pPr marL="0" indent="0" algn="l">
              <a:spcBef>
                <a:spcPts val="0"/>
              </a:spcBef>
              <a:buNone/>
              <a:defRPr sz="2000" b="0">
                <a:solidFill>
                  <a:schemeClr val="bg1"/>
                </a:solidFill>
              </a:defRPr>
            </a:lvl9pPr>
          </a:lstStyle>
          <a:p>
            <a:pPr lvl="0"/>
            <a:r>
              <a:rPr lang="de-DE" noProof="0"/>
              <a:t>0X</a:t>
            </a:r>
          </a:p>
        </p:txBody>
      </p:sp>
      <p:sp>
        <p:nvSpPr>
          <p:cNvPr id="12" name="Text Placeholder 10">
            <a:extLst>
              <a:ext uri="{FF2B5EF4-FFF2-40B4-BE49-F238E27FC236}">
                <a16:creationId xmlns:a16="http://schemas.microsoft.com/office/drawing/2014/main" id="{25A5CE4A-7B6B-9514-46BF-646ADCCCA051}"/>
              </a:ext>
            </a:extLst>
          </p:cNvPr>
          <p:cNvSpPr>
            <a:spLocks noGrp="1"/>
          </p:cNvSpPr>
          <p:nvPr>
            <p:ph type="body" sz="quarter" idx="15" hasCustomPrompt="1"/>
          </p:nvPr>
        </p:nvSpPr>
        <p:spPr bwMode="invGray">
          <a:xfrm>
            <a:off x="407368" y="2141111"/>
            <a:ext cx="5472000" cy="307777"/>
          </a:xfrm>
        </p:spPr>
        <p:txBody>
          <a:bodyPr anchor="t">
            <a:spAutoFit/>
          </a:bodyPr>
          <a:lstStyle>
            <a:lvl1pPr marL="0" indent="0" algn="l">
              <a:spcBef>
                <a:spcPts val="0"/>
              </a:spcBef>
              <a:buFont typeface="Skeena" panose="020B0604020202020204" pitchFamily="34" charset="0"/>
              <a:buNone/>
              <a:defRPr sz="2000" b="0">
                <a:solidFill>
                  <a:schemeClr val="bg1"/>
                </a:solidFill>
              </a:defRPr>
            </a:lvl1pPr>
            <a:lvl2pPr marL="0" indent="0" algn="l">
              <a:spcBef>
                <a:spcPts val="0"/>
              </a:spcBef>
              <a:buFont typeface="Skeena" panose="020B0604020202020204" pitchFamily="34" charset="0"/>
              <a:buNone/>
              <a:defRPr sz="2000" b="0">
                <a:solidFill>
                  <a:schemeClr val="bg1"/>
                </a:solidFill>
              </a:defRPr>
            </a:lvl2pPr>
            <a:lvl3pPr marL="0" indent="0" algn="l">
              <a:spcBef>
                <a:spcPts val="0"/>
              </a:spcBef>
              <a:buNone/>
              <a:defRPr sz="2000" b="0">
                <a:solidFill>
                  <a:schemeClr val="bg1"/>
                </a:solidFill>
              </a:defRPr>
            </a:lvl3pPr>
            <a:lvl4pPr marL="0" indent="0" algn="l">
              <a:spcBef>
                <a:spcPts val="0"/>
              </a:spcBef>
              <a:buNone/>
              <a:defRPr sz="2000" b="0">
                <a:solidFill>
                  <a:schemeClr val="bg1"/>
                </a:solidFill>
              </a:defRPr>
            </a:lvl4pPr>
            <a:lvl5pPr marL="0" indent="0" algn="l">
              <a:spcBef>
                <a:spcPts val="0"/>
              </a:spcBef>
              <a:buNone/>
              <a:defRPr sz="2000" b="0">
                <a:solidFill>
                  <a:schemeClr val="bg1"/>
                </a:solidFill>
              </a:defRPr>
            </a:lvl5pPr>
            <a:lvl6pPr marL="0" indent="0" algn="l">
              <a:spcBef>
                <a:spcPts val="0"/>
              </a:spcBef>
              <a:buNone/>
              <a:defRPr sz="2000" b="0">
                <a:solidFill>
                  <a:schemeClr val="bg1"/>
                </a:solidFill>
              </a:defRPr>
            </a:lvl6pPr>
            <a:lvl7pPr marL="0" indent="0" algn="l">
              <a:spcBef>
                <a:spcPts val="0"/>
              </a:spcBef>
              <a:buNone/>
              <a:defRPr sz="2000" b="0">
                <a:solidFill>
                  <a:schemeClr val="bg1"/>
                </a:solidFill>
              </a:defRPr>
            </a:lvl7pPr>
            <a:lvl8pPr marL="0" indent="0" algn="l">
              <a:spcBef>
                <a:spcPts val="0"/>
              </a:spcBef>
              <a:buNone/>
              <a:defRPr sz="2000" b="0">
                <a:solidFill>
                  <a:schemeClr val="bg1"/>
                </a:solidFill>
              </a:defRPr>
            </a:lvl8pPr>
            <a:lvl9pPr marL="0" indent="0" algn="l">
              <a:spcBef>
                <a:spcPts val="0"/>
              </a:spcBef>
              <a:buNone/>
              <a:defRPr sz="2000" b="0">
                <a:solidFill>
                  <a:schemeClr val="bg1"/>
                </a:solidFill>
              </a:defRPr>
            </a:lvl9pPr>
          </a:lstStyle>
          <a:p>
            <a:pPr lvl="0"/>
            <a:r>
              <a:rPr lang="de-DE" noProof="0"/>
              <a:t>Agendapunkt durch Klicken bearbeiten</a:t>
            </a:r>
          </a:p>
        </p:txBody>
      </p:sp>
      <p:sp>
        <p:nvSpPr>
          <p:cNvPr id="13" name="Text Placeholder 10">
            <a:extLst>
              <a:ext uri="{FF2B5EF4-FFF2-40B4-BE49-F238E27FC236}">
                <a16:creationId xmlns:a16="http://schemas.microsoft.com/office/drawing/2014/main" id="{25800E80-18FE-E4BD-1166-486A8FA335EA}"/>
              </a:ext>
            </a:extLst>
          </p:cNvPr>
          <p:cNvSpPr>
            <a:spLocks noGrp="1"/>
          </p:cNvSpPr>
          <p:nvPr>
            <p:ph type="body" sz="quarter" idx="16" hasCustomPrompt="1"/>
          </p:nvPr>
        </p:nvSpPr>
        <p:spPr bwMode="invGray">
          <a:xfrm>
            <a:off x="407368" y="3076614"/>
            <a:ext cx="360000" cy="307777"/>
          </a:xfrm>
        </p:spPr>
        <p:txBody>
          <a:bodyPr anchor="b">
            <a:spAutoFit/>
          </a:bodyPr>
          <a:lstStyle>
            <a:lvl1pPr marL="0" indent="0" algn="l">
              <a:spcBef>
                <a:spcPts val="0"/>
              </a:spcBef>
              <a:buFont typeface="Skeena" panose="020B0604020202020204" pitchFamily="34" charset="0"/>
              <a:buNone/>
              <a:defRPr sz="2000" b="0">
                <a:solidFill>
                  <a:schemeClr val="bg1"/>
                </a:solidFill>
              </a:defRPr>
            </a:lvl1pPr>
            <a:lvl2pPr marL="0" indent="0" algn="l">
              <a:spcBef>
                <a:spcPts val="0"/>
              </a:spcBef>
              <a:buFont typeface="Skeena" panose="020B0604020202020204" pitchFamily="34" charset="0"/>
              <a:buNone/>
              <a:defRPr sz="2000" b="0">
                <a:solidFill>
                  <a:schemeClr val="bg1"/>
                </a:solidFill>
              </a:defRPr>
            </a:lvl2pPr>
            <a:lvl3pPr marL="0" indent="0" algn="l">
              <a:spcBef>
                <a:spcPts val="0"/>
              </a:spcBef>
              <a:buNone/>
              <a:defRPr sz="2000" b="0">
                <a:solidFill>
                  <a:schemeClr val="bg1"/>
                </a:solidFill>
              </a:defRPr>
            </a:lvl3pPr>
            <a:lvl4pPr marL="0" indent="0" algn="l">
              <a:spcBef>
                <a:spcPts val="0"/>
              </a:spcBef>
              <a:buNone/>
              <a:defRPr sz="2000" b="0">
                <a:solidFill>
                  <a:schemeClr val="bg1"/>
                </a:solidFill>
              </a:defRPr>
            </a:lvl4pPr>
            <a:lvl5pPr marL="0" indent="0" algn="l">
              <a:spcBef>
                <a:spcPts val="0"/>
              </a:spcBef>
              <a:buNone/>
              <a:defRPr sz="2000" b="0">
                <a:solidFill>
                  <a:schemeClr val="bg1"/>
                </a:solidFill>
              </a:defRPr>
            </a:lvl5pPr>
            <a:lvl6pPr marL="0" indent="0" algn="l">
              <a:spcBef>
                <a:spcPts val="0"/>
              </a:spcBef>
              <a:buNone/>
              <a:defRPr sz="2000" b="0">
                <a:solidFill>
                  <a:schemeClr val="bg1"/>
                </a:solidFill>
              </a:defRPr>
            </a:lvl6pPr>
            <a:lvl7pPr marL="0" indent="0" algn="l">
              <a:spcBef>
                <a:spcPts val="0"/>
              </a:spcBef>
              <a:buNone/>
              <a:defRPr sz="2000" b="0">
                <a:solidFill>
                  <a:schemeClr val="bg1"/>
                </a:solidFill>
              </a:defRPr>
            </a:lvl7pPr>
            <a:lvl8pPr marL="0" indent="0" algn="l">
              <a:spcBef>
                <a:spcPts val="0"/>
              </a:spcBef>
              <a:buNone/>
              <a:defRPr sz="2000" b="0">
                <a:solidFill>
                  <a:schemeClr val="bg1"/>
                </a:solidFill>
              </a:defRPr>
            </a:lvl8pPr>
            <a:lvl9pPr marL="0" indent="0" algn="l">
              <a:spcBef>
                <a:spcPts val="0"/>
              </a:spcBef>
              <a:buNone/>
              <a:defRPr sz="2000" b="0">
                <a:solidFill>
                  <a:schemeClr val="bg1"/>
                </a:solidFill>
              </a:defRPr>
            </a:lvl9pPr>
          </a:lstStyle>
          <a:p>
            <a:pPr lvl="0"/>
            <a:r>
              <a:rPr lang="de-DE" noProof="0"/>
              <a:t>0X</a:t>
            </a:r>
          </a:p>
        </p:txBody>
      </p:sp>
      <p:sp>
        <p:nvSpPr>
          <p:cNvPr id="14" name="Text Placeholder 10">
            <a:extLst>
              <a:ext uri="{FF2B5EF4-FFF2-40B4-BE49-F238E27FC236}">
                <a16:creationId xmlns:a16="http://schemas.microsoft.com/office/drawing/2014/main" id="{01D13016-0DCF-D74C-CA0F-D89CB08BD9C4}"/>
              </a:ext>
            </a:extLst>
          </p:cNvPr>
          <p:cNvSpPr>
            <a:spLocks noGrp="1"/>
          </p:cNvSpPr>
          <p:nvPr>
            <p:ph type="body" sz="quarter" idx="17" hasCustomPrompt="1"/>
          </p:nvPr>
        </p:nvSpPr>
        <p:spPr bwMode="invGray">
          <a:xfrm>
            <a:off x="407368" y="3403919"/>
            <a:ext cx="5472000" cy="307777"/>
          </a:xfrm>
        </p:spPr>
        <p:txBody>
          <a:bodyPr anchor="t">
            <a:spAutoFit/>
          </a:bodyPr>
          <a:lstStyle>
            <a:lvl1pPr marL="0" indent="0" algn="l">
              <a:spcBef>
                <a:spcPts val="0"/>
              </a:spcBef>
              <a:buFont typeface="Skeena" panose="020B0604020202020204" pitchFamily="34" charset="0"/>
              <a:buNone/>
              <a:defRPr sz="2000" b="0">
                <a:solidFill>
                  <a:schemeClr val="bg1"/>
                </a:solidFill>
              </a:defRPr>
            </a:lvl1pPr>
            <a:lvl2pPr marL="0" indent="0" algn="l">
              <a:spcBef>
                <a:spcPts val="0"/>
              </a:spcBef>
              <a:buFont typeface="Skeena" panose="020B0604020202020204" pitchFamily="34" charset="0"/>
              <a:buNone/>
              <a:defRPr sz="2000" b="0">
                <a:solidFill>
                  <a:schemeClr val="bg1"/>
                </a:solidFill>
              </a:defRPr>
            </a:lvl2pPr>
            <a:lvl3pPr marL="0" indent="0" algn="l">
              <a:spcBef>
                <a:spcPts val="0"/>
              </a:spcBef>
              <a:buNone/>
              <a:defRPr sz="2000" b="0">
                <a:solidFill>
                  <a:schemeClr val="bg1"/>
                </a:solidFill>
              </a:defRPr>
            </a:lvl3pPr>
            <a:lvl4pPr marL="0" indent="0" algn="l">
              <a:spcBef>
                <a:spcPts val="0"/>
              </a:spcBef>
              <a:buNone/>
              <a:defRPr sz="2000" b="0">
                <a:solidFill>
                  <a:schemeClr val="bg1"/>
                </a:solidFill>
              </a:defRPr>
            </a:lvl4pPr>
            <a:lvl5pPr marL="0" indent="0" algn="l">
              <a:spcBef>
                <a:spcPts val="0"/>
              </a:spcBef>
              <a:buNone/>
              <a:defRPr sz="2000" b="0">
                <a:solidFill>
                  <a:schemeClr val="bg1"/>
                </a:solidFill>
              </a:defRPr>
            </a:lvl5pPr>
            <a:lvl6pPr marL="0" indent="0" algn="l">
              <a:spcBef>
                <a:spcPts val="0"/>
              </a:spcBef>
              <a:buNone/>
              <a:defRPr sz="2000" b="0">
                <a:solidFill>
                  <a:schemeClr val="bg1"/>
                </a:solidFill>
              </a:defRPr>
            </a:lvl6pPr>
            <a:lvl7pPr marL="0" indent="0" algn="l">
              <a:spcBef>
                <a:spcPts val="0"/>
              </a:spcBef>
              <a:buNone/>
              <a:defRPr sz="2000" b="0">
                <a:solidFill>
                  <a:schemeClr val="bg1"/>
                </a:solidFill>
              </a:defRPr>
            </a:lvl7pPr>
            <a:lvl8pPr marL="0" indent="0" algn="l">
              <a:spcBef>
                <a:spcPts val="0"/>
              </a:spcBef>
              <a:buNone/>
              <a:defRPr sz="2000" b="0">
                <a:solidFill>
                  <a:schemeClr val="bg1"/>
                </a:solidFill>
              </a:defRPr>
            </a:lvl8pPr>
            <a:lvl9pPr marL="0" indent="0" algn="l">
              <a:spcBef>
                <a:spcPts val="0"/>
              </a:spcBef>
              <a:buNone/>
              <a:defRPr sz="2000" b="0">
                <a:solidFill>
                  <a:schemeClr val="bg1"/>
                </a:solidFill>
              </a:defRPr>
            </a:lvl9pPr>
          </a:lstStyle>
          <a:p>
            <a:pPr lvl="0"/>
            <a:r>
              <a:rPr lang="de-DE" noProof="0"/>
              <a:t>Agendapunkt durch Klicken bearbeiten</a:t>
            </a:r>
          </a:p>
        </p:txBody>
      </p:sp>
      <p:sp>
        <p:nvSpPr>
          <p:cNvPr id="15" name="Text Placeholder 10">
            <a:extLst>
              <a:ext uri="{FF2B5EF4-FFF2-40B4-BE49-F238E27FC236}">
                <a16:creationId xmlns:a16="http://schemas.microsoft.com/office/drawing/2014/main" id="{ED6C9F97-4534-577B-D60D-1C395C1AEBE5}"/>
              </a:ext>
            </a:extLst>
          </p:cNvPr>
          <p:cNvSpPr>
            <a:spLocks noGrp="1"/>
          </p:cNvSpPr>
          <p:nvPr>
            <p:ph type="body" sz="quarter" idx="18" hasCustomPrompt="1"/>
          </p:nvPr>
        </p:nvSpPr>
        <p:spPr bwMode="invGray">
          <a:xfrm>
            <a:off x="407368" y="4339422"/>
            <a:ext cx="360000" cy="307777"/>
          </a:xfrm>
        </p:spPr>
        <p:txBody>
          <a:bodyPr anchor="b">
            <a:spAutoFit/>
          </a:bodyPr>
          <a:lstStyle>
            <a:lvl1pPr marL="0" indent="0" algn="l">
              <a:spcBef>
                <a:spcPts val="0"/>
              </a:spcBef>
              <a:buFont typeface="Skeena" panose="020B0604020202020204" pitchFamily="34" charset="0"/>
              <a:buNone/>
              <a:defRPr sz="2000" b="0">
                <a:solidFill>
                  <a:schemeClr val="bg1"/>
                </a:solidFill>
              </a:defRPr>
            </a:lvl1pPr>
            <a:lvl2pPr marL="0" indent="0" algn="l">
              <a:spcBef>
                <a:spcPts val="0"/>
              </a:spcBef>
              <a:buFont typeface="Skeena" panose="020B0604020202020204" pitchFamily="34" charset="0"/>
              <a:buNone/>
              <a:defRPr sz="2000" b="0">
                <a:solidFill>
                  <a:schemeClr val="bg1"/>
                </a:solidFill>
              </a:defRPr>
            </a:lvl2pPr>
            <a:lvl3pPr marL="0" indent="0" algn="l">
              <a:spcBef>
                <a:spcPts val="0"/>
              </a:spcBef>
              <a:buNone/>
              <a:defRPr sz="2000" b="0">
                <a:solidFill>
                  <a:schemeClr val="bg1"/>
                </a:solidFill>
              </a:defRPr>
            </a:lvl3pPr>
            <a:lvl4pPr marL="0" indent="0" algn="l">
              <a:spcBef>
                <a:spcPts val="0"/>
              </a:spcBef>
              <a:buNone/>
              <a:defRPr sz="2000" b="0">
                <a:solidFill>
                  <a:schemeClr val="bg1"/>
                </a:solidFill>
              </a:defRPr>
            </a:lvl4pPr>
            <a:lvl5pPr marL="0" indent="0" algn="l">
              <a:spcBef>
                <a:spcPts val="0"/>
              </a:spcBef>
              <a:buNone/>
              <a:defRPr sz="2000" b="0">
                <a:solidFill>
                  <a:schemeClr val="bg1"/>
                </a:solidFill>
              </a:defRPr>
            </a:lvl5pPr>
            <a:lvl6pPr marL="0" indent="0" algn="l">
              <a:spcBef>
                <a:spcPts val="0"/>
              </a:spcBef>
              <a:buNone/>
              <a:defRPr sz="2000" b="0">
                <a:solidFill>
                  <a:schemeClr val="bg1"/>
                </a:solidFill>
              </a:defRPr>
            </a:lvl6pPr>
            <a:lvl7pPr marL="0" indent="0" algn="l">
              <a:spcBef>
                <a:spcPts val="0"/>
              </a:spcBef>
              <a:buNone/>
              <a:defRPr sz="2000" b="0">
                <a:solidFill>
                  <a:schemeClr val="bg1"/>
                </a:solidFill>
              </a:defRPr>
            </a:lvl7pPr>
            <a:lvl8pPr marL="0" indent="0" algn="l">
              <a:spcBef>
                <a:spcPts val="0"/>
              </a:spcBef>
              <a:buNone/>
              <a:defRPr sz="2000" b="0">
                <a:solidFill>
                  <a:schemeClr val="bg1"/>
                </a:solidFill>
              </a:defRPr>
            </a:lvl8pPr>
            <a:lvl9pPr marL="0" indent="0" algn="l">
              <a:spcBef>
                <a:spcPts val="0"/>
              </a:spcBef>
              <a:buNone/>
              <a:defRPr sz="2000" b="0">
                <a:solidFill>
                  <a:schemeClr val="bg1"/>
                </a:solidFill>
              </a:defRPr>
            </a:lvl9pPr>
          </a:lstStyle>
          <a:p>
            <a:pPr lvl="0"/>
            <a:r>
              <a:rPr lang="de-DE" noProof="0"/>
              <a:t>0X</a:t>
            </a:r>
          </a:p>
        </p:txBody>
      </p:sp>
      <p:sp>
        <p:nvSpPr>
          <p:cNvPr id="16" name="Text Placeholder 10">
            <a:extLst>
              <a:ext uri="{FF2B5EF4-FFF2-40B4-BE49-F238E27FC236}">
                <a16:creationId xmlns:a16="http://schemas.microsoft.com/office/drawing/2014/main" id="{F78D257A-5C26-EA66-9237-66DB251471ED}"/>
              </a:ext>
            </a:extLst>
          </p:cNvPr>
          <p:cNvSpPr>
            <a:spLocks noGrp="1"/>
          </p:cNvSpPr>
          <p:nvPr>
            <p:ph type="body" sz="quarter" idx="19" hasCustomPrompt="1"/>
          </p:nvPr>
        </p:nvSpPr>
        <p:spPr bwMode="invGray">
          <a:xfrm>
            <a:off x="407368" y="4666727"/>
            <a:ext cx="5472000" cy="307777"/>
          </a:xfrm>
        </p:spPr>
        <p:txBody>
          <a:bodyPr anchor="t">
            <a:spAutoFit/>
          </a:bodyPr>
          <a:lstStyle>
            <a:lvl1pPr marL="0" indent="0" algn="l">
              <a:spcBef>
                <a:spcPts val="0"/>
              </a:spcBef>
              <a:buFont typeface="Skeena" panose="020B0604020202020204" pitchFamily="34" charset="0"/>
              <a:buNone/>
              <a:defRPr sz="2000" b="0">
                <a:solidFill>
                  <a:schemeClr val="bg1"/>
                </a:solidFill>
              </a:defRPr>
            </a:lvl1pPr>
            <a:lvl2pPr marL="0" indent="0" algn="l">
              <a:spcBef>
                <a:spcPts val="0"/>
              </a:spcBef>
              <a:buFont typeface="Skeena" panose="020B0604020202020204" pitchFamily="34" charset="0"/>
              <a:buNone/>
              <a:defRPr sz="2000" b="0">
                <a:solidFill>
                  <a:schemeClr val="bg1"/>
                </a:solidFill>
              </a:defRPr>
            </a:lvl2pPr>
            <a:lvl3pPr marL="0" indent="0" algn="l">
              <a:spcBef>
                <a:spcPts val="0"/>
              </a:spcBef>
              <a:buNone/>
              <a:defRPr sz="2000" b="0">
                <a:solidFill>
                  <a:schemeClr val="bg1"/>
                </a:solidFill>
              </a:defRPr>
            </a:lvl3pPr>
            <a:lvl4pPr marL="0" indent="0" algn="l">
              <a:spcBef>
                <a:spcPts val="0"/>
              </a:spcBef>
              <a:buNone/>
              <a:defRPr sz="2000" b="0">
                <a:solidFill>
                  <a:schemeClr val="bg1"/>
                </a:solidFill>
              </a:defRPr>
            </a:lvl4pPr>
            <a:lvl5pPr marL="0" indent="0" algn="l">
              <a:spcBef>
                <a:spcPts val="0"/>
              </a:spcBef>
              <a:buNone/>
              <a:defRPr sz="2000" b="0">
                <a:solidFill>
                  <a:schemeClr val="bg1"/>
                </a:solidFill>
              </a:defRPr>
            </a:lvl5pPr>
            <a:lvl6pPr marL="0" indent="0" algn="l">
              <a:spcBef>
                <a:spcPts val="0"/>
              </a:spcBef>
              <a:buNone/>
              <a:defRPr sz="2000" b="0">
                <a:solidFill>
                  <a:schemeClr val="bg1"/>
                </a:solidFill>
              </a:defRPr>
            </a:lvl6pPr>
            <a:lvl7pPr marL="0" indent="0" algn="l">
              <a:spcBef>
                <a:spcPts val="0"/>
              </a:spcBef>
              <a:buNone/>
              <a:defRPr sz="2000" b="0">
                <a:solidFill>
                  <a:schemeClr val="bg1"/>
                </a:solidFill>
              </a:defRPr>
            </a:lvl7pPr>
            <a:lvl8pPr marL="0" indent="0" algn="l">
              <a:spcBef>
                <a:spcPts val="0"/>
              </a:spcBef>
              <a:buNone/>
              <a:defRPr sz="2000" b="0">
                <a:solidFill>
                  <a:schemeClr val="bg1"/>
                </a:solidFill>
              </a:defRPr>
            </a:lvl8pPr>
            <a:lvl9pPr marL="0" indent="0" algn="l">
              <a:spcBef>
                <a:spcPts val="0"/>
              </a:spcBef>
              <a:buNone/>
              <a:defRPr sz="2000" b="0">
                <a:solidFill>
                  <a:schemeClr val="bg1"/>
                </a:solidFill>
              </a:defRPr>
            </a:lvl9pPr>
          </a:lstStyle>
          <a:p>
            <a:pPr lvl="0"/>
            <a:r>
              <a:rPr lang="de-DE" noProof="0"/>
              <a:t>Agendapunkt durch Klicken bearbeiten</a:t>
            </a:r>
          </a:p>
        </p:txBody>
      </p:sp>
      <p:sp>
        <p:nvSpPr>
          <p:cNvPr id="17" name="Text Placeholder 10">
            <a:extLst>
              <a:ext uri="{FF2B5EF4-FFF2-40B4-BE49-F238E27FC236}">
                <a16:creationId xmlns:a16="http://schemas.microsoft.com/office/drawing/2014/main" id="{A07D1D18-8228-4586-7B64-34CB34A9C9A8}"/>
              </a:ext>
            </a:extLst>
          </p:cNvPr>
          <p:cNvSpPr>
            <a:spLocks noGrp="1"/>
          </p:cNvSpPr>
          <p:nvPr>
            <p:ph type="body" sz="quarter" idx="20" hasCustomPrompt="1"/>
          </p:nvPr>
        </p:nvSpPr>
        <p:spPr bwMode="invGray">
          <a:xfrm>
            <a:off x="407368" y="5602230"/>
            <a:ext cx="360000" cy="307777"/>
          </a:xfrm>
        </p:spPr>
        <p:txBody>
          <a:bodyPr anchor="b">
            <a:spAutoFit/>
          </a:bodyPr>
          <a:lstStyle>
            <a:lvl1pPr marL="0" indent="0" algn="l">
              <a:spcBef>
                <a:spcPts val="0"/>
              </a:spcBef>
              <a:buFont typeface="Skeena" panose="020B0604020202020204" pitchFamily="34" charset="0"/>
              <a:buNone/>
              <a:defRPr sz="2000" b="0">
                <a:solidFill>
                  <a:schemeClr val="bg1"/>
                </a:solidFill>
              </a:defRPr>
            </a:lvl1pPr>
            <a:lvl2pPr marL="0" indent="0" algn="l">
              <a:spcBef>
                <a:spcPts val="0"/>
              </a:spcBef>
              <a:buFont typeface="Skeena" panose="020B0604020202020204" pitchFamily="34" charset="0"/>
              <a:buNone/>
              <a:defRPr sz="2000" b="0">
                <a:solidFill>
                  <a:schemeClr val="bg1"/>
                </a:solidFill>
              </a:defRPr>
            </a:lvl2pPr>
            <a:lvl3pPr marL="0" indent="0" algn="l">
              <a:spcBef>
                <a:spcPts val="0"/>
              </a:spcBef>
              <a:buNone/>
              <a:defRPr sz="2000" b="0">
                <a:solidFill>
                  <a:schemeClr val="bg1"/>
                </a:solidFill>
              </a:defRPr>
            </a:lvl3pPr>
            <a:lvl4pPr marL="0" indent="0" algn="l">
              <a:spcBef>
                <a:spcPts val="0"/>
              </a:spcBef>
              <a:buNone/>
              <a:defRPr sz="2000" b="0">
                <a:solidFill>
                  <a:schemeClr val="bg1"/>
                </a:solidFill>
              </a:defRPr>
            </a:lvl4pPr>
            <a:lvl5pPr marL="0" indent="0" algn="l">
              <a:spcBef>
                <a:spcPts val="0"/>
              </a:spcBef>
              <a:buNone/>
              <a:defRPr sz="2000" b="0">
                <a:solidFill>
                  <a:schemeClr val="bg1"/>
                </a:solidFill>
              </a:defRPr>
            </a:lvl5pPr>
            <a:lvl6pPr marL="0" indent="0" algn="l">
              <a:spcBef>
                <a:spcPts val="0"/>
              </a:spcBef>
              <a:buNone/>
              <a:defRPr sz="2000" b="0">
                <a:solidFill>
                  <a:schemeClr val="bg1"/>
                </a:solidFill>
              </a:defRPr>
            </a:lvl6pPr>
            <a:lvl7pPr marL="0" indent="0" algn="l">
              <a:spcBef>
                <a:spcPts val="0"/>
              </a:spcBef>
              <a:buNone/>
              <a:defRPr sz="2000" b="0">
                <a:solidFill>
                  <a:schemeClr val="bg1"/>
                </a:solidFill>
              </a:defRPr>
            </a:lvl7pPr>
            <a:lvl8pPr marL="0" indent="0" algn="l">
              <a:spcBef>
                <a:spcPts val="0"/>
              </a:spcBef>
              <a:buNone/>
              <a:defRPr sz="2000" b="0">
                <a:solidFill>
                  <a:schemeClr val="bg1"/>
                </a:solidFill>
              </a:defRPr>
            </a:lvl8pPr>
            <a:lvl9pPr marL="0" indent="0" algn="l">
              <a:spcBef>
                <a:spcPts val="0"/>
              </a:spcBef>
              <a:buNone/>
              <a:defRPr sz="2000" b="0">
                <a:solidFill>
                  <a:schemeClr val="bg1"/>
                </a:solidFill>
              </a:defRPr>
            </a:lvl9pPr>
          </a:lstStyle>
          <a:p>
            <a:pPr lvl="0"/>
            <a:r>
              <a:rPr lang="de-DE" noProof="0"/>
              <a:t>0X</a:t>
            </a:r>
          </a:p>
        </p:txBody>
      </p:sp>
      <p:sp>
        <p:nvSpPr>
          <p:cNvPr id="18" name="Text Placeholder 10">
            <a:extLst>
              <a:ext uri="{FF2B5EF4-FFF2-40B4-BE49-F238E27FC236}">
                <a16:creationId xmlns:a16="http://schemas.microsoft.com/office/drawing/2014/main" id="{0545E312-C142-5BB9-EB2A-BB24ACA32BD4}"/>
              </a:ext>
            </a:extLst>
          </p:cNvPr>
          <p:cNvSpPr>
            <a:spLocks noGrp="1"/>
          </p:cNvSpPr>
          <p:nvPr>
            <p:ph type="body" sz="quarter" idx="21" hasCustomPrompt="1"/>
          </p:nvPr>
        </p:nvSpPr>
        <p:spPr bwMode="invGray">
          <a:xfrm>
            <a:off x="407368" y="5929535"/>
            <a:ext cx="5472000" cy="307777"/>
          </a:xfrm>
        </p:spPr>
        <p:txBody>
          <a:bodyPr anchor="t">
            <a:spAutoFit/>
          </a:bodyPr>
          <a:lstStyle>
            <a:lvl1pPr marL="0" indent="0" algn="l">
              <a:spcBef>
                <a:spcPts val="0"/>
              </a:spcBef>
              <a:buFont typeface="Skeena" panose="020B0604020202020204" pitchFamily="34" charset="0"/>
              <a:buNone/>
              <a:defRPr sz="2000" b="0">
                <a:solidFill>
                  <a:schemeClr val="bg1"/>
                </a:solidFill>
              </a:defRPr>
            </a:lvl1pPr>
            <a:lvl2pPr marL="0" indent="0" algn="l">
              <a:spcBef>
                <a:spcPts val="0"/>
              </a:spcBef>
              <a:buFont typeface="Skeena" panose="020B0604020202020204" pitchFamily="34" charset="0"/>
              <a:buNone/>
              <a:defRPr sz="2000" b="0">
                <a:solidFill>
                  <a:schemeClr val="bg1"/>
                </a:solidFill>
              </a:defRPr>
            </a:lvl2pPr>
            <a:lvl3pPr marL="0" indent="0" algn="l">
              <a:spcBef>
                <a:spcPts val="0"/>
              </a:spcBef>
              <a:buNone/>
              <a:defRPr sz="2000" b="0">
                <a:solidFill>
                  <a:schemeClr val="bg1"/>
                </a:solidFill>
              </a:defRPr>
            </a:lvl3pPr>
            <a:lvl4pPr marL="0" indent="0" algn="l">
              <a:spcBef>
                <a:spcPts val="0"/>
              </a:spcBef>
              <a:buNone/>
              <a:defRPr sz="2000" b="0">
                <a:solidFill>
                  <a:schemeClr val="bg1"/>
                </a:solidFill>
              </a:defRPr>
            </a:lvl4pPr>
            <a:lvl5pPr marL="0" indent="0" algn="l">
              <a:spcBef>
                <a:spcPts val="0"/>
              </a:spcBef>
              <a:buNone/>
              <a:defRPr sz="2000" b="0">
                <a:solidFill>
                  <a:schemeClr val="bg1"/>
                </a:solidFill>
              </a:defRPr>
            </a:lvl5pPr>
            <a:lvl6pPr marL="0" indent="0" algn="l">
              <a:spcBef>
                <a:spcPts val="0"/>
              </a:spcBef>
              <a:buNone/>
              <a:defRPr sz="2000" b="0">
                <a:solidFill>
                  <a:schemeClr val="bg1"/>
                </a:solidFill>
              </a:defRPr>
            </a:lvl6pPr>
            <a:lvl7pPr marL="0" indent="0" algn="l">
              <a:spcBef>
                <a:spcPts val="0"/>
              </a:spcBef>
              <a:buNone/>
              <a:defRPr sz="2000" b="0">
                <a:solidFill>
                  <a:schemeClr val="bg1"/>
                </a:solidFill>
              </a:defRPr>
            </a:lvl7pPr>
            <a:lvl8pPr marL="0" indent="0" algn="l">
              <a:spcBef>
                <a:spcPts val="0"/>
              </a:spcBef>
              <a:buNone/>
              <a:defRPr sz="2000" b="0">
                <a:solidFill>
                  <a:schemeClr val="bg1"/>
                </a:solidFill>
              </a:defRPr>
            </a:lvl8pPr>
            <a:lvl9pPr marL="0" indent="0" algn="l">
              <a:spcBef>
                <a:spcPts val="0"/>
              </a:spcBef>
              <a:buNone/>
              <a:defRPr sz="2000" b="0">
                <a:solidFill>
                  <a:schemeClr val="bg1"/>
                </a:solidFill>
              </a:defRPr>
            </a:lvl9pPr>
          </a:lstStyle>
          <a:p>
            <a:pPr lvl="0"/>
            <a:r>
              <a:rPr lang="de-DE" noProof="0"/>
              <a:t>Agendapunkt durch Klicken bearbeiten</a:t>
            </a:r>
          </a:p>
        </p:txBody>
      </p:sp>
      <p:sp>
        <p:nvSpPr>
          <p:cNvPr id="19" name="Text Placeholder 10">
            <a:extLst>
              <a:ext uri="{FF2B5EF4-FFF2-40B4-BE49-F238E27FC236}">
                <a16:creationId xmlns:a16="http://schemas.microsoft.com/office/drawing/2014/main" id="{D265CA33-AA9E-7A32-CE7A-BDD65432F8F6}"/>
              </a:ext>
            </a:extLst>
          </p:cNvPr>
          <p:cNvSpPr txBox="1">
            <a:spLocks/>
          </p:cNvSpPr>
          <p:nvPr userDrawn="1"/>
        </p:nvSpPr>
        <p:spPr bwMode="invGray">
          <a:xfrm>
            <a:off x="9061233" y="316267"/>
            <a:ext cx="2723399" cy="306000"/>
          </a:xfrm>
          <a:prstGeom prst="rect">
            <a:avLst/>
          </a:prstGeom>
          <a:blipFill>
            <a:blip r:embed="rId2"/>
            <a:stretch>
              <a:fillRect/>
            </a:stretch>
          </a:blipFill>
        </p:spPr>
        <p:txBody>
          <a:bodyPr/>
          <a:lstStyle>
            <a:lvl1pPr marL="0" indent="0" algn="l" defTabSz="914400" rtl="0" eaLnBrk="1" latinLnBrk="0" hangingPunct="1">
              <a:lnSpc>
                <a:spcPct val="100000"/>
              </a:lnSpc>
              <a:spcBef>
                <a:spcPts val="0"/>
              </a:spcBef>
              <a:buFont typeface="Skeena" panose="020B0604020202020204" pitchFamily="34" charset="0"/>
              <a:buNone/>
              <a:defRPr sz="100" b="0" kern="1200">
                <a:noFill/>
                <a:latin typeface="+mn-lt"/>
                <a:ea typeface="+mn-ea"/>
                <a:cs typeface="+mn-cs"/>
              </a:defRPr>
            </a:lvl1pPr>
            <a:lvl2pPr marL="0" indent="0" algn="l" defTabSz="914400" rtl="0" eaLnBrk="1" latinLnBrk="0" hangingPunct="1">
              <a:lnSpc>
                <a:spcPct val="100000"/>
              </a:lnSpc>
              <a:spcBef>
                <a:spcPts val="0"/>
              </a:spcBef>
              <a:buFont typeface="Skeena" panose="020B0604020202020204" pitchFamily="34" charset="0"/>
              <a:buNone/>
              <a:defRPr sz="100" b="0" kern="1200">
                <a:noFill/>
                <a:latin typeface="+mn-lt"/>
                <a:ea typeface="+mn-ea"/>
                <a:cs typeface="+mn-cs"/>
              </a:defRPr>
            </a:lvl2pPr>
            <a:lvl3pPr marL="0" indent="0" algn="l" defTabSz="914400" rtl="0" eaLnBrk="1" latinLnBrk="0" hangingPunct="1">
              <a:lnSpc>
                <a:spcPct val="100000"/>
              </a:lnSpc>
              <a:spcBef>
                <a:spcPts val="0"/>
              </a:spcBef>
              <a:buFont typeface="Wingdings" panose="05000000000000000000" pitchFamily="2" charset="2"/>
              <a:buNone/>
              <a:defRPr sz="100" b="0" kern="1200">
                <a:noFill/>
                <a:latin typeface="+mn-lt"/>
                <a:ea typeface="+mn-ea"/>
                <a:cs typeface="+mn-cs"/>
              </a:defRPr>
            </a:lvl3pPr>
            <a:lvl4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4pPr>
            <a:lvl5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5pPr>
            <a:lvl6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6pPr>
            <a:lvl7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7pPr>
            <a:lvl8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8pPr>
            <a:lvl9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9pPr>
          </a:lstStyle>
          <a:p>
            <a:r>
              <a:rPr lang="de-DE" noProof="0"/>
              <a:t> </a:t>
            </a:r>
          </a:p>
        </p:txBody>
      </p:sp>
    </p:spTree>
    <p:extLst>
      <p:ext uri="{BB962C8B-B14F-4D97-AF65-F5344CB8AC3E}">
        <p14:creationId xmlns:p14="http://schemas.microsoft.com/office/powerpoint/2010/main" val="262251246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 Agenda (lang)">
    <p:spTree>
      <p:nvGrpSpPr>
        <p:cNvPr id="1" name=""/>
        <p:cNvGrpSpPr/>
        <p:nvPr/>
      </p:nvGrpSpPr>
      <p:grpSpPr>
        <a:xfrm>
          <a:off x="0" y="0"/>
          <a:ext cx="0" cy="0"/>
          <a:chOff x="0" y="0"/>
          <a:chExt cx="0" cy="0"/>
        </a:xfrm>
      </p:grpSpPr>
      <p:sp>
        <p:nvSpPr>
          <p:cNvPr id="9" name="Text Placeholder 10">
            <a:extLst>
              <a:ext uri="{FF2B5EF4-FFF2-40B4-BE49-F238E27FC236}">
                <a16:creationId xmlns:a16="http://schemas.microsoft.com/office/drawing/2014/main" id="{93827F3F-23F6-3143-81F1-510EE74CD825}"/>
              </a:ext>
            </a:extLst>
          </p:cNvPr>
          <p:cNvSpPr>
            <a:spLocks noGrp="1"/>
          </p:cNvSpPr>
          <p:nvPr>
            <p:ph type="body" sz="quarter" idx="12" hasCustomPrompt="1"/>
          </p:nvPr>
        </p:nvSpPr>
        <p:spPr bwMode="invGray">
          <a:xfrm>
            <a:off x="695688" y="866669"/>
            <a:ext cx="360000" cy="307777"/>
          </a:xfrm>
        </p:spPr>
        <p:txBody>
          <a:bodyPr anchor="ctr">
            <a:spAutoFit/>
          </a:bodyPr>
          <a:lstStyle>
            <a:lvl1pPr marL="0" indent="0" algn="r">
              <a:spcBef>
                <a:spcPts val="0"/>
              </a:spcBef>
              <a:buFont typeface="Skeena" panose="020B0604020202020204" pitchFamily="34" charset="0"/>
              <a:buNone/>
              <a:defRPr sz="2000" b="0">
                <a:solidFill>
                  <a:schemeClr val="bg1"/>
                </a:solidFill>
              </a:defRPr>
            </a:lvl1pPr>
            <a:lvl2pPr marL="0" indent="0" algn="r">
              <a:spcBef>
                <a:spcPts val="0"/>
              </a:spcBef>
              <a:buFont typeface="Skeena" panose="020B0604020202020204" pitchFamily="34" charset="0"/>
              <a:buNone/>
              <a:defRPr sz="2000" b="0">
                <a:solidFill>
                  <a:schemeClr val="bg1"/>
                </a:solidFill>
              </a:defRPr>
            </a:lvl2pPr>
            <a:lvl3pPr marL="0" indent="0" algn="r">
              <a:spcBef>
                <a:spcPts val="0"/>
              </a:spcBef>
              <a:buNone/>
              <a:defRPr sz="2000" b="0">
                <a:solidFill>
                  <a:schemeClr val="bg1"/>
                </a:solidFill>
              </a:defRPr>
            </a:lvl3pPr>
            <a:lvl4pPr marL="0" indent="0" algn="r">
              <a:spcBef>
                <a:spcPts val="0"/>
              </a:spcBef>
              <a:buNone/>
              <a:defRPr sz="2000" b="0">
                <a:solidFill>
                  <a:schemeClr val="bg1"/>
                </a:solidFill>
              </a:defRPr>
            </a:lvl4pPr>
            <a:lvl5pPr marL="0" indent="0" algn="r">
              <a:spcBef>
                <a:spcPts val="0"/>
              </a:spcBef>
              <a:buNone/>
              <a:defRPr sz="2000" b="0">
                <a:solidFill>
                  <a:schemeClr val="bg1"/>
                </a:solidFill>
              </a:defRPr>
            </a:lvl5pPr>
            <a:lvl6pPr marL="0" indent="0" algn="r">
              <a:spcBef>
                <a:spcPts val="0"/>
              </a:spcBef>
              <a:buNone/>
              <a:defRPr sz="2000" b="0">
                <a:solidFill>
                  <a:schemeClr val="bg1"/>
                </a:solidFill>
              </a:defRPr>
            </a:lvl6pPr>
            <a:lvl7pPr marL="0" indent="0" algn="r">
              <a:spcBef>
                <a:spcPts val="0"/>
              </a:spcBef>
              <a:buNone/>
              <a:defRPr sz="2000" b="0">
                <a:solidFill>
                  <a:schemeClr val="bg1"/>
                </a:solidFill>
              </a:defRPr>
            </a:lvl7pPr>
            <a:lvl8pPr marL="0" indent="0" algn="r">
              <a:spcBef>
                <a:spcPts val="0"/>
              </a:spcBef>
              <a:buNone/>
              <a:defRPr sz="2000" b="0">
                <a:solidFill>
                  <a:schemeClr val="bg1"/>
                </a:solidFill>
              </a:defRPr>
            </a:lvl8pPr>
            <a:lvl9pPr marL="0" indent="0" algn="r">
              <a:spcBef>
                <a:spcPts val="0"/>
              </a:spcBef>
              <a:buNone/>
              <a:defRPr sz="2000" b="0">
                <a:solidFill>
                  <a:schemeClr val="bg1"/>
                </a:solidFill>
              </a:defRPr>
            </a:lvl9pPr>
          </a:lstStyle>
          <a:p>
            <a:pPr lvl="0"/>
            <a:r>
              <a:rPr lang="de-DE" noProof="0"/>
              <a:t>0X</a:t>
            </a:r>
          </a:p>
        </p:txBody>
      </p:sp>
      <p:sp>
        <p:nvSpPr>
          <p:cNvPr id="10" name="Text Placeholder 10">
            <a:extLst>
              <a:ext uri="{FF2B5EF4-FFF2-40B4-BE49-F238E27FC236}">
                <a16:creationId xmlns:a16="http://schemas.microsoft.com/office/drawing/2014/main" id="{2CA61D65-9C5F-4547-248C-B4CABFC35E37}"/>
              </a:ext>
            </a:extLst>
          </p:cNvPr>
          <p:cNvSpPr>
            <a:spLocks noGrp="1"/>
          </p:cNvSpPr>
          <p:nvPr>
            <p:ph type="body" sz="quarter" idx="13" hasCustomPrompt="1"/>
          </p:nvPr>
        </p:nvSpPr>
        <p:spPr bwMode="invGray">
          <a:xfrm>
            <a:off x="1271464" y="866669"/>
            <a:ext cx="4608000" cy="307777"/>
          </a:xfrm>
        </p:spPr>
        <p:txBody>
          <a:bodyPr anchor="ctr">
            <a:spAutoFit/>
          </a:bodyPr>
          <a:lstStyle>
            <a:lvl1pPr marL="0" indent="0" algn="l">
              <a:spcBef>
                <a:spcPts val="0"/>
              </a:spcBef>
              <a:buFont typeface="Skeena" panose="020B0604020202020204" pitchFamily="34" charset="0"/>
              <a:buNone/>
              <a:defRPr sz="2000" b="0">
                <a:solidFill>
                  <a:schemeClr val="bg1"/>
                </a:solidFill>
              </a:defRPr>
            </a:lvl1pPr>
            <a:lvl2pPr marL="0" indent="0" algn="l">
              <a:spcBef>
                <a:spcPts val="0"/>
              </a:spcBef>
              <a:buFont typeface="Skeena" panose="020B0604020202020204" pitchFamily="34" charset="0"/>
              <a:buNone/>
              <a:defRPr sz="2000" b="0">
                <a:solidFill>
                  <a:schemeClr val="bg1"/>
                </a:solidFill>
              </a:defRPr>
            </a:lvl2pPr>
            <a:lvl3pPr marL="0" indent="0" algn="l">
              <a:spcBef>
                <a:spcPts val="0"/>
              </a:spcBef>
              <a:buNone/>
              <a:defRPr sz="2000" b="0">
                <a:solidFill>
                  <a:schemeClr val="bg1"/>
                </a:solidFill>
              </a:defRPr>
            </a:lvl3pPr>
            <a:lvl4pPr marL="0" indent="0" algn="l">
              <a:spcBef>
                <a:spcPts val="0"/>
              </a:spcBef>
              <a:buNone/>
              <a:defRPr sz="2000" b="0">
                <a:solidFill>
                  <a:schemeClr val="bg1"/>
                </a:solidFill>
              </a:defRPr>
            </a:lvl4pPr>
            <a:lvl5pPr marL="0" indent="0" algn="l">
              <a:spcBef>
                <a:spcPts val="0"/>
              </a:spcBef>
              <a:buNone/>
              <a:defRPr sz="2000" b="0">
                <a:solidFill>
                  <a:schemeClr val="bg1"/>
                </a:solidFill>
              </a:defRPr>
            </a:lvl5pPr>
            <a:lvl6pPr marL="0" indent="0" algn="l">
              <a:spcBef>
                <a:spcPts val="0"/>
              </a:spcBef>
              <a:buNone/>
              <a:defRPr sz="2000" b="0">
                <a:solidFill>
                  <a:schemeClr val="bg1"/>
                </a:solidFill>
              </a:defRPr>
            </a:lvl6pPr>
            <a:lvl7pPr marL="0" indent="0" algn="l">
              <a:spcBef>
                <a:spcPts val="0"/>
              </a:spcBef>
              <a:buNone/>
              <a:defRPr sz="2000" b="0">
                <a:solidFill>
                  <a:schemeClr val="bg1"/>
                </a:solidFill>
              </a:defRPr>
            </a:lvl7pPr>
            <a:lvl8pPr marL="0" indent="0" algn="l">
              <a:spcBef>
                <a:spcPts val="0"/>
              </a:spcBef>
              <a:buNone/>
              <a:defRPr sz="2000" b="0">
                <a:solidFill>
                  <a:schemeClr val="bg1"/>
                </a:solidFill>
              </a:defRPr>
            </a:lvl8pPr>
            <a:lvl9pPr marL="0" indent="0" algn="l">
              <a:spcBef>
                <a:spcPts val="0"/>
              </a:spcBef>
              <a:buNone/>
              <a:defRPr sz="2000" b="0">
                <a:solidFill>
                  <a:schemeClr val="bg1"/>
                </a:solidFill>
              </a:defRPr>
            </a:lvl9pPr>
          </a:lstStyle>
          <a:p>
            <a:pPr lvl="0"/>
            <a:r>
              <a:rPr lang="de-DE" noProof="0"/>
              <a:t>Agendapunkt durch Klicken bearbeiten</a:t>
            </a:r>
          </a:p>
        </p:txBody>
      </p:sp>
      <p:sp>
        <p:nvSpPr>
          <p:cNvPr id="11" name="Text Placeholder 10">
            <a:extLst>
              <a:ext uri="{FF2B5EF4-FFF2-40B4-BE49-F238E27FC236}">
                <a16:creationId xmlns:a16="http://schemas.microsoft.com/office/drawing/2014/main" id="{6ABA5052-A202-BCA2-8153-3389CAF6C06B}"/>
              </a:ext>
            </a:extLst>
          </p:cNvPr>
          <p:cNvSpPr>
            <a:spLocks noGrp="1"/>
          </p:cNvSpPr>
          <p:nvPr>
            <p:ph type="body" sz="quarter" idx="14" hasCustomPrompt="1"/>
          </p:nvPr>
        </p:nvSpPr>
        <p:spPr bwMode="invGray">
          <a:xfrm>
            <a:off x="695688" y="2523359"/>
            <a:ext cx="360000" cy="307777"/>
          </a:xfrm>
        </p:spPr>
        <p:txBody>
          <a:bodyPr anchor="ctr">
            <a:spAutoFit/>
          </a:bodyPr>
          <a:lstStyle>
            <a:lvl1pPr marL="0" indent="0" algn="r">
              <a:spcBef>
                <a:spcPts val="0"/>
              </a:spcBef>
              <a:buFont typeface="Skeena" panose="020B0604020202020204" pitchFamily="34" charset="0"/>
              <a:buNone/>
              <a:defRPr sz="2000" b="0">
                <a:solidFill>
                  <a:schemeClr val="bg1"/>
                </a:solidFill>
              </a:defRPr>
            </a:lvl1pPr>
            <a:lvl2pPr marL="0" indent="0" algn="r">
              <a:spcBef>
                <a:spcPts val="0"/>
              </a:spcBef>
              <a:buFont typeface="Skeena" panose="020B0604020202020204" pitchFamily="34" charset="0"/>
              <a:buNone/>
              <a:defRPr sz="2000" b="0">
                <a:solidFill>
                  <a:schemeClr val="bg1"/>
                </a:solidFill>
              </a:defRPr>
            </a:lvl2pPr>
            <a:lvl3pPr marL="0" indent="0" algn="r">
              <a:spcBef>
                <a:spcPts val="0"/>
              </a:spcBef>
              <a:buNone/>
              <a:defRPr sz="2000" b="0">
                <a:solidFill>
                  <a:schemeClr val="bg1"/>
                </a:solidFill>
              </a:defRPr>
            </a:lvl3pPr>
            <a:lvl4pPr marL="0" indent="0" algn="r">
              <a:spcBef>
                <a:spcPts val="0"/>
              </a:spcBef>
              <a:buNone/>
              <a:defRPr sz="2000" b="0">
                <a:solidFill>
                  <a:schemeClr val="bg1"/>
                </a:solidFill>
              </a:defRPr>
            </a:lvl4pPr>
            <a:lvl5pPr marL="0" indent="0" algn="r">
              <a:spcBef>
                <a:spcPts val="0"/>
              </a:spcBef>
              <a:buNone/>
              <a:defRPr sz="2000" b="0">
                <a:solidFill>
                  <a:schemeClr val="bg1"/>
                </a:solidFill>
              </a:defRPr>
            </a:lvl5pPr>
            <a:lvl6pPr marL="0" indent="0" algn="r">
              <a:spcBef>
                <a:spcPts val="0"/>
              </a:spcBef>
              <a:buNone/>
              <a:defRPr sz="2000" b="0">
                <a:solidFill>
                  <a:schemeClr val="bg1"/>
                </a:solidFill>
              </a:defRPr>
            </a:lvl6pPr>
            <a:lvl7pPr marL="0" indent="0" algn="r">
              <a:spcBef>
                <a:spcPts val="0"/>
              </a:spcBef>
              <a:buNone/>
              <a:defRPr sz="2000" b="0">
                <a:solidFill>
                  <a:schemeClr val="bg1"/>
                </a:solidFill>
              </a:defRPr>
            </a:lvl7pPr>
            <a:lvl8pPr marL="0" indent="0" algn="r">
              <a:spcBef>
                <a:spcPts val="0"/>
              </a:spcBef>
              <a:buNone/>
              <a:defRPr sz="2000" b="0">
                <a:solidFill>
                  <a:schemeClr val="bg1"/>
                </a:solidFill>
              </a:defRPr>
            </a:lvl8pPr>
            <a:lvl9pPr marL="0" indent="0" algn="r">
              <a:spcBef>
                <a:spcPts val="0"/>
              </a:spcBef>
              <a:buNone/>
              <a:defRPr sz="2000" b="0">
                <a:solidFill>
                  <a:schemeClr val="bg1"/>
                </a:solidFill>
              </a:defRPr>
            </a:lvl9pPr>
          </a:lstStyle>
          <a:p>
            <a:pPr lvl="0"/>
            <a:r>
              <a:rPr lang="de-DE" noProof="0"/>
              <a:t>0X</a:t>
            </a:r>
          </a:p>
        </p:txBody>
      </p:sp>
      <p:sp>
        <p:nvSpPr>
          <p:cNvPr id="12" name="Text Placeholder 10">
            <a:extLst>
              <a:ext uri="{FF2B5EF4-FFF2-40B4-BE49-F238E27FC236}">
                <a16:creationId xmlns:a16="http://schemas.microsoft.com/office/drawing/2014/main" id="{25A5CE4A-7B6B-9514-46BF-646ADCCCA051}"/>
              </a:ext>
            </a:extLst>
          </p:cNvPr>
          <p:cNvSpPr>
            <a:spLocks noGrp="1"/>
          </p:cNvSpPr>
          <p:nvPr>
            <p:ph type="body" sz="quarter" idx="15" hasCustomPrompt="1"/>
          </p:nvPr>
        </p:nvSpPr>
        <p:spPr bwMode="invGray">
          <a:xfrm>
            <a:off x="1271464" y="2523359"/>
            <a:ext cx="4608000" cy="307777"/>
          </a:xfrm>
        </p:spPr>
        <p:txBody>
          <a:bodyPr anchor="ctr">
            <a:spAutoFit/>
          </a:bodyPr>
          <a:lstStyle>
            <a:lvl1pPr marL="0" indent="0" algn="l">
              <a:spcBef>
                <a:spcPts val="0"/>
              </a:spcBef>
              <a:buFont typeface="Skeena" panose="020B0604020202020204" pitchFamily="34" charset="0"/>
              <a:buNone/>
              <a:defRPr sz="2000" b="0">
                <a:solidFill>
                  <a:schemeClr val="bg1"/>
                </a:solidFill>
              </a:defRPr>
            </a:lvl1pPr>
            <a:lvl2pPr marL="0" indent="0" algn="l">
              <a:spcBef>
                <a:spcPts val="0"/>
              </a:spcBef>
              <a:buFont typeface="Skeena" panose="020B0604020202020204" pitchFamily="34" charset="0"/>
              <a:buNone/>
              <a:defRPr sz="2000" b="0">
                <a:solidFill>
                  <a:schemeClr val="bg1"/>
                </a:solidFill>
              </a:defRPr>
            </a:lvl2pPr>
            <a:lvl3pPr marL="0" indent="0" algn="l">
              <a:spcBef>
                <a:spcPts val="0"/>
              </a:spcBef>
              <a:buNone/>
              <a:defRPr sz="2000" b="0">
                <a:solidFill>
                  <a:schemeClr val="bg1"/>
                </a:solidFill>
              </a:defRPr>
            </a:lvl3pPr>
            <a:lvl4pPr marL="0" indent="0" algn="l">
              <a:spcBef>
                <a:spcPts val="0"/>
              </a:spcBef>
              <a:buNone/>
              <a:defRPr sz="2000" b="0">
                <a:solidFill>
                  <a:schemeClr val="bg1"/>
                </a:solidFill>
              </a:defRPr>
            </a:lvl4pPr>
            <a:lvl5pPr marL="0" indent="0" algn="l">
              <a:spcBef>
                <a:spcPts val="0"/>
              </a:spcBef>
              <a:buNone/>
              <a:defRPr sz="2000" b="0">
                <a:solidFill>
                  <a:schemeClr val="bg1"/>
                </a:solidFill>
              </a:defRPr>
            </a:lvl5pPr>
            <a:lvl6pPr marL="0" indent="0" algn="l">
              <a:spcBef>
                <a:spcPts val="0"/>
              </a:spcBef>
              <a:buNone/>
              <a:defRPr sz="2000" b="0">
                <a:solidFill>
                  <a:schemeClr val="bg1"/>
                </a:solidFill>
              </a:defRPr>
            </a:lvl6pPr>
            <a:lvl7pPr marL="0" indent="0" algn="l">
              <a:spcBef>
                <a:spcPts val="0"/>
              </a:spcBef>
              <a:buNone/>
              <a:defRPr sz="2000" b="0">
                <a:solidFill>
                  <a:schemeClr val="bg1"/>
                </a:solidFill>
              </a:defRPr>
            </a:lvl7pPr>
            <a:lvl8pPr marL="0" indent="0" algn="l">
              <a:spcBef>
                <a:spcPts val="0"/>
              </a:spcBef>
              <a:buNone/>
              <a:defRPr sz="2000" b="0">
                <a:solidFill>
                  <a:schemeClr val="bg1"/>
                </a:solidFill>
              </a:defRPr>
            </a:lvl8pPr>
            <a:lvl9pPr marL="0" indent="0" algn="l">
              <a:spcBef>
                <a:spcPts val="0"/>
              </a:spcBef>
              <a:buNone/>
              <a:defRPr sz="2000" b="0">
                <a:solidFill>
                  <a:schemeClr val="bg1"/>
                </a:solidFill>
              </a:defRPr>
            </a:lvl9pPr>
          </a:lstStyle>
          <a:p>
            <a:pPr lvl="0"/>
            <a:r>
              <a:rPr lang="de-DE" noProof="0"/>
              <a:t>Agendapunkt durch Klicken bearbeiten</a:t>
            </a:r>
          </a:p>
        </p:txBody>
      </p:sp>
      <p:sp>
        <p:nvSpPr>
          <p:cNvPr id="13" name="Text Placeholder 10">
            <a:extLst>
              <a:ext uri="{FF2B5EF4-FFF2-40B4-BE49-F238E27FC236}">
                <a16:creationId xmlns:a16="http://schemas.microsoft.com/office/drawing/2014/main" id="{25800E80-18FE-E4BD-1166-486A8FA335EA}"/>
              </a:ext>
            </a:extLst>
          </p:cNvPr>
          <p:cNvSpPr>
            <a:spLocks noGrp="1"/>
          </p:cNvSpPr>
          <p:nvPr>
            <p:ph type="body" sz="quarter" idx="16" hasCustomPrompt="1"/>
          </p:nvPr>
        </p:nvSpPr>
        <p:spPr bwMode="invGray">
          <a:xfrm>
            <a:off x="695688" y="4180049"/>
            <a:ext cx="360000" cy="307777"/>
          </a:xfrm>
        </p:spPr>
        <p:txBody>
          <a:bodyPr anchor="ctr">
            <a:spAutoFit/>
          </a:bodyPr>
          <a:lstStyle>
            <a:lvl1pPr marL="0" indent="0" algn="r">
              <a:spcBef>
                <a:spcPts val="0"/>
              </a:spcBef>
              <a:buFont typeface="Skeena" panose="020B0604020202020204" pitchFamily="34" charset="0"/>
              <a:buNone/>
              <a:defRPr sz="2000" b="0">
                <a:solidFill>
                  <a:schemeClr val="bg1"/>
                </a:solidFill>
              </a:defRPr>
            </a:lvl1pPr>
            <a:lvl2pPr marL="0" indent="0" algn="r">
              <a:spcBef>
                <a:spcPts val="0"/>
              </a:spcBef>
              <a:buFont typeface="Skeena" panose="020B0604020202020204" pitchFamily="34" charset="0"/>
              <a:buNone/>
              <a:defRPr sz="2000" b="0">
                <a:solidFill>
                  <a:schemeClr val="bg1"/>
                </a:solidFill>
              </a:defRPr>
            </a:lvl2pPr>
            <a:lvl3pPr marL="0" indent="0" algn="r">
              <a:spcBef>
                <a:spcPts val="0"/>
              </a:spcBef>
              <a:buNone/>
              <a:defRPr sz="2000" b="0">
                <a:solidFill>
                  <a:schemeClr val="bg1"/>
                </a:solidFill>
              </a:defRPr>
            </a:lvl3pPr>
            <a:lvl4pPr marL="0" indent="0" algn="r">
              <a:spcBef>
                <a:spcPts val="0"/>
              </a:spcBef>
              <a:buNone/>
              <a:defRPr sz="2000" b="0">
                <a:solidFill>
                  <a:schemeClr val="bg1"/>
                </a:solidFill>
              </a:defRPr>
            </a:lvl4pPr>
            <a:lvl5pPr marL="0" indent="0" algn="r">
              <a:spcBef>
                <a:spcPts val="0"/>
              </a:spcBef>
              <a:buNone/>
              <a:defRPr sz="2000" b="0">
                <a:solidFill>
                  <a:schemeClr val="bg1"/>
                </a:solidFill>
              </a:defRPr>
            </a:lvl5pPr>
            <a:lvl6pPr marL="0" indent="0" algn="r">
              <a:spcBef>
                <a:spcPts val="0"/>
              </a:spcBef>
              <a:buNone/>
              <a:defRPr sz="2000" b="0">
                <a:solidFill>
                  <a:schemeClr val="bg1"/>
                </a:solidFill>
              </a:defRPr>
            </a:lvl6pPr>
            <a:lvl7pPr marL="0" indent="0" algn="r">
              <a:spcBef>
                <a:spcPts val="0"/>
              </a:spcBef>
              <a:buNone/>
              <a:defRPr sz="2000" b="0">
                <a:solidFill>
                  <a:schemeClr val="bg1"/>
                </a:solidFill>
              </a:defRPr>
            </a:lvl7pPr>
            <a:lvl8pPr marL="0" indent="0" algn="r">
              <a:spcBef>
                <a:spcPts val="0"/>
              </a:spcBef>
              <a:buNone/>
              <a:defRPr sz="2000" b="0">
                <a:solidFill>
                  <a:schemeClr val="bg1"/>
                </a:solidFill>
              </a:defRPr>
            </a:lvl8pPr>
            <a:lvl9pPr marL="0" indent="0" algn="r">
              <a:spcBef>
                <a:spcPts val="0"/>
              </a:spcBef>
              <a:buNone/>
              <a:defRPr sz="2000" b="0">
                <a:solidFill>
                  <a:schemeClr val="bg1"/>
                </a:solidFill>
              </a:defRPr>
            </a:lvl9pPr>
          </a:lstStyle>
          <a:p>
            <a:pPr lvl="0"/>
            <a:r>
              <a:rPr lang="de-DE" noProof="0"/>
              <a:t>0X</a:t>
            </a:r>
          </a:p>
        </p:txBody>
      </p:sp>
      <p:sp>
        <p:nvSpPr>
          <p:cNvPr id="14" name="Text Placeholder 10">
            <a:extLst>
              <a:ext uri="{FF2B5EF4-FFF2-40B4-BE49-F238E27FC236}">
                <a16:creationId xmlns:a16="http://schemas.microsoft.com/office/drawing/2014/main" id="{01D13016-0DCF-D74C-CA0F-D89CB08BD9C4}"/>
              </a:ext>
            </a:extLst>
          </p:cNvPr>
          <p:cNvSpPr>
            <a:spLocks noGrp="1"/>
          </p:cNvSpPr>
          <p:nvPr>
            <p:ph type="body" sz="quarter" idx="17" hasCustomPrompt="1"/>
          </p:nvPr>
        </p:nvSpPr>
        <p:spPr bwMode="invGray">
          <a:xfrm>
            <a:off x="1271464" y="4180049"/>
            <a:ext cx="4608000" cy="307777"/>
          </a:xfrm>
        </p:spPr>
        <p:txBody>
          <a:bodyPr anchor="ctr">
            <a:spAutoFit/>
          </a:bodyPr>
          <a:lstStyle>
            <a:lvl1pPr marL="0" indent="0" algn="l">
              <a:spcBef>
                <a:spcPts val="0"/>
              </a:spcBef>
              <a:buFont typeface="Skeena" panose="020B0604020202020204" pitchFamily="34" charset="0"/>
              <a:buNone/>
              <a:defRPr sz="2000" b="0">
                <a:solidFill>
                  <a:schemeClr val="bg1"/>
                </a:solidFill>
              </a:defRPr>
            </a:lvl1pPr>
            <a:lvl2pPr marL="0" indent="0" algn="l">
              <a:spcBef>
                <a:spcPts val="0"/>
              </a:spcBef>
              <a:buFont typeface="Skeena" panose="020B0604020202020204" pitchFamily="34" charset="0"/>
              <a:buNone/>
              <a:defRPr sz="2000" b="0">
                <a:solidFill>
                  <a:schemeClr val="bg1"/>
                </a:solidFill>
              </a:defRPr>
            </a:lvl2pPr>
            <a:lvl3pPr marL="0" indent="0" algn="l">
              <a:spcBef>
                <a:spcPts val="0"/>
              </a:spcBef>
              <a:buNone/>
              <a:defRPr sz="2000" b="0">
                <a:solidFill>
                  <a:schemeClr val="bg1"/>
                </a:solidFill>
              </a:defRPr>
            </a:lvl3pPr>
            <a:lvl4pPr marL="0" indent="0" algn="l">
              <a:spcBef>
                <a:spcPts val="0"/>
              </a:spcBef>
              <a:buNone/>
              <a:defRPr sz="2000" b="0">
                <a:solidFill>
                  <a:schemeClr val="bg1"/>
                </a:solidFill>
              </a:defRPr>
            </a:lvl4pPr>
            <a:lvl5pPr marL="0" indent="0" algn="l">
              <a:spcBef>
                <a:spcPts val="0"/>
              </a:spcBef>
              <a:buNone/>
              <a:defRPr sz="2000" b="0">
                <a:solidFill>
                  <a:schemeClr val="bg1"/>
                </a:solidFill>
              </a:defRPr>
            </a:lvl5pPr>
            <a:lvl6pPr marL="0" indent="0" algn="l">
              <a:spcBef>
                <a:spcPts val="0"/>
              </a:spcBef>
              <a:buNone/>
              <a:defRPr sz="2000" b="0">
                <a:solidFill>
                  <a:schemeClr val="bg1"/>
                </a:solidFill>
              </a:defRPr>
            </a:lvl6pPr>
            <a:lvl7pPr marL="0" indent="0" algn="l">
              <a:spcBef>
                <a:spcPts val="0"/>
              </a:spcBef>
              <a:buNone/>
              <a:defRPr sz="2000" b="0">
                <a:solidFill>
                  <a:schemeClr val="bg1"/>
                </a:solidFill>
              </a:defRPr>
            </a:lvl7pPr>
            <a:lvl8pPr marL="0" indent="0" algn="l">
              <a:spcBef>
                <a:spcPts val="0"/>
              </a:spcBef>
              <a:buNone/>
              <a:defRPr sz="2000" b="0">
                <a:solidFill>
                  <a:schemeClr val="bg1"/>
                </a:solidFill>
              </a:defRPr>
            </a:lvl8pPr>
            <a:lvl9pPr marL="0" indent="0" algn="l">
              <a:spcBef>
                <a:spcPts val="0"/>
              </a:spcBef>
              <a:buNone/>
              <a:defRPr sz="2000" b="0">
                <a:solidFill>
                  <a:schemeClr val="bg1"/>
                </a:solidFill>
              </a:defRPr>
            </a:lvl9pPr>
          </a:lstStyle>
          <a:p>
            <a:pPr lvl="0"/>
            <a:r>
              <a:rPr lang="de-DE" noProof="0"/>
              <a:t>Agendapunkt durch Klicken bearbeiten</a:t>
            </a:r>
          </a:p>
        </p:txBody>
      </p:sp>
      <p:sp>
        <p:nvSpPr>
          <p:cNvPr id="15" name="Text Placeholder 10">
            <a:extLst>
              <a:ext uri="{FF2B5EF4-FFF2-40B4-BE49-F238E27FC236}">
                <a16:creationId xmlns:a16="http://schemas.microsoft.com/office/drawing/2014/main" id="{ED6C9F97-4534-577B-D60D-1C395C1AEBE5}"/>
              </a:ext>
            </a:extLst>
          </p:cNvPr>
          <p:cNvSpPr>
            <a:spLocks noGrp="1"/>
          </p:cNvSpPr>
          <p:nvPr>
            <p:ph type="body" sz="quarter" idx="18" hasCustomPrompt="1"/>
          </p:nvPr>
        </p:nvSpPr>
        <p:spPr bwMode="invGray">
          <a:xfrm>
            <a:off x="695688" y="5836739"/>
            <a:ext cx="360000" cy="307777"/>
          </a:xfrm>
        </p:spPr>
        <p:txBody>
          <a:bodyPr anchor="ctr">
            <a:spAutoFit/>
          </a:bodyPr>
          <a:lstStyle>
            <a:lvl1pPr marL="0" indent="0" algn="r">
              <a:spcBef>
                <a:spcPts val="0"/>
              </a:spcBef>
              <a:buFont typeface="Skeena" panose="020B0604020202020204" pitchFamily="34" charset="0"/>
              <a:buNone/>
              <a:defRPr sz="2000" b="0">
                <a:solidFill>
                  <a:schemeClr val="bg1"/>
                </a:solidFill>
              </a:defRPr>
            </a:lvl1pPr>
            <a:lvl2pPr marL="0" indent="0" algn="r">
              <a:spcBef>
                <a:spcPts val="0"/>
              </a:spcBef>
              <a:buFont typeface="Skeena" panose="020B0604020202020204" pitchFamily="34" charset="0"/>
              <a:buNone/>
              <a:defRPr sz="2000" b="0">
                <a:solidFill>
                  <a:schemeClr val="bg1"/>
                </a:solidFill>
              </a:defRPr>
            </a:lvl2pPr>
            <a:lvl3pPr marL="0" indent="0" algn="r">
              <a:spcBef>
                <a:spcPts val="0"/>
              </a:spcBef>
              <a:buNone/>
              <a:defRPr sz="2000" b="0">
                <a:solidFill>
                  <a:schemeClr val="bg1"/>
                </a:solidFill>
              </a:defRPr>
            </a:lvl3pPr>
            <a:lvl4pPr marL="0" indent="0" algn="r">
              <a:spcBef>
                <a:spcPts val="0"/>
              </a:spcBef>
              <a:buNone/>
              <a:defRPr sz="2000" b="0">
                <a:solidFill>
                  <a:schemeClr val="bg1"/>
                </a:solidFill>
              </a:defRPr>
            </a:lvl4pPr>
            <a:lvl5pPr marL="0" indent="0" algn="r">
              <a:spcBef>
                <a:spcPts val="0"/>
              </a:spcBef>
              <a:buNone/>
              <a:defRPr sz="2000" b="0">
                <a:solidFill>
                  <a:schemeClr val="bg1"/>
                </a:solidFill>
              </a:defRPr>
            </a:lvl5pPr>
            <a:lvl6pPr marL="0" indent="0" algn="r">
              <a:spcBef>
                <a:spcPts val="0"/>
              </a:spcBef>
              <a:buNone/>
              <a:defRPr sz="2000" b="0">
                <a:solidFill>
                  <a:schemeClr val="bg1"/>
                </a:solidFill>
              </a:defRPr>
            </a:lvl6pPr>
            <a:lvl7pPr marL="0" indent="0" algn="r">
              <a:spcBef>
                <a:spcPts val="0"/>
              </a:spcBef>
              <a:buNone/>
              <a:defRPr sz="2000" b="0">
                <a:solidFill>
                  <a:schemeClr val="bg1"/>
                </a:solidFill>
              </a:defRPr>
            </a:lvl7pPr>
            <a:lvl8pPr marL="0" indent="0" algn="r">
              <a:spcBef>
                <a:spcPts val="0"/>
              </a:spcBef>
              <a:buNone/>
              <a:defRPr sz="2000" b="0">
                <a:solidFill>
                  <a:schemeClr val="bg1"/>
                </a:solidFill>
              </a:defRPr>
            </a:lvl8pPr>
            <a:lvl9pPr marL="0" indent="0" algn="r">
              <a:spcBef>
                <a:spcPts val="0"/>
              </a:spcBef>
              <a:buNone/>
              <a:defRPr sz="2000" b="0">
                <a:solidFill>
                  <a:schemeClr val="bg1"/>
                </a:solidFill>
              </a:defRPr>
            </a:lvl9pPr>
          </a:lstStyle>
          <a:p>
            <a:pPr lvl="0"/>
            <a:r>
              <a:rPr lang="de-DE" noProof="0"/>
              <a:t>0X</a:t>
            </a:r>
          </a:p>
        </p:txBody>
      </p:sp>
      <p:sp>
        <p:nvSpPr>
          <p:cNvPr id="16" name="Text Placeholder 10">
            <a:extLst>
              <a:ext uri="{FF2B5EF4-FFF2-40B4-BE49-F238E27FC236}">
                <a16:creationId xmlns:a16="http://schemas.microsoft.com/office/drawing/2014/main" id="{F78D257A-5C26-EA66-9237-66DB251471ED}"/>
              </a:ext>
            </a:extLst>
          </p:cNvPr>
          <p:cNvSpPr>
            <a:spLocks noGrp="1"/>
          </p:cNvSpPr>
          <p:nvPr>
            <p:ph type="body" sz="quarter" idx="19" hasCustomPrompt="1"/>
          </p:nvPr>
        </p:nvSpPr>
        <p:spPr bwMode="invGray">
          <a:xfrm>
            <a:off x="1271464" y="5836739"/>
            <a:ext cx="4608000" cy="307777"/>
          </a:xfrm>
        </p:spPr>
        <p:txBody>
          <a:bodyPr anchor="ctr">
            <a:spAutoFit/>
          </a:bodyPr>
          <a:lstStyle>
            <a:lvl1pPr marL="0" indent="0" algn="l">
              <a:spcBef>
                <a:spcPts val="0"/>
              </a:spcBef>
              <a:buFont typeface="Skeena" panose="020B0604020202020204" pitchFamily="34" charset="0"/>
              <a:buNone/>
              <a:defRPr sz="2000" b="0">
                <a:solidFill>
                  <a:schemeClr val="bg1"/>
                </a:solidFill>
              </a:defRPr>
            </a:lvl1pPr>
            <a:lvl2pPr marL="0" indent="0" algn="l">
              <a:spcBef>
                <a:spcPts val="0"/>
              </a:spcBef>
              <a:buFont typeface="Skeena" panose="020B0604020202020204" pitchFamily="34" charset="0"/>
              <a:buNone/>
              <a:defRPr sz="2000" b="0">
                <a:solidFill>
                  <a:schemeClr val="bg1"/>
                </a:solidFill>
              </a:defRPr>
            </a:lvl2pPr>
            <a:lvl3pPr marL="0" indent="0" algn="l">
              <a:spcBef>
                <a:spcPts val="0"/>
              </a:spcBef>
              <a:buNone/>
              <a:defRPr sz="2000" b="0">
                <a:solidFill>
                  <a:schemeClr val="bg1"/>
                </a:solidFill>
              </a:defRPr>
            </a:lvl3pPr>
            <a:lvl4pPr marL="0" indent="0" algn="l">
              <a:spcBef>
                <a:spcPts val="0"/>
              </a:spcBef>
              <a:buNone/>
              <a:defRPr sz="2000" b="0">
                <a:solidFill>
                  <a:schemeClr val="bg1"/>
                </a:solidFill>
              </a:defRPr>
            </a:lvl4pPr>
            <a:lvl5pPr marL="0" indent="0" algn="l">
              <a:spcBef>
                <a:spcPts val="0"/>
              </a:spcBef>
              <a:buNone/>
              <a:defRPr sz="2000" b="0">
                <a:solidFill>
                  <a:schemeClr val="bg1"/>
                </a:solidFill>
              </a:defRPr>
            </a:lvl5pPr>
            <a:lvl6pPr marL="0" indent="0" algn="l">
              <a:spcBef>
                <a:spcPts val="0"/>
              </a:spcBef>
              <a:buNone/>
              <a:defRPr sz="2000" b="0">
                <a:solidFill>
                  <a:schemeClr val="bg1"/>
                </a:solidFill>
              </a:defRPr>
            </a:lvl6pPr>
            <a:lvl7pPr marL="0" indent="0" algn="l">
              <a:spcBef>
                <a:spcPts val="0"/>
              </a:spcBef>
              <a:buNone/>
              <a:defRPr sz="2000" b="0">
                <a:solidFill>
                  <a:schemeClr val="bg1"/>
                </a:solidFill>
              </a:defRPr>
            </a:lvl7pPr>
            <a:lvl8pPr marL="0" indent="0" algn="l">
              <a:spcBef>
                <a:spcPts val="0"/>
              </a:spcBef>
              <a:buNone/>
              <a:defRPr sz="2000" b="0">
                <a:solidFill>
                  <a:schemeClr val="bg1"/>
                </a:solidFill>
              </a:defRPr>
            </a:lvl8pPr>
            <a:lvl9pPr marL="0" indent="0" algn="l">
              <a:spcBef>
                <a:spcPts val="0"/>
              </a:spcBef>
              <a:buNone/>
              <a:defRPr sz="2000" b="0">
                <a:solidFill>
                  <a:schemeClr val="bg1"/>
                </a:solidFill>
              </a:defRPr>
            </a:lvl9pPr>
          </a:lstStyle>
          <a:p>
            <a:pPr lvl="0"/>
            <a:r>
              <a:rPr lang="de-DE" noProof="0"/>
              <a:t>Agendapunkt durch Klicken bearbeiten</a:t>
            </a:r>
          </a:p>
        </p:txBody>
      </p:sp>
      <p:sp>
        <p:nvSpPr>
          <p:cNvPr id="17" name="Text Placeholder 10">
            <a:extLst>
              <a:ext uri="{FF2B5EF4-FFF2-40B4-BE49-F238E27FC236}">
                <a16:creationId xmlns:a16="http://schemas.microsoft.com/office/drawing/2014/main" id="{A07D1D18-8228-4586-7B64-34CB34A9C9A8}"/>
              </a:ext>
            </a:extLst>
          </p:cNvPr>
          <p:cNvSpPr>
            <a:spLocks noGrp="1"/>
          </p:cNvSpPr>
          <p:nvPr>
            <p:ph type="body" sz="quarter" idx="20" hasCustomPrompt="1"/>
          </p:nvPr>
        </p:nvSpPr>
        <p:spPr bwMode="invGray">
          <a:xfrm>
            <a:off x="6599601" y="866669"/>
            <a:ext cx="360000" cy="307777"/>
          </a:xfrm>
        </p:spPr>
        <p:txBody>
          <a:bodyPr anchor="ctr">
            <a:spAutoFit/>
          </a:bodyPr>
          <a:lstStyle>
            <a:lvl1pPr marL="0" indent="0" algn="r">
              <a:spcBef>
                <a:spcPts val="0"/>
              </a:spcBef>
              <a:buFont typeface="Skeena" panose="020B0604020202020204" pitchFamily="34" charset="0"/>
              <a:buNone/>
              <a:defRPr sz="2000" b="0">
                <a:solidFill>
                  <a:schemeClr val="bg1"/>
                </a:solidFill>
              </a:defRPr>
            </a:lvl1pPr>
            <a:lvl2pPr marL="0" indent="0" algn="r">
              <a:spcBef>
                <a:spcPts val="0"/>
              </a:spcBef>
              <a:buFont typeface="Skeena" panose="020B0604020202020204" pitchFamily="34" charset="0"/>
              <a:buNone/>
              <a:defRPr sz="2000" b="0">
                <a:solidFill>
                  <a:schemeClr val="bg1"/>
                </a:solidFill>
              </a:defRPr>
            </a:lvl2pPr>
            <a:lvl3pPr marL="0" indent="0" algn="r">
              <a:spcBef>
                <a:spcPts val="0"/>
              </a:spcBef>
              <a:buNone/>
              <a:defRPr sz="2000" b="0">
                <a:solidFill>
                  <a:schemeClr val="bg1"/>
                </a:solidFill>
              </a:defRPr>
            </a:lvl3pPr>
            <a:lvl4pPr marL="0" indent="0" algn="r">
              <a:spcBef>
                <a:spcPts val="0"/>
              </a:spcBef>
              <a:buNone/>
              <a:defRPr sz="2000" b="0">
                <a:solidFill>
                  <a:schemeClr val="bg1"/>
                </a:solidFill>
              </a:defRPr>
            </a:lvl4pPr>
            <a:lvl5pPr marL="0" indent="0" algn="r">
              <a:spcBef>
                <a:spcPts val="0"/>
              </a:spcBef>
              <a:buNone/>
              <a:defRPr sz="2000" b="0">
                <a:solidFill>
                  <a:schemeClr val="bg1"/>
                </a:solidFill>
              </a:defRPr>
            </a:lvl5pPr>
            <a:lvl6pPr marL="0" indent="0" algn="r">
              <a:spcBef>
                <a:spcPts val="0"/>
              </a:spcBef>
              <a:buNone/>
              <a:defRPr sz="2000" b="0">
                <a:solidFill>
                  <a:schemeClr val="bg1"/>
                </a:solidFill>
              </a:defRPr>
            </a:lvl6pPr>
            <a:lvl7pPr marL="0" indent="0" algn="r">
              <a:spcBef>
                <a:spcPts val="0"/>
              </a:spcBef>
              <a:buNone/>
              <a:defRPr sz="2000" b="0">
                <a:solidFill>
                  <a:schemeClr val="bg1"/>
                </a:solidFill>
              </a:defRPr>
            </a:lvl7pPr>
            <a:lvl8pPr marL="0" indent="0" algn="r">
              <a:spcBef>
                <a:spcPts val="0"/>
              </a:spcBef>
              <a:buNone/>
              <a:defRPr sz="2000" b="0">
                <a:solidFill>
                  <a:schemeClr val="bg1"/>
                </a:solidFill>
              </a:defRPr>
            </a:lvl8pPr>
            <a:lvl9pPr marL="0" indent="0" algn="r">
              <a:spcBef>
                <a:spcPts val="0"/>
              </a:spcBef>
              <a:buNone/>
              <a:defRPr sz="2000" b="0">
                <a:solidFill>
                  <a:schemeClr val="bg1"/>
                </a:solidFill>
              </a:defRPr>
            </a:lvl9pPr>
          </a:lstStyle>
          <a:p>
            <a:pPr lvl="0"/>
            <a:r>
              <a:rPr lang="de-DE" noProof="0"/>
              <a:t>0X</a:t>
            </a:r>
          </a:p>
        </p:txBody>
      </p:sp>
      <p:sp>
        <p:nvSpPr>
          <p:cNvPr id="18" name="Text Placeholder 10">
            <a:extLst>
              <a:ext uri="{FF2B5EF4-FFF2-40B4-BE49-F238E27FC236}">
                <a16:creationId xmlns:a16="http://schemas.microsoft.com/office/drawing/2014/main" id="{0545E312-C142-5BB9-EB2A-BB24ACA32BD4}"/>
              </a:ext>
            </a:extLst>
          </p:cNvPr>
          <p:cNvSpPr>
            <a:spLocks noGrp="1"/>
          </p:cNvSpPr>
          <p:nvPr>
            <p:ph type="body" sz="quarter" idx="21" hasCustomPrompt="1"/>
          </p:nvPr>
        </p:nvSpPr>
        <p:spPr bwMode="invGray">
          <a:xfrm>
            <a:off x="7176120" y="866669"/>
            <a:ext cx="4608000" cy="307777"/>
          </a:xfrm>
        </p:spPr>
        <p:txBody>
          <a:bodyPr anchor="ctr">
            <a:spAutoFit/>
          </a:bodyPr>
          <a:lstStyle>
            <a:lvl1pPr marL="0" indent="0" algn="l">
              <a:spcBef>
                <a:spcPts val="0"/>
              </a:spcBef>
              <a:buFont typeface="Skeena" panose="020B0604020202020204" pitchFamily="34" charset="0"/>
              <a:buNone/>
              <a:defRPr sz="2000" b="0">
                <a:solidFill>
                  <a:schemeClr val="bg1"/>
                </a:solidFill>
              </a:defRPr>
            </a:lvl1pPr>
            <a:lvl2pPr marL="0" indent="0" algn="l">
              <a:spcBef>
                <a:spcPts val="0"/>
              </a:spcBef>
              <a:buFont typeface="Skeena" panose="020B0604020202020204" pitchFamily="34" charset="0"/>
              <a:buNone/>
              <a:defRPr sz="2000" b="0">
                <a:solidFill>
                  <a:schemeClr val="bg1"/>
                </a:solidFill>
              </a:defRPr>
            </a:lvl2pPr>
            <a:lvl3pPr marL="0" indent="0" algn="l">
              <a:spcBef>
                <a:spcPts val="0"/>
              </a:spcBef>
              <a:buNone/>
              <a:defRPr sz="2000" b="0">
                <a:solidFill>
                  <a:schemeClr val="bg1"/>
                </a:solidFill>
              </a:defRPr>
            </a:lvl3pPr>
            <a:lvl4pPr marL="0" indent="0" algn="l">
              <a:spcBef>
                <a:spcPts val="0"/>
              </a:spcBef>
              <a:buNone/>
              <a:defRPr sz="2000" b="0">
                <a:solidFill>
                  <a:schemeClr val="bg1"/>
                </a:solidFill>
              </a:defRPr>
            </a:lvl4pPr>
            <a:lvl5pPr marL="0" indent="0" algn="l">
              <a:spcBef>
                <a:spcPts val="0"/>
              </a:spcBef>
              <a:buNone/>
              <a:defRPr sz="2000" b="0">
                <a:solidFill>
                  <a:schemeClr val="bg1"/>
                </a:solidFill>
              </a:defRPr>
            </a:lvl5pPr>
            <a:lvl6pPr marL="0" indent="0" algn="l">
              <a:spcBef>
                <a:spcPts val="0"/>
              </a:spcBef>
              <a:buNone/>
              <a:defRPr sz="2000" b="0">
                <a:solidFill>
                  <a:schemeClr val="bg1"/>
                </a:solidFill>
              </a:defRPr>
            </a:lvl6pPr>
            <a:lvl7pPr marL="0" indent="0" algn="l">
              <a:spcBef>
                <a:spcPts val="0"/>
              </a:spcBef>
              <a:buNone/>
              <a:defRPr sz="2000" b="0">
                <a:solidFill>
                  <a:schemeClr val="bg1"/>
                </a:solidFill>
              </a:defRPr>
            </a:lvl7pPr>
            <a:lvl8pPr marL="0" indent="0" algn="l">
              <a:spcBef>
                <a:spcPts val="0"/>
              </a:spcBef>
              <a:buNone/>
              <a:defRPr sz="2000" b="0">
                <a:solidFill>
                  <a:schemeClr val="bg1"/>
                </a:solidFill>
              </a:defRPr>
            </a:lvl8pPr>
            <a:lvl9pPr marL="0" indent="0" algn="l">
              <a:spcBef>
                <a:spcPts val="0"/>
              </a:spcBef>
              <a:buNone/>
              <a:defRPr sz="2000" b="0">
                <a:solidFill>
                  <a:schemeClr val="bg1"/>
                </a:solidFill>
              </a:defRPr>
            </a:lvl9pPr>
          </a:lstStyle>
          <a:p>
            <a:pPr lvl="0"/>
            <a:r>
              <a:rPr lang="de-DE" noProof="0"/>
              <a:t>Agendapunkt durch Klicken bearbeiten</a:t>
            </a:r>
          </a:p>
        </p:txBody>
      </p:sp>
      <p:sp>
        <p:nvSpPr>
          <p:cNvPr id="19" name="Text Placeholder 10">
            <a:extLst>
              <a:ext uri="{FF2B5EF4-FFF2-40B4-BE49-F238E27FC236}">
                <a16:creationId xmlns:a16="http://schemas.microsoft.com/office/drawing/2014/main" id="{F9869216-F3DD-B120-8E16-192D329301E9}"/>
              </a:ext>
            </a:extLst>
          </p:cNvPr>
          <p:cNvSpPr>
            <a:spLocks noGrp="1"/>
          </p:cNvSpPr>
          <p:nvPr>
            <p:ph type="body" sz="quarter" idx="22" hasCustomPrompt="1"/>
          </p:nvPr>
        </p:nvSpPr>
        <p:spPr bwMode="invGray">
          <a:xfrm>
            <a:off x="6599601" y="2523359"/>
            <a:ext cx="360000" cy="307777"/>
          </a:xfrm>
        </p:spPr>
        <p:txBody>
          <a:bodyPr anchor="ctr">
            <a:spAutoFit/>
          </a:bodyPr>
          <a:lstStyle>
            <a:lvl1pPr marL="0" indent="0" algn="r">
              <a:spcBef>
                <a:spcPts val="0"/>
              </a:spcBef>
              <a:buFont typeface="Skeena" panose="020B0604020202020204" pitchFamily="34" charset="0"/>
              <a:buNone/>
              <a:defRPr sz="2000" b="0">
                <a:solidFill>
                  <a:schemeClr val="bg1"/>
                </a:solidFill>
              </a:defRPr>
            </a:lvl1pPr>
            <a:lvl2pPr marL="0" indent="0" algn="r">
              <a:spcBef>
                <a:spcPts val="0"/>
              </a:spcBef>
              <a:buFont typeface="Skeena" panose="020B0604020202020204" pitchFamily="34" charset="0"/>
              <a:buNone/>
              <a:defRPr sz="2000" b="0">
                <a:solidFill>
                  <a:schemeClr val="bg1"/>
                </a:solidFill>
              </a:defRPr>
            </a:lvl2pPr>
            <a:lvl3pPr marL="0" indent="0" algn="r">
              <a:spcBef>
                <a:spcPts val="0"/>
              </a:spcBef>
              <a:buNone/>
              <a:defRPr sz="2000" b="0">
                <a:solidFill>
                  <a:schemeClr val="bg1"/>
                </a:solidFill>
              </a:defRPr>
            </a:lvl3pPr>
            <a:lvl4pPr marL="0" indent="0" algn="r">
              <a:spcBef>
                <a:spcPts val="0"/>
              </a:spcBef>
              <a:buNone/>
              <a:defRPr sz="2000" b="0">
                <a:solidFill>
                  <a:schemeClr val="bg1"/>
                </a:solidFill>
              </a:defRPr>
            </a:lvl4pPr>
            <a:lvl5pPr marL="0" indent="0" algn="r">
              <a:spcBef>
                <a:spcPts val="0"/>
              </a:spcBef>
              <a:buNone/>
              <a:defRPr sz="2000" b="0">
                <a:solidFill>
                  <a:schemeClr val="bg1"/>
                </a:solidFill>
              </a:defRPr>
            </a:lvl5pPr>
            <a:lvl6pPr marL="0" indent="0" algn="r">
              <a:spcBef>
                <a:spcPts val="0"/>
              </a:spcBef>
              <a:buNone/>
              <a:defRPr sz="2000" b="0">
                <a:solidFill>
                  <a:schemeClr val="bg1"/>
                </a:solidFill>
              </a:defRPr>
            </a:lvl6pPr>
            <a:lvl7pPr marL="0" indent="0" algn="r">
              <a:spcBef>
                <a:spcPts val="0"/>
              </a:spcBef>
              <a:buNone/>
              <a:defRPr sz="2000" b="0">
                <a:solidFill>
                  <a:schemeClr val="bg1"/>
                </a:solidFill>
              </a:defRPr>
            </a:lvl7pPr>
            <a:lvl8pPr marL="0" indent="0" algn="r">
              <a:spcBef>
                <a:spcPts val="0"/>
              </a:spcBef>
              <a:buNone/>
              <a:defRPr sz="2000" b="0">
                <a:solidFill>
                  <a:schemeClr val="bg1"/>
                </a:solidFill>
              </a:defRPr>
            </a:lvl8pPr>
            <a:lvl9pPr marL="0" indent="0" algn="r">
              <a:spcBef>
                <a:spcPts val="0"/>
              </a:spcBef>
              <a:buNone/>
              <a:defRPr sz="2000" b="0">
                <a:solidFill>
                  <a:schemeClr val="bg1"/>
                </a:solidFill>
              </a:defRPr>
            </a:lvl9pPr>
          </a:lstStyle>
          <a:p>
            <a:pPr lvl="0"/>
            <a:r>
              <a:rPr lang="de-DE" noProof="0"/>
              <a:t>0X</a:t>
            </a:r>
          </a:p>
        </p:txBody>
      </p:sp>
      <p:sp>
        <p:nvSpPr>
          <p:cNvPr id="20" name="Text Placeholder 10">
            <a:extLst>
              <a:ext uri="{FF2B5EF4-FFF2-40B4-BE49-F238E27FC236}">
                <a16:creationId xmlns:a16="http://schemas.microsoft.com/office/drawing/2014/main" id="{643074A1-5F92-C297-85D0-F6BD379A710A}"/>
              </a:ext>
            </a:extLst>
          </p:cNvPr>
          <p:cNvSpPr>
            <a:spLocks noGrp="1"/>
          </p:cNvSpPr>
          <p:nvPr>
            <p:ph type="body" sz="quarter" idx="23" hasCustomPrompt="1"/>
          </p:nvPr>
        </p:nvSpPr>
        <p:spPr bwMode="invGray">
          <a:xfrm>
            <a:off x="7176120" y="2523359"/>
            <a:ext cx="4608000" cy="307777"/>
          </a:xfrm>
        </p:spPr>
        <p:txBody>
          <a:bodyPr anchor="ctr">
            <a:spAutoFit/>
          </a:bodyPr>
          <a:lstStyle>
            <a:lvl1pPr marL="0" indent="0" algn="l">
              <a:spcBef>
                <a:spcPts val="0"/>
              </a:spcBef>
              <a:buFont typeface="Skeena" panose="020B0604020202020204" pitchFamily="34" charset="0"/>
              <a:buNone/>
              <a:defRPr sz="2000" b="0">
                <a:solidFill>
                  <a:schemeClr val="bg1"/>
                </a:solidFill>
              </a:defRPr>
            </a:lvl1pPr>
            <a:lvl2pPr marL="0" indent="0" algn="l">
              <a:spcBef>
                <a:spcPts val="0"/>
              </a:spcBef>
              <a:buFont typeface="Skeena" panose="020B0604020202020204" pitchFamily="34" charset="0"/>
              <a:buNone/>
              <a:defRPr sz="2000" b="0">
                <a:solidFill>
                  <a:schemeClr val="bg1"/>
                </a:solidFill>
              </a:defRPr>
            </a:lvl2pPr>
            <a:lvl3pPr marL="0" indent="0" algn="l">
              <a:spcBef>
                <a:spcPts val="0"/>
              </a:spcBef>
              <a:buNone/>
              <a:defRPr sz="2000" b="0">
                <a:solidFill>
                  <a:schemeClr val="bg1"/>
                </a:solidFill>
              </a:defRPr>
            </a:lvl3pPr>
            <a:lvl4pPr marL="0" indent="0" algn="l">
              <a:spcBef>
                <a:spcPts val="0"/>
              </a:spcBef>
              <a:buNone/>
              <a:defRPr sz="2000" b="0">
                <a:solidFill>
                  <a:schemeClr val="bg1"/>
                </a:solidFill>
              </a:defRPr>
            </a:lvl4pPr>
            <a:lvl5pPr marL="0" indent="0" algn="l">
              <a:spcBef>
                <a:spcPts val="0"/>
              </a:spcBef>
              <a:buNone/>
              <a:defRPr sz="2000" b="0">
                <a:solidFill>
                  <a:schemeClr val="bg1"/>
                </a:solidFill>
              </a:defRPr>
            </a:lvl5pPr>
            <a:lvl6pPr marL="0" indent="0" algn="l">
              <a:spcBef>
                <a:spcPts val="0"/>
              </a:spcBef>
              <a:buNone/>
              <a:defRPr sz="2000" b="0">
                <a:solidFill>
                  <a:schemeClr val="bg1"/>
                </a:solidFill>
              </a:defRPr>
            </a:lvl6pPr>
            <a:lvl7pPr marL="0" indent="0" algn="l">
              <a:spcBef>
                <a:spcPts val="0"/>
              </a:spcBef>
              <a:buNone/>
              <a:defRPr sz="2000" b="0">
                <a:solidFill>
                  <a:schemeClr val="bg1"/>
                </a:solidFill>
              </a:defRPr>
            </a:lvl7pPr>
            <a:lvl8pPr marL="0" indent="0" algn="l">
              <a:spcBef>
                <a:spcPts val="0"/>
              </a:spcBef>
              <a:buNone/>
              <a:defRPr sz="2000" b="0">
                <a:solidFill>
                  <a:schemeClr val="bg1"/>
                </a:solidFill>
              </a:defRPr>
            </a:lvl8pPr>
            <a:lvl9pPr marL="0" indent="0" algn="l">
              <a:spcBef>
                <a:spcPts val="0"/>
              </a:spcBef>
              <a:buNone/>
              <a:defRPr sz="2000" b="0">
                <a:solidFill>
                  <a:schemeClr val="bg1"/>
                </a:solidFill>
              </a:defRPr>
            </a:lvl9pPr>
          </a:lstStyle>
          <a:p>
            <a:pPr lvl="0"/>
            <a:r>
              <a:rPr lang="de-DE" noProof="0"/>
              <a:t>Agendapunkt durch Klicken bearbeiten</a:t>
            </a:r>
          </a:p>
        </p:txBody>
      </p:sp>
      <p:sp>
        <p:nvSpPr>
          <p:cNvPr id="21" name="Text Placeholder 10">
            <a:extLst>
              <a:ext uri="{FF2B5EF4-FFF2-40B4-BE49-F238E27FC236}">
                <a16:creationId xmlns:a16="http://schemas.microsoft.com/office/drawing/2014/main" id="{67EDB6F1-42E5-809A-9CA0-569CE5A62BD1}"/>
              </a:ext>
            </a:extLst>
          </p:cNvPr>
          <p:cNvSpPr>
            <a:spLocks noGrp="1"/>
          </p:cNvSpPr>
          <p:nvPr>
            <p:ph type="body" sz="quarter" idx="24" hasCustomPrompt="1"/>
          </p:nvPr>
        </p:nvSpPr>
        <p:spPr bwMode="invGray">
          <a:xfrm>
            <a:off x="6599601" y="4180049"/>
            <a:ext cx="360000" cy="307777"/>
          </a:xfrm>
        </p:spPr>
        <p:txBody>
          <a:bodyPr anchor="ctr">
            <a:spAutoFit/>
          </a:bodyPr>
          <a:lstStyle>
            <a:lvl1pPr marL="0" indent="0" algn="r">
              <a:spcBef>
                <a:spcPts val="0"/>
              </a:spcBef>
              <a:buFont typeface="Skeena" panose="020B0604020202020204" pitchFamily="34" charset="0"/>
              <a:buNone/>
              <a:defRPr sz="2000" b="0">
                <a:solidFill>
                  <a:schemeClr val="bg1"/>
                </a:solidFill>
              </a:defRPr>
            </a:lvl1pPr>
            <a:lvl2pPr marL="0" indent="0" algn="r">
              <a:spcBef>
                <a:spcPts val="0"/>
              </a:spcBef>
              <a:buFont typeface="Skeena" panose="020B0604020202020204" pitchFamily="34" charset="0"/>
              <a:buNone/>
              <a:defRPr sz="2000" b="0">
                <a:solidFill>
                  <a:schemeClr val="bg1"/>
                </a:solidFill>
              </a:defRPr>
            </a:lvl2pPr>
            <a:lvl3pPr marL="0" indent="0" algn="r">
              <a:spcBef>
                <a:spcPts val="0"/>
              </a:spcBef>
              <a:buNone/>
              <a:defRPr sz="2000" b="0">
                <a:solidFill>
                  <a:schemeClr val="bg1"/>
                </a:solidFill>
              </a:defRPr>
            </a:lvl3pPr>
            <a:lvl4pPr marL="0" indent="0" algn="r">
              <a:spcBef>
                <a:spcPts val="0"/>
              </a:spcBef>
              <a:buNone/>
              <a:defRPr sz="2000" b="0">
                <a:solidFill>
                  <a:schemeClr val="bg1"/>
                </a:solidFill>
              </a:defRPr>
            </a:lvl4pPr>
            <a:lvl5pPr marL="0" indent="0" algn="r">
              <a:spcBef>
                <a:spcPts val="0"/>
              </a:spcBef>
              <a:buNone/>
              <a:defRPr sz="2000" b="0">
                <a:solidFill>
                  <a:schemeClr val="bg1"/>
                </a:solidFill>
              </a:defRPr>
            </a:lvl5pPr>
            <a:lvl6pPr marL="0" indent="0" algn="r">
              <a:spcBef>
                <a:spcPts val="0"/>
              </a:spcBef>
              <a:buNone/>
              <a:defRPr sz="2000" b="0">
                <a:solidFill>
                  <a:schemeClr val="bg1"/>
                </a:solidFill>
              </a:defRPr>
            </a:lvl6pPr>
            <a:lvl7pPr marL="0" indent="0" algn="r">
              <a:spcBef>
                <a:spcPts val="0"/>
              </a:spcBef>
              <a:buNone/>
              <a:defRPr sz="2000" b="0">
                <a:solidFill>
                  <a:schemeClr val="bg1"/>
                </a:solidFill>
              </a:defRPr>
            </a:lvl7pPr>
            <a:lvl8pPr marL="0" indent="0" algn="r">
              <a:spcBef>
                <a:spcPts val="0"/>
              </a:spcBef>
              <a:buNone/>
              <a:defRPr sz="2000" b="0">
                <a:solidFill>
                  <a:schemeClr val="bg1"/>
                </a:solidFill>
              </a:defRPr>
            </a:lvl8pPr>
            <a:lvl9pPr marL="0" indent="0" algn="r">
              <a:spcBef>
                <a:spcPts val="0"/>
              </a:spcBef>
              <a:buNone/>
              <a:defRPr sz="2000" b="0">
                <a:solidFill>
                  <a:schemeClr val="bg1"/>
                </a:solidFill>
              </a:defRPr>
            </a:lvl9pPr>
          </a:lstStyle>
          <a:p>
            <a:pPr lvl="0"/>
            <a:r>
              <a:rPr lang="de-DE" noProof="0"/>
              <a:t>0X</a:t>
            </a:r>
          </a:p>
        </p:txBody>
      </p:sp>
      <p:sp>
        <p:nvSpPr>
          <p:cNvPr id="22" name="Text Placeholder 10">
            <a:extLst>
              <a:ext uri="{FF2B5EF4-FFF2-40B4-BE49-F238E27FC236}">
                <a16:creationId xmlns:a16="http://schemas.microsoft.com/office/drawing/2014/main" id="{60130424-D5B5-ABCA-7E09-F4049D2BE795}"/>
              </a:ext>
            </a:extLst>
          </p:cNvPr>
          <p:cNvSpPr>
            <a:spLocks noGrp="1"/>
          </p:cNvSpPr>
          <p:nvPr>
            <p:ph type="body" sz="quarter" idx="25" hasCustomPrompt="1"/>
          </p:nvPr>
        </p:nvSpPr>
        <p:spPr bwMode="invGray">
          <a:xfrm>
            <a:off x="7176120" y="4180049"/>
            <a:ext cx="4608000" cy="307777"/>
          </a:xfrm>
        </p:spPr>
        <p:txBody>
          <a:bodyPr anchor="ctr">
            <a:spAutoFit/>
          </a:bodyPr>
          <a:lstStyle>
            <a:lvl1pPr marL="0" indent="0" algn="l">
              <a:spcBef>
                <a:spcPts val="0"/>
              </a:spcBef>
              <a:buFont typeface="Skeena" panose="020B0604020202020204" pitchFamily="34" charset="0"/>
              <a:buNone/>
              <a:defRPr sz="2000" b="0">
                <a:solidFill>
                  <a:schemeClr val="bg1"/>
                </a:solidFill>
              </a:defRPr>
            </a:lvl1pPr>
            <a:lvl2pPr marL="0" indent="0" algn="l">
              <a:spcBef>
                <a:spcPts val="0"/>
              </a:spcBef>
              <a:buFont typeface="Skeena" panose="020B0604020202020204" pitchFamily="34" charset="0"/>
              <a:buNone/>
              <a:defRPr sz="2000" b="0">
                <a:solidFill>
                  <a:schemeClr val="bg1"/>
                </a:solidFill>
              </a:defRPr>
            </a:lvl2pPr>
            <a:lvl3pPr marL="0" indent="0" algn="l">
              <a:spcBef>
                <a:spcPts val="0"/>
              </a:spcBef>
              <a:buNone/>
              <a:defRPr sz="2000" b="0">
                <a:solidFill>
                  <a:schemeClr val="bg1"/>
                </a:solidFill>
              </a:defRPr>
            </a:lvl3pPr>
            <a:lvl4pPr marL="0" indent="0" algn="l">
              <a:spcBef>
                <a:spcPts val="0"/>
              </a:spcBef>
              <a:buNone/>
              <a:defRPr sz="2000" b="0">
                <a:solidFill>
                  <a:schemeClr val="bg1"/>
                </a:solidFill>
              </a:defRPr>
            </a:lvl4pPr>
            <a:lvl5pPr marL="0" indent="0" algn="l">
              <a:spcBef>
                <a:spcPts val="0"/>
              </a:spcBef>
              <a:buNone/>
              <a:defRPr sz="2000" b="0">
                <a:solidFill>
                  <a:schemeClr val="bg1"/>
                </a:solidFill>
              </a:defRPr>
            </a:lvl5pPr>
            <a:lvl6pPr marL="0" indent="0" algn="l">
              <a:spcBef>
                <a:spcPts val="0"/>
              </a:spcBef>
              <a:buNone/>
              <a:defRPr sz="2000" b="0">
                <a:solidFill>
                  <a:schemeClr val="bg1"/>
                </a:solidFill>
              </a:defRPr>
            </a:lvl6pPr>
            <a:lvl7pPr marL="0" indent="0" algn="l">
              <a:spcBef>
                <a:spcPts val="0"/>
              </a:spcBef>
              <a:buNone/>
              <a:defRPr sz="2000" b="0">
                <a:solidFill>
                  <a:schemeClr val="bg1"/>
                </a:solidFill>
              </a:defRPr>
            </a:lvl7pPr>
            <a:lvl8pPr marL="0" indent="0" algn="l">
              <a:spcBef>
                <a:spcPts val="0"/>
              </a:spcBef>
              <a:buNone/>
              <a:defRPr sz="2000" b="0">
                <a:solidFill>
                  <a:schemeClr val="bg1"/>
                </a:solidFill>
              </a:defRPr>
            </a:lvl8pPr>
            <a:lvl9pPr marL="0" indent="0" algn="l">
              <a:spcBef>
                <a:spcPts val="0"/>
              </a:spcBef>
              <a:buNone/>
              <a:defRPr sz="2000" b="0">
                <a:solidFill>
                  <a:schemeClr val="bg1"/>
                </a:solidFill>
              </a:defRPr>
            </a:lvl9pPr>
          </a:lstStyle>
          <a:p>
            <a:pPr lvl="0"/>
            <a:r>
              <a:rPr lang="de-DE" noProof="0"/>
              <a:t>Agendapunkt durch Klicken bearbeiten</a:t>
            </a:r>
          </a:p>
        </p:txBody>
      </p:sp>
      <p:sp>
        <p:nvSpPr>
          <p:cNvPr id="23" name="Text Placeholder 10">
            <a:extLst>
              <a:ext uri="{FF2B5EF4-FFF2-40B4-BE49-F238E27FC236}">
                <a16:creationId xmlns:a16="http://schemas.microsoft.com/office/drawing/2014/main" id="{7778ED80-F21C-EA55-AF34-C3844D3A30E9}"/>
              </a:ext>
            </a:extLst>
          </p:cNvPr>
          <p:cNvSpPr>
            <a:spLocks noGrp="1"/>
          </p:cNvSpPr>
          <p:nvPr>
            <p:ph type="body" sz="quarter" idx="26" hasCustomPrompt="1"/>
          </p:nvPr>
        </p:nvSpPr>
        <p:spPr bwMode="invGray">
          <a:xfrm>
            <a:off x="6599601" y="5836739"/>
            <a:ext cx="360000" cy="307777"/>
          </a:xfrm>
        </p:spPr>
        <p:txBody>
          <a:bodyPr anchor="ctr">
            <a:spAutoFit/>
          </a:bodyPr>
          <a:lstStyle>
            <a:lvl1pPr marL="0" indent="0" algn="r">
              <a:spcBef>
                <a:spcPts val="0"/>
              </a:spcBef>
              <a:buFont typeface="Skeena" panose="020B0604020202020204" pitchFamily="34" charset="0"/>
              <a:buNone/>
              <a:defRPr sz="2000" b="0">
                <a:solidFill>
                  <a:schemeClr val="bg1"/>
                </a:solidFill>
              </a:defRPr>
            </a:lvl1pPr>
            <a:lvl2pPr marL="0" indent="0" algn="r">
              <a:spcBef>
                <a:spcPts val="0"/>
              </a:spcBef>
              <a:buFont typeface="Skeena" panose="020B0604020202020204" pitchFamily="34" charset="0"/>
              <a:buNone/>
              <a:defRPr sz="2000" b="0">
                <a:solidFill>
                  <a:schemeClr val="bg1"/>
                </a:solidFill>
              </a:defRPr>
            </a:lvl2pPr>
            <a:lvl3pPr marL="0" indent="0" algn="r">
              <a:spcBef>
                <a:spcPts val="0"/>
              </a:spcBef>
              <a:buNone/>
              <a:defRPr sz="2000" b="0">
                <a:solidFill>
                  <a:schemeClr val="bg1"/>
                </a:solidFill>
              </a:defRPr>
            </a:lvl3pPr>
            <a:lvl4pPr marL="0" indent="0" algn="r">
              <a:spcBef>
                <a:spcPts val="0"/>
              </a:spcBef>
              <a:buNone/>
              <a:defRPr sz="2000" b="0">
                <a:solidFill>
                  <a:schemeClr val="bg1"/>
                </a:solidFill>
              </a:defRPr>
            </a:lvl4pPr>
            <a:lvl5pPr marL="0" indent="0" algn="r">
              <a:spcBef>
                <a:spcPts val="0"/>
              </a:spcBef>
              <a:buNone/>
              <a:defRPr sz="2000" b="0">
                <a:solidFill>
                  <a:schemeClr val="bg1"/>
                </a:solidFill>
              </a:defRPr>
            </a:lvl5pPr>
            <a:lvl6pPr marL="0" indent="0" algn="r">
              <a:spcBef>
                <a:spcPts val="0"/>
              </a:spcBef>
              <a:buNone/>
              <a:defRPr sz="2000" b="0">
                <a:solidFill>
                  <a:schemeClr val="bg1"/>
                </a:solidFill>
              </a:defRPr>
            </a:lvl6pPr>
            <a:lvl7pPr marL="0" indent="0" algn="r">
              <a:spcBef>
                <a:spcPts val="0"/>
              </a:spcBef>
              <a:buNone/>
              <a:defRPr sz="2000" b="0">
                <a:solidFill>
                  <a:schemeClr val="bg1"/>
                </a:solidFill>
              </a:defRPr>
            </a:lvl7pPr>
            <a:lvl8pPr marL="0" indent="0" algn="r">
              <a:spcBef>
                <a:spcPts val="0"/>
              </a:spcBef>
              <a:buNone/>
              <a:defRPr sz="2000" b="0">
                <a:solidFill>
                  <a:schemeClr val="bg1"/>
                </a:solidFill>
              </a:defRPr>
            </a:lvl8pPr>
            <a:lvl9pPr marL="0" indent="0" algn="r">
              <a:spcBef>
                <a:spcPts val="0"/>
              </a:spcBef>
              <a:buNone/>
              <a:defRPr sz="2000" b="0">
                <a:solidFill>
                  <a:schemeClr val="bg1"/>
                </a:solidFill>
              </a:defRPr>
            </a:lvl9pPr>
          </a:lstStyle>
          <a:p>
            <a:pPr lvl="0"/>
            <a:r>
              <a:rPr lang="de-DE" noProof="0"/>
              <a:t>0X</a:t>
            </a:r>
          </a:p>
        </p:txBody>
      </p:sp>
      <p:sp>
        <p:nvSpPr>
          <p:cNvPr id="24" name="Text Placeholder 10">
            <a:extLst>
              <a:ext uri="{FF2B5EF4-FFF2-40B4-BE49-F238E27FC236}">
                <a16:creationId xmlns:a16="http://schemas.microsoft.com/office/drawing/2014/main" id="{CCD326D7-EE7F-3639-6EC6-AABD50A63CC0}"/>
              </a:ext>
            </a:extLst>
          </p:cNvPr>
          <p:cNvSpPr>
            <a:spLocks noGrp="1"/>
          </p:cNvSpPr>
          <p:nvPr>
            <p:ph type="body" sz="quarter" idx="27" hasCustomPrompt="1"/>
          </p:nvPr>
        </p:nvSpPr>
        <p:spPr bwMode="invGray">
          <a:xfrm>
            <a:off x="7176120" y="5836739"/>
            <a:ext cx="4608000" cy="307777"/>
          </a:xfrm>
        </p:spPr>
        <p:txBody>
          <a:bodyPr anchor="ctr">
            <a:spAutoFit/>
          </a:bodyPr>
          <a:lstStyle>
            <a:lvl1pPr marL="0" indent="0" algn="l">
              <a:spcBef>
                <a:spcPts val="0"/>
              </a:spcBef>
              <a:buFont typeface="Skeena" panose="020B0604020202020204" pitchFamily="34" charset="0"/>
              <a:buNone/>
              <a:defRPr sz="2000" b="0">
                <a:solidFill>
                  <a:schemeClr val="bg1"/>
                </a:solidFill>
              </a:defRPr>
            </a:lvl1pPr>
            <a:lvl2pPr marL="0" indent="0" algn="l">
              <a:spcBef>
                <a:spcPts val="0"/>
              </a:spcBef>
              <a:buFont typeface="Skeena" panose="020B0604020202020204" pitchFamily="34" charset="0"/>
              <a:buNone/>
              <a:defRPr sz="2000" b="0">
                <a:solidFill>
                  <a:schemeClr val="bg1"/>
                </a:solidFill>
              </a:defRPr>
            </a:lvl2pPr>
            <a:lvl3pPr marL="0" indent="0" algn="l">
              <a:spcBef>
                <a:spcPts val="0"/>
              </a:spcBef>
              <a:buNone/>
              <a:defRPr sz="2000" b="0">
                <a:solidFill>
                  <a:schemeClr val="bg1"/>
                </a:solidFill>
              </a:defRPr>
            </a:lvl3pPr>
            <a:lvl4pPr marL="0" indent="0" algn="l">
              <a:spcBef>
                <a:spcPts val="0"/>
              </a:spcBef>
              <a:buNone/>
              <a:defRPr sz="2000" b="0">
                <a:solidFill>
                  <a:schemeClr val="bg1"/>
                </a:solidFill>
              </a:defRPr>
            </a:lvl4pPr>
            <a:lvl5pPr marL="0" indent="0" algn="l">
              <a:spcBef>
                <a:spcPts val="0"/>
              </a:spcBef>
              <a:buNone/>
              <a:defRPr sz="2000" b="0">
                <a:solidFill>
                  <a:schemeClr val="bg1"/>
                </a:solidFill>
              </a:defRPr>
            </a:lvl5pPr>
            <a:lvl6pPr marL="0" indent="0" algn="l">
              <a:spcBef>
                <a:spcPts val="0"/>
              </a:spcBef>
              <a:buNone/>
              <a:defRPr sz="2000" b="0">
                <a:solidFill>
                  <a:schemeClr val="bg1"/>
                </a:solidFill>
              </a:defRPr>
            </a:lvl6pPr>
            <a:lvl7pPr marL="0" indent="0" algn="l">
              <a:spcBef>
                <a:spcPts val="0"/>
              </a:spcBef>
              <a:buNone/>
              <a:defRPr sz="2000" b="0">
                <a:solidFill>
                  <a:schemeClr val="bg1"/>
                </a:solidFill>
              </a:defRPr>
            </a:lvl7pPr>
            <a:lvl8pPr marL="0" indent="0" algn="l">
              <a:spcBef>
                <a:spcPts val="0"/>
              </a:spcBef>
              <a:buNone/>
              <a:defRPr sz="2000" b="0">
                <a:solidFill>
                  <a:schemeClr val="bg1"/>
                </a:solidFill>
              </a:defRPr>
            </a:lvl8pPr>
            <a:lvl9pPr marL="0" indent="0" algn="l">
              <a:spcBef>
                <a:spcPts val="0"/>
              </a:spcBef>
              <a:buNone/>
              <a:defRPr sz="2000" b="0">
                <a:solidFill>
                  <a:schemeClr val="bg1"/>
                </a:solidFill>
              </a:defRPr>
            </a:lvl9pPr>
          </a:lstStyle>
          <a:p>
            <a:pPr lvl="0"/>
            <a:r>
              <a:rPr lang="de-DE" noProof="0"/>
              <a:t>Agendapunkt durch Klicken bearbeiten</a:t>
            </a:r>
          </a:p>
        </p:txBody>
      </p:sp>
      <p:sp>
        <p:nvSpPr>
          <p:cNvPr id="44" name="Text Placeholder 43">
            <a:extLst>
              <a:ext uri="{FF2B5EF4-FFF2-40B4-BE49-F238E27FC236}">
                <a16:creationId xmlns:a16="http://schemas.microsoft.com/office/drawing/2014/main" id="{A9A56442-104B-8716-9776-E93B0198B75E}"/>
              </a:ext>
            </a:extLst>
          </p:cNvPr>
          <p:cNvSpPr>
            <a:spLocks noGrp="1"/>
          </p:cNvSpPr>
          <p:nvPr>
            <p:ph type="body" sz="quarter" idx="28" hasCustomPrompt="1"/>
          </p:nvPr>
        </p:nvSpPr>
        <p:spPr bwMode="invGray">
          <a:xfrm>
            <a:off x="558933" y="623069"/>
            <a:ext cx="496755" cy="148381"/>
          </a:xfrm>
          <a:custGeom>
            <a:avLst/>
            <a:gdLst>
              <a:gd name="connsiteX0" fmla="*/ 0 w 496755"/>
              <a:gd name="connsiteY0" fmla="*/ 0 h 148381"/>
              <a:gd name="connsiteX1" fmla="*/ 496755 w 496755"/>
              <a:gd name="connsiteY1" fmla="*/ 0 h 148381"/>
              <a:gd name="connsiteX2" fmla="*/ 496755 w 496755"/>
              <a:gd name="connsiteY2" fmla="*/ 148381 h 148381"/>
              <a:gd name="connsiteX3" fmla="*/ 0 w 496755"/>
              <a:gd name="connsiteY3" fmla="*/ 148381 h 148381"/>
            </a:gdLst>
            <a:ahLst/>
            <a:cxnLst>
              <a:cxn ang="0">
                <a:pos x="connsiteX0" y="connsiteY0"/>
              </a:cxn>
              <a:cxn ang="0">
                <a:pos x="connsiteX1" y="connsiteY1"/>
              </a:cxn>
              <a:cxn ang="0">
                <a:pos x="connsiteX2" y="connsiteY2"/>
              </a:cxn>
              <a:cxn ang="0">
                <a:pos x="connsiteX3" y="connsiteY3"/>
              </a:cxn>
            </a:cxnLst>
            <a:rect l="l" t="t" r="r" b="b"/>
            <a:pathLst>
              <a:path w="496755" h="148381">
                <a:moveTo>
                  <a:pt x="0" y="0"/>
                </a:moveTo>
                <a:lnTo>
                  <a:pt x="496755" y="0"/>
                </a:lnTo>
                <a:lnTo>
                  <a:pt x="496755" y="148381"/>
                </a:lnTo>
                <a:lnTo>
                  <a:pt x="0" y="148381"/>
                </a:lnTo>
                <a:close/>
              </a:path>
            </a:pathLst>
          </a:custGeom>
          <a:solidFill>
            <a:schemeClr val="accent3"/>
          </a:solidFill>
        </p:spPr>
        <p:txBody>
          <a:bodyPr wrap="square">
            <a:noAutofit/>
          </a:bodyPr>
          <a:lstStyle>
            <a:lvl1pPr marL="0" indent="0">
              <a:spcBef>
                <a:spcPts val="0"/>
              </a:spcBef>
              <a:buFont typeface="Skeena" panose="020B0604020202020204" pitchFamily="34" charset="0"/>
              <a:buNone/>
              <a:defRPr sz="100" b="0">
                <a:noFill/>
              </a:defRPr>
            </a:lvl1pPr>
            <a:lvl2pPr marL="0" indent="0">
              <a:spcBef>
                <a:spcPts val="0"/>
              </a:spcBef>
              <a:buFont typeface="Skeena" panose="020B0604020202020204" pitchFamily="34" charset="0"/>
              <a:buNone/>
              <a:defRPr sz="100" b="0">
                <a:noFill/>
              </a:defRPr>
            </a:lvl2pPr>
            <a:lvl3pPr marL="0" indent="0">
              <a:spcBef>
                <a:spcPts val="0"/>
              </a:spcBef>
              <a:buNone/>
              <a:defRPr sz="100" b="0">
                <a:noFill/>
              </a:defRPr>
            </a:lvl3pPr>
            <a:lvl4pPr marL="0" indent="0">
              <a:spcBef>
                <a:spcPts val="0"/>
              </a:spcBef>
              <a:buNone/>
              <a:defRPr sz="100" b="0">
                <a:noFill/>
              </a:defRPr>
            </a:lvl4pPr>
            <a:lvl5pPr marL="0" indent="0">
              <a:spcBef>
                <a:spcPts val="0"/>
              </a:spcBef>
              <a:buNone/>
              <a:defRPr sz="100" b="0">
                <a:noFill/>
              </a:defRPr>
            </a:lvl5pPr>
            <a:lvl6pPr marL="0" indent="0">
              <a:spcBef>
                <a:spcPts val="0"/>
              </a:spcBef>
              <a:buNone/>
              <a:defRPr sz="100" b="0">
                <a:noFill/>
              </a:defRPr>
            </a:lvl6pPr>
            <a:lvl7pPr marL="0" indent="0">
              <a:spcBef>
                <a:spcPts val="0"/>
              </a:spcBef>
              <a:buNone/>
              <a:defRPr sz="100" b="0">
                <a:noFill/>
              </a:defRPr>
            </a:lvl7pPr>
            <a:lvl8pPr marL="0" indent="0">
              <a:spcBef>
                <a:spcPts val="0"/>
              </a:spcBef>
              <a:buNone/>
              <a:defRPr sz="100" b="0">
                <a:noFill/>
              </a:defRPr>
            </a:lvl8pPr>
            <a:lvl9pPr marL="0" indent="0">
              <a:spcBef>
                <a:spcPts val="0"/>
              </a:spcBef>
              <a:buNone/>
              <a:defRPr sz="100" b="0">
                <a:noFill/>
              </a:defRPr>
            </a:lvl9pPr>
          </a:lstStyle>
          <a:p>
            <a:pPr lvl="0"/>
            <a:r>
              <a:rPr lang="de-DE" noProof="0"/>
              <a:t> </a:t>
            </a:r>
          </a:p>
        </p:txBody>
      </p:sp>
      <p:sp>
        <p:nvSpPr>
          <p:cNvPr id="46" name="Text Placeholder 45">
            <a:extLst>
              <a:ext uri="{FF2B5EF4-FFF2-40B4-BE49-F238E27FC236}">
                <a16:creationId xmlns:a16="http://schemas.microsoft.com/office/drawing/2014/main" id="{A5076137-1D00-123E-FB88-3BE451994969}"/>
              </a:ext>
            </a:extLst>
          </p:cNvPr>
          <p:cNvSpPr>
            <a:spLocks noGrp="1"/>
          </p:cNvSpPr>
          <p:nvPr>
            <p:ph type="body" sz="quarter" idx="29" hasCustomPrompt="1"/>
          </p:nvPr>
        </p:nvSpPr>
        <p:spPr bwMode="invGray">
          <a:xfrm>
            <a:off x="410552" y="771450"/>
            <a:ext cx="148381" cy="496755"/>
          </a:xfrm>
          <a:custGeom>
            <a:avLst/>
            <a:gdLst>
              <a:gd name="connsiteX0" fmla="*/ 0 w 148381"/>
              <a:gd name="connsiteY0" fmla="*/ 0 h 496755"/>
              <a:gd name="connsiteX1" fmla="*/ 148381 w 148381"/>
              <a:gd name="connsiteY1" fmla="*/ 0 h 496755"/>
              <a:gd name="connsiteX2" fmla="*/ 148381 w 148381"/>
              <a:gd name="connsiteY2" fmla="*/ 496755 h 496755"/>
              <a:gd name="connsiteX3" fmla="*/ 0 w 148381"/>
              <a:gd name="connsiteY3" fmla="*/ 496755 h 496755"/>
            </a:gdLst>
            <a:ahLst/>
            <a:cxnLst>
              <a:cxn ang="0">
                <a:pos x="connsiteX0" y="connsiteY0"/>
              </a:cxn>
              <a:cxn ang="0">
                <a:pos x="connsiteX1" y="connsiteY1"/>
              </a:cxn>
              <a:cxn ang="0">
                <a:pos x="connsiteX2" y="connsiteY2"/>
              </a:cxn>
              <a:cxn ang="0">
                <a:pos x="connsiteX3" y="connsiteY3"/>
              </a:cxn>
            </a:cxnLst>
            <a:rect l="l" t="t" r="r" b="b"/>
            <a:pathLst>
              <a:path w="148381" h="496755">
                <a:moveTo>
                  <a:pt x="0" y="0"/>
                </a:moveTo>
                <a:lnTo>
                  <a:pt x="148381" y="0"/>
                </a:lnTo>
                <a:lnTo>
                  <a:pt x="148381" y="496755"/>
                </a:lnTo>
                <a:lnTo>
                  <a:pt x="0" y="496755"/>
                </a:lnTo>
                <a:close/>
              </a:path>
            </a:pathLst>
          </a:custGeom>
          <a:solidFill>
            <a:schemeClr val="accent3"/>
          </a:solidFill>
        </p:spPr>
        <p:txBody>
          <a:bodyPr wrap="square">
            <a:noAutofit/>
          </a:bodyPr>
          <a:lstStyle>
            <a:lvl1pPr marL="0" indent="0">
              <a:spcBef>
                <a:spcPts val="0"/>
              </a:spcBef>
              <a:buFont typeface="Skeena" panose="020B0604020202020204" pitchFamily="34" charset="0"/>
              <a:buNone/>
              <a:defRPr sz="100" b="0">
                <a:noFill/>
              </a:defRPr>
            </a:lvl1pPr>
            <a:lvl2pPr marL="0" indent="0">
              <a:spcBef>
                <a:spcPts val="0"/>
              </a:spcBef>
              <a:buFont typeface="Skeena" panose="020B0604020202020204" pitchFamily="34" charset="0"/>
              <a:buNone/>
              <a:defRPr sz="100" b="0">
                <a:noFill/>
              </a:defRPr>
            </a:lvl2pPr>
            <a:lvl3pPr marL="0" indent="0">
              <a:spcBef>
                <a:spcPts val="0"/>
              </a:spcBef>
              <a:buNone/>
              <a:defRPr sz="100" b="0">
                <a:noFill/>
              </a:defRPr>
            </a:lvl3pPr>
            <a:lvl4pPr marL="0" indent="0">
              <a:spcBef>
                <a:spcPts val="0"/>
              </a:spcBef>
              <a:buNone/>
              <a:defRPr sz="100" b="0">
                <a:noFill/>
              </a:defRPr>
            </a:lvl4pPr>
            <a:lvl5pPr marL="0" indent="0">
              <a:spcBef>
                <a:spcPts val="0"/>
              </a:spcBef>
              <a:buNone/>
              <a:defRPr sz="100" b="0">
                <a:noFill/>
              </a:defRPr>
            </a:lvl5pPr>
            <a:lvl6pPr marL="0" indent="0">
              <a:spcBef>
                <a:spcPts val="0"/>
              </a:spcBef>
              <a:buNone/>
              <a:defRPr sz="100" b="0">
                <a:noFill/>
              </a:defRPr>
            </a:lvl6pPr>
            <a:lvl7pPr marL="0" indent="0">
              <a:spcBef>
                <a:spcPts val="0"/>
              </a:spcBef>
              <a:buNone/>
              <a:defRPr sz="100" b="0">
                <a:noFill/>
              </a:defRPr>
            </a:lvl7pPr>
            <a:lvl8pPr marL="0" indent="0">
              <a:spcBef>
                <a:spcPts val="0"/>
              </a:spcBef>
              <a:buNone/>
              <a:defRPr sz="100" b="0">
                <a:noFill/>
              </a:defRPr>
            </a:lvl8pPr>
            <a:lvl9pPr marL="0" indent="0">
              <a:spcBef>
                <a:spcPts val="0"/>
              </a:spcBef>
              <a:buNone/>
              <a:defRPr sz="100" b="0">
                <a:noFill/>
              </a:defRPr>
            </a:lvl9pPr>
          </a:lstStyle>
          <a:p>
            <a:pPr lvl="0"/>
            <a:r>
              <a:rPr lang="de-DE" noProof="0"/>
              <a:t> </a:t>
            </a:r>
          </a:p>
        </p:txBody>
      </p:sp>
      <p:sp>
        <p:nvSpPr>
          <p:cNvPr id="47" name="Text Placeholder 46">
            <a:extLst>
              <a:ext uri="{FF2B5EF4-FFF2-40B4-BE49-F238E27FC236}">
                <a16:creationId xmlns:a16="http://schemas.microsoft.com/office/drawing/2014/main" id="{AFCAA85B-A243-23D7-C3A1-E6D150272358}"/>
              </a:ext>
            </a:extLst>
          </p:cNvPr>
          <p:cNvSpPr>
            <a:spLocks noGrp="1"/>
          </p:cNvSpPr>
          <p:nvPr>
            <p:ph type="body" sz="quarter" idx="30" hasCustomPrompt="1"/>
          </p:nvPr>
        </p:nvSpPr>
        <p:spPr bwMode="invGray">
          <a:xfrm>
            <a:off x="558933" y="2279438"/>
            <a:ext cx="496755" cy="148381"/>
          </a:xfrm>
          <a:custGeom>
            <a:avLst/>
            <a:gdLst>
              <a:gd name="connsiteX0" fmla="*/ 0 w 496755"/>
              <a:gd name="connsiteY0" fmla="*/ 0 h 148381"/>
              <a:gd name="connsiteX1" fmla="*/ 496755 w 496755"/>
              <a:gd name="connsiteY1" fmla="*/ 0 h 148381"/>
              <a:gd name="connsiteX2" fmla="*/ 496755 w 496755"/>
              <a:gd name="connsiteY2" fmla="*/ 148381 h 148381"/>
              <a:gd name="connsiteX3" fmla="*/ 0 w 496755"/>
              <a:gd name="connsiteY3" fmla="*/ 148381 h 148381"/>
            </a:gdLst>
            <a:ahLst/>
            <a:cxnLst>
              <a:cxn ang="0">
                <a:pos x="connsiteX0" y="connsiteY0"/>
              </a:cxn>
              <a:cxn ang="0">
                <a:pos x="connsiteX1" y="connsiteY1"/>
              </a:cxn>
              <a:cxn ang="0">
                <a:pos x="connsiteX2" y="connsiteY2"/>
              </a:cxn>
              <a:cxn ang="0">
                <a:pos x="connsiteX3" y="connsiteY3"/>
              </a:cxn>
            </a:cxnLst>
            <a:rect l="l" t="t" r="r" b="b"/>
            <a:pathLst>
              <a:path w="496755" h="148381">
                <a:moveTo>
                  <a:pt x="0" y="0"/>
                </a:moveTo>
                <a:lnTo>
                  <a:pt x="496755" y="0"/>
                </a:lnTo>
                <a:lnTo>
                  <a:pt x="496755" y="148381"/>
                </a:lnTo>
                <a:lnTo>
                  <a:pt x="0" y="148381"/>
                </a:lnTo>
                <a:close/>
              </a:path>
            </a:pathLst>
          </a:custGeom>
          <a:solidFill>
            <a:schemeClr val="accent3"/>
          </a:solidFill>
        </p:spPr>
        <p:txBody>
          <a:bodyPr wrap="square">
            <a:noAutofit/>
          </a:bodyPr>
          <a:lstStyle>
            <a:lvl1pPr marL="0" indent="0">
              <a:spcBef>
                <a:spcPts val="0"/>
              </a:spcBef>
              <a:buFont typeface="Skeena" panose="020B0604020202020204" pitchFamily="34" charset="0"/>
              <a:buNone/>
              <a:defRPr sz="100" b="0">
                <a:noFill/>
              </a:defRPr>
            </a:lvl1pPr>
            <a:lvl2pPr marL="0" indent="0">
              <a:spcBef>
                <a:spcPts val="0"/>
              </a:spcBef>
              <a:buFont typeface="Skeena" panose="020B0604020202020204" pitchFamily="34" charset="0"/>
              <a:buNone/>
              <a:defRPr sz="100" b="0">
                <a:noFill/>
              </a:defRPr>
            </a:lvl2pPr>
            <a:lvl3pPr marL="0" indent="0">
              <a:spcBef>
                <a:spcPts val="0"/>
              </a:spcBef>
              <a:buNone/>
              <a:defRPr sz="100" b="0">
                <a:noFill/>
              </a:defRPr>
            </a:lvl3pPr>
            <a:lvl4pPr marL="0" indent="0">
              <a:spcBef>
                <a:spcPts val="0"/>
              </a:spcBef>
              <a:buNone/>
              <a:defRPr sz="100" b="0">
                <a:noFill/>
              </a:defRPr>
            </a:lvl4pPr>
            <a:lvl5pPr marL="0" indent="0">
              <a:spcBef>
                <a:spcPts val="0"/>
              </a:spcBef>
              <a:buNone/>
              <a:defRPr sz="100" b="0">
                <a:noFill/>
              </a:defRPr>
            </a:lvl5pPr>
            <a:lvl6pPr marL="0" indent="0">
              <a:spcBef>
                <a:spcPts val="0"/>
              </a:spcBef>
              <a:buNone/>
              <a:defRPr sz="100" b="0">
                <a:noFill/>
              </a:defRPr>
            </a:lvl6pPr>
            <a:lvl7pPr marL="0" indent="0">
              <a:spcBef>
                <a:spcPts val="0"/>
              </a:spcBef>
              <a:buNone/>
              <a:defRPr sz="100" b="0">
                <a:noFill/>
              </a:defRPr>
            </a:lvl7pPr>
            <a:lvl8pPr marL="0" indent="0">
              <a:spcBef>
                <a:spcPts val="0"/>
              </a:spcBef>
              <a:buNone/>
              <a:defRPr sz="100" b="0">
                <a:noFill/>
              </a:defRPr>
            </a:lvl8pPr>
            <a:lvl9pPr marL="0" indent="0">
              <a:spcBef>
                <a:spcPts val="0"/>
              </a:spcBef>
              <a:buNone/>
              <a:defRPr sz="100" b="0">
                <a:noFill/>
              </a:defRPr>
            </a:lvl9pPr>
          </a:lstStyle>
          <a:p>
            <a:pPr lvl="0"/>
            <a:r>
              <a:rPr lang="de-DE" noProof="0"/>
              <a:t> </a:t>
            </a:r>
          </a:p>
        </p:txBody>
      </p:sp>
      <p:sp>
        <p:nvSpPr>
          <p:cNvPr id="48" name="Text Placeholder 47">
            <a:extLst>
              <a:ext uri="{FF2B5EF4-FFF2-40B4-BE49-F238E27FC236}">
                <a16:creationId xmlns:a16="http://schemas.microsoft.com/office/drawing/2014/main" id="{8A5D4675-699F-1D42-8104-BC4E974BA849}"/>
              </a:ext>
            </a:extLst>
          </p:cNvPr>
          <p:cNvSpPr>
            <a:spLocks noGrp="1"/>
          </p:cNvSpPr>
          <p:nvPr>
            <p:ph type="body" sz="quarter" idx="31" hasCustomPrompt="1"/>
          </p:nvPr>
        </p:nvSpPr>
        <p:spPr bwMode="invGray">
          <a:xfrm>
            <a:off x="410552" y="2427819"/>
            <a:ext cx="148381" cy="496755"/>
          </a:xfrm>
          <a:custGeom>
            <a:avLst/>
            <a:gdLst>
              <a:gd name="connsiteX0" fmla="*/ 0 w 148381"/>
              <a:gd name="connsiteY0" fmla="*/ 0 h 496755"/>
              <a:gd name="connsiteX1" fmla="*/ 148381 w 148381"/>
              <a:gd name="connsiteY1" fmla="*/ 0 h 496755"/>
              <a:gd name="connsiteX2" fmla="*/ 148381 w 148381"/>
              <a:gd name="connsiteY2" fmla="*/ 496755 h 496755"/>
              <a:gd name="connsiteX3" fmla="*/ 0 w 148381"/>
              <a:gd name="connsiteY3" fmla="*/ 496755 h 496755"/>
            </a:gdLst>
            <a:ahLst/>
            <a:cxnLst>
              <a:cxn ang="0">
                <a:pos x="connsiteX0" y="connsiteY0"/>
              </a:cxn>
              <a:cxn ang="0">
                <a:pos x="connsiteX1" y="connsiteY1"/>
              </a:cxn>
              <a:cxn ang="0">
                <a:pos x="connsiteX2" y="connsiteY2"/>
              </a:cxn>
              <a:cxn ang="0">
                <a:pos x="connsiteX3" y="connsiteY3"/>
              </a:cxn>
            </a:cxnLst>
            <a:rect l="l" t="t" r="r" b="b"/>
            <a:pathLst>
              <a:path w="148381" h="496755">
                <a:moveTo>
                  <a:pt x="0" y="0"/>
                </a:moveTo>
                <a:lnTo>
                  <a:pt x="148381" y="0"/>
                </a:lnTo>
                <a:lnTo>
                  <a:pt x="148381" y="496755"/>
                </a:lnTo>
                <a:lnTo>
                  <a:pt x="0" y="496755"/>
                </a:lnTo>
                <a:close/>
              </a:path>
            </a:pathLst>
          </a:custGeom>
          <a:solidFill>
            <a:schemeClr val="accent3"/>
          </a:solidFill>
        </p:spPr>
        <p:txBody>
          <a:bodyPr wrap="square">
            <a:noAutofit/>
          </a:bodyPr>
          <a:lstStyle>
            <a:lvl1pPr marL="0" indent="0">
              <a:spcBef>
                <a:spcPts val="0"/>
              </a:spcBef>
              <a:buFont typeface="Skeena" panose="020B0604020202020204" pitchFamily="34" charset="0"/>
              <a:buNone/>
              <a:defRPr sz="100" b="0">
                <a:noFill/>
              </a:defRPr>
            </a:lvl1pPr>
            <a:lvl2pPr marL="0" indent="0">
              <a:spcBef>
                <a:spcPts val="0"/>
              </a:spcBef>
              <a:buFont typeface="Skeena" panose="020B0604020202020204" pitchFamily="34" charset="0"/>
              <a:buNone/>
              <a:defRPr sz="100" b="0">
                <a:noFill/>
              </a:defRPr>
            </a:lvl2pPr>
            <a:lvl3pPr marL="0" indent="0">
              <a:spcBef>
                <a:spcPts val="0"/>
              </a:spcBef>
              <a:buNone/>
              <a:defRPr sz="100" b="0">
                <a:noFill/>
              </a:defRPr>
            </a:lvl3pPr>
            <a:lvl4pPr marL="0" indent="0">
              <a:spcBef>
                <a:spcPts val="0"/>
              </a:spcBef>
              <a:buNone/>
              <a:defRPr sz="100" b="0">
                <a:noFill/>
              </a:defRPr>
            </a:lvl4pPr>
            <a:lvl5pPr marL="0" indent="0">
              <a:spcBef>
                <a:spcPts val="0"/>
              </a:spcBef>
              <a:buNone/>
              <a:defRPr sz="100" b="0">
                <a:noFill/>
              </a:defRPr>
            </a:lvl5pPr>
            <a:lvl6pPr marL="0" indent="0">
              <a:spcBef>
                <a:spcPts val="0"/>
              </a:spcBef>
              <a:buNone/>
              <a:defRPr sz="100" b="0">
                <a:noFill/>
              </a:defRPr>
            </a:lvl6pPr>
            <a:lvl7pPr marL="0" indent="0">
              <a:spcBef>
                <a:spcPts val="0"/>
              </a:spcBef>
              <a:buNone/>
              <a:defRPr sz="100" b="0">
                <a:noFill/>
              </a:defRPr>
            </a:lvl7pPr>
            <a:lvl8pPr marL="0" indent="0">
              <a:spcBef>
                <a:spcPts val="0"/>
              </a:spcBef>
              <a:buNone/>
              <a:defRPr sz="100" b="0">
                <a:noFill/>
              </a:defRPr>
            </a:lvl8pPr>
            <a:lvl9pPr marL="0" indent="0">
              <a:spcBef>
                <a:spcPts val="0"/>
              </a:spcBef>
              <a:buNone/>
              <a:defRPr sz="100" b="0">
                <a:noFill/>
              </a:defRPr>
            </a:lvl9pPr>
          </a:lstStyle>
          <a:p>
            <a:pPr lvl="0"/>
            <a:r>
              <a:rPr lang="de-DE" noProof="0"/>
              <a:t> </a:t>
            </a:r>
          </a:p>
        </p:txBody>
      </p:sp>
      <p:sp>
        <p:nvSpPr>
          <p:cNvPr id="49" name="Text Placeholder 48">
            <a:extLst>
              <a:ext uri="{FF2B5EF4-FFF2-40B4-BE49-F238E27FC236}">
                <a16:creationId xmlns:a16="http://schemas.microsoft.com/office/drawing/2014/main" id="{96498A99-CE0A-4D40-4CEA-9398A2AAD47A}"/>
              </a:ext>
            </a:extLst>
          </p:cNvPr>
          <p:cNvSpPr>
            <a:spLocks noGrp="1"/>
          </p:cNvSpPr>
          <p:nvPr>
            <p:ph type="body" sz="quarter" idx="32" hasCustomPrompt="1"/>
          </p:nvPr>
        </p:nvSpPr>
        <p:spPr bwMode="invGray">
          <a:xfrm>
            <a:off x="558933" y="3935807"/>
            <a:ext cx="496755" cy="148381"/>
          </a:xfrm>
          <a:custGeom>
            <a:avLst/>
            <a:gdLst>
              <a:gd name="connsiteX0" fmla="*/ 0 w 496755"/>
              <a:gd name="connsiteY0" fmla="*/ 0 h 148381"/>
              <a:gd name="connsiteX1" fmla="*/ 496755 w 496755"/>
              <a:gd name="connsiteY1" fmla="*/ 0 h 148381"/>
              <a:gd name="connsiteX2" fmla="*/ 496755 w 496755"/>
              <a:gd name="connsiteY2" fmla="*/ 148381 h 148381"/>
              <a:gd name="connsiteX3" fmla="*/ 0 w 496755"/>
              <a:gd name="connsiteY3" fmla="*/ 148381 h 148381"/>
            </a:gdLst>
            <a:ahLst/>
            <a:cxnLst>
              <a:cxn ang="0">
                <a:pos x="connsiteX0" y="connsiteY0"/>
              </a:cxn>
              <a:cxn ang="0">
                <a:pos x="connsiteX1" y="connsiteY1"/>
              </a:cxn>
              <a:cxn ang="0">
                <a:pos x="connsiteX2" y="connsiteY2"/>
              </a:cxn>
              <a:cxn ang="0">
                <a:pos x="connsiteX3" y="connsiteY3"/>
              </a:cxn>
            </a:cxnLst>
            <a:rect l="l" t="t" r="r" b="b"/>
            <a:pathLst>
              <a:path w="496755" h="148381">
                <a:moveTo>
                  <a:pt x="0" y="0"/>
                </a:moveTo>
                <a:lnTo>
                  <a:pt x="496755" y="0"/>
                </a:lnTo>
                <a:lnTo>
                  <a:pt x="496755" y="148381"/>
                </a:lnTo>
                <a:lnTo>
                  <a:pt x="0" y="148381"/>
                </a:lnTo>
                <a:close/>
              </a:path>
            </a:pathLst>
          </a:custGeom>
          <a:solidFill>
            <a:schemeClr val="accent3"/>
          </a:solidFill>
        </p:spPr>
        <p:txBody>
          <a:bodyPr wrap="square">
            <a:noAutofit/>
          </a:bodyPr>
          <a:lstStyle>
            <a:lvl1pPr marL="0" indent="0">
              <a:spcBef>
                <a:spcPts val="0"/>
              </a:spcBef>
              <a:buFont typeface="Skeena" panose="020B0604020202020204" pitchFamily="34" charset="0"/>
              <a:buNone/>
              <a:defRPr sz="100" b="0">
                <a:noFill/>
              </a:defRPr>
            </a:lvl1pPr>
            <a:lvl2pPr marL="0" indent="0">
              <a:spcBef>
                <a:spcPts val="0"/>
              </a:spcBef>
              <a:buFont typeface="Skeena" panose="020B0604020202020204" pitchFamily="34" charset="0"/>
              <a:buNone/>
              <a:defRPr sz="100" b="0">
                <a:noFill/>
              </a:defRPr>
            </a:lvl2pPr>
            <a:lvl3pPr marL="0" indent="0">
              <a:spcBef>
                <a:spcPts val="0"/>
              </a:spcBef>
              <a:buNone/>
              <a:defRPr sz="100" b="0">
                <a:noFill/>
              </a:defRPr>
            </a:lvl3pPr>
            <a:lvl4pPr marL="0" indent="0">
              <a:spcBef>
                <a:spcPts val="0"/>
              </a:spcBef>
              <a:buNone/>
              <a:defRPr sz="100" b="0">
                <a:noFill/>
              </a:defRPr>
            </a:lvl4pPr>
            <a:lvl5pPr marL="0" indent="0">
              <a:spcBef>
                <a:spcPts val="0"/>
              </a:spcBef>
              <a:buNone/>
              <a:defRPr sz="100" b="0">
                <a:noFill/>
              </a:defRPr>
            </a:lvl5pPr>
            <a:lvl6pPr marL="0" indent="0">
              <a:spcBef>
                <a:spcPts val="0"/>
              </a:spcBef>
              <a:buNone/>
              <a:defRPr sz="100" b="0">
                <a:noFill/>
              </a:defRPr>
            </a:lvl6pPr>
            <a:lvl7pPr marL="0" indent="0">
              <a:spcBef>
                <a:spcPts val="0"/>
              </a:spcBef>
              <a:buNone/>
              <a:defRPr sz="100" b="0">
                <a:noFill/>
              </a:defRPr>
            </a:lvl7pPr>
            <a:lvl8pPr marL="0" indent="0">
              <a:spcBef>
                <a:spcPts val="0"/>
              </a:spcBef>
              <a:buNone/>
              <a:defRPr sz="100" b="0">
                <a:noFill/>
              </a:defRPr>
            </a:lvl8pPr>
            <a:lvl9pPr marL="0" indent="0">
              <a:spcBef>
                <a:spcPts val="0"/>
              </a:spcBef>
              <a:buNone/>
              <a:defRPr sz="100" b="0">
                <a:noFill/>
              </a:defRPr>
            </a:lvl9pPr>
          </a:lstStyle>
          <a:p>
            <a:pPr lvl="0"/>
            <a:r>
              <a:rPr lang="de-DE" noProof="0"/>
              <a:t> </a:t>
            </a:r>
          </a:p>
        </p:txBody>
      </p:sp>
      <p:sp>
        <p:nvSpPr>
          <p:cNvPr id="50" name="Text Placeholder 49">
            <a:extLst>
              <a:ext uri="{FF2B5EF4-FFF2-40B4-BE49-F238E27FC236}">
                <a16:creationId xmlns:a16="http://schemas.microsoft.com/office/drawing/2014/main" id="{0B27EB0A-67DA-288D-57CD-3DD47F4F5588}"/>
              </a:ext>
            </a:extLst>
          </p:cNvPr>
          <p:cNvSpPr>
            <a:spLocks noGrp="1"/>
          </p:cNvSpPr>
          <p:nvPr>
            <p:ph type="body" sz="quarter" idx="33" hasCustomPrompt="1"/>
          </p:nvPr>
        </p:nvSpPr>
        <p:spPr bwMode="invGray">
          <a:xfrm>
            <a:off x="410552" y="4084188"/>
            <a:ext cx="148381" cy="496755"/>
          </a:xfrm>
          <a:custGeom>
            <a:avLst/>
            <a:gdLst>
              <a:gd name="connsiteX0" fmla="*/ 0 w 148381"/>
              <a:gd name="connsiteY0" fmla="*/ 0 h 496755"/>
              <a:gd name="connsiteX1" fmla="*/ 148381 w 148381"/>
              <a:gd name="connsiteY1" fmla="*/ 0 h 496755"/>
              <a:gd name="connsiteX2" fmla="*/ 148381 w 148381"/>
              <a:gd name="connsiteY2" fmla="*/ 496755 h 496755"/>
              <a:gd name="connsiteX3" fmla="*/ 0 w 148381"/>
              <a:gd name="connsiteY3" fmla="*/ 496755 h 496755"/>
            </a:gdLst>
            <a:ahLst/>
            <a:cxnLst>
              <a:cxn ang="0">
                <a:pos x="connsiteX0" y="connsiteY0"/>
              </a:cxn>
              <a:cxn ang="0">
                <a:pos x="connsiteX1" y="connsiteY1"/>
              </a:cxn>
              <a:cxn ang="0">
                <a:pos x="connsiteX2" y="connsiteY2"/>
              </a:cxn>
              <a:cxn ang="0">
                <a:pos x="connsiteX3" y="connsiteY3"/>
              </a:cxn>
            </a:cxnLst>
            <a:rect l="l" t="t" r="r" b="b"/>
            <a:pathLst>
              <a:path w="148381" h="496755">
                <a:moveTo>
                  <a:pt x="0" y="0"/>
                </a:moveTo>
                <a:lnTo>
                  <a:pt x="148381" y="0"/>
                </a:lnTo>
                <a:lnTo>
                  <a:pt x="148381" y="496755"/>
                </a:lnTo>
                <a:lnTo>
                  <a:pt x="0" y="496755"/>
                </a:lnTo>
                <a:close/>
              </a:path>
            </a:pathLst>
          </a:custGeom>
          <a:solidFill>
            <a:schemeClr val="accent3"/>
          </a:solidFill>
        </p:spPr>
        <p:txBody>
          <a:bodyPr wrap="square">
            <a:noAutofit/>
          </a:bodyPr>
          <a:lstStyle>
            <a:lvl1pPr marL="0" indent="0">
              <a:spcBef>
                <a:spcPts val="0"/>
              </a:spcBef>
              <a:buFont typeface="Skeena" panose="020B0604020202020204" pitchFamily="34" charset="0"/>
              <a:buNone/>
              <a:defRPr sz="100" b="0">
                <a:noFill/>
              </a:defRPr>
            </a:lvl1pPr>
            <a:lvl2pPr marL="0" indent="0">
              <a:spcBef>
                <a:spcPts val="0"/>
              </a:spcBef>
              <a:buFont typeface="Skeena" panose="020B0604020202020204" pitchFamily="34" charset="0"/>
              <a:buNone/>
              <a:defRPr sz="100" b="0">
                <a:noFill/>
              </a:defRPr>
            </a:lvl2pPr>
            <a:lvl3pPr marL="0" indent="0">
              <a:spcBef>
                <a:spcPts val="0"/>
              </a:spcBef>
              <a:buNone/>
              <a:defRPr sz="100" b="0">
                <a:noFill/>
              </a:defRPr>
            </a:lvl3pPr>
            <a:lvl4pPr marL="0" indent="0">
              <a:spcBef>
                <a:spcPts val="0"/>
              </a:spcBef>
              <a:buNone/>
              <a:defRPr sz="100" b="0">
                <a:noFill/>
              </a:defRPr>
            </a:lvl4pPr>
            <a:lvl5pPr marL="0" indent="0">
              <a:spcBef>
                <a:spcPts val="0"/>
              </a:spcBef>
              <a:buNone/>
              <a:defRPr sz="100" b="0">
                <a:noFill/>
              </a:defRPr>
            </a:lvl5pPr>
            <a:lvl6pPr marL="0" indent="0">
              <a:spcBef>
                <a:spcPts val="0"/>
              </a:spcBef>
              <a:buNone/>
              <a:defRPr sz="100" b="0">
                <a:noFill/>
              </a:defRPr>
            </a:lvl6pPr>
            <a:lvl7pPr marL="0" indent="0">
              <a:spcBef>
                <a:spcPts val="0"/>
              </a:spcBef>
              <a:buNone/>
              <a:defRPr sz="100" b="0">
                <a:noFill/>
              </a:defRPr>
            </a:lvl7pPr>
            <a:lvl8pPr marL="0" indent="0">
              <a:spcBef>
                <a:spcPts val="0"/>
              </a:spcBef>
              <a:buNone/>
              <a:defRPr sz="100" b="0">
                <a:noFill/>
              </a:defRPr>
            </a:lvl8pPr>
            <a:lvl9pPr marL="0" indent="0">
              <a:spcBef>
                <a:spcPts val="0"/>
              </a:spcBef>
              <a:buNone/>
              <a:defRPr sz="100" b="0">
                <a:noFill/>
              </a:defRPr>
            </a:lvl9pPr>
          </a:lstStyle>
          <a:p>
            <a:pPr lvl="0"/>
            <a:r>
              <a:rPr lang="de-DE" noProof="0"/>
              <a:t> </a:t>
            </a:r>
          </a:p>
        </p:txBody>
      </p:sp>
      <p:sp>
        <p:nvSpPr>
          <p:cNvPr id="51" name="Text Placeholder 50">
            <a:extLst>
              <a:ext uri="{FF2B5EF4-FFF2-40B4-BE49-F238E27FC236}">
                <a16:creationId xmlns:a16="http://schemas.microsoft.com/office/drawing/2014/main" id="{E87B7B9F-78B6-D6E9-675A-F66D6353EE6C}"/>
              </a:ext>
            </a:extLst>
          </p:cNvPr>
          <p:cNvSpPr>
            <a:spLocks noGrp="1"/>
          </p:cNvSpPr>
          <p:nvPr>
            <p:ph type="body" sz="quarter" idx="34" hasCustomPrompt="1"/>
          </p:nvPr>
        </p:nvSpPr>
        <p:spPr bwMode="invGray">
          <a:xfrm>
            <a:off x="558933" y="5592176"/>
            <a:ext cx="496755" cy="148381"/>
          </a:xfrm>
          <a:custGeom>
            <a:avLst/>
            <a:gdLst>
              <a:gd name="connsiteX0" fmla="*/ 0 w 496755"/>
              <a:gd name="connsiteY0" fmla="*/ 0 h 148381"/>
              <a:gd name="connsiteX1" fmla="*/ 496755 w 496755"/>
              <a:gd name="connsiteY1" fmla="*/ 0 h 148381"/>
              <a:gd name="connsiteX2" fmla="*/ 496755 w 496755"/>
              <a:gd name="connsiteY2" fmla="*/ 148381 h 148381"/>
              <a:gd name="connsiteX3" fmla="*/ 0 w 496755"/>
              <a:gd name="connsiteY3" fmla="*/ 148381 h 148381"/>
            </a:gdLst>
            <a:ahLst/>
            <a:cxnLst>
              <a:cxn ang="0">
                <a:pos x="connsiteX0" y="connsiteY0"/>
              </a:cxn>
              <a:cxn ang="0">
                <a:pos x="connsiteX1" y="connsiteY1"/>
              </a:cxn>
              <a:cxn ang="0">
                <a:pos x="connsiteX2" y="connsiteY2"/>
              </a:cxn>
              <a:cxn ang="0">
                <a:pos x="connsiteX3" y="connsiteY3"/>
              </a:cxn>
            </a:cxnLst>
            <a:rect l="l" t="t" r="r" b="b"/>
            <a:pathLst>
              <a:path w="496755" h="148381">
                <a:moveTo>
                  <a:pt x="0" y="0"/>
                </a:moveTo>
                <a:lnTo>
                  <a:pt x="496755" y="0"/>
                </a:lnTo>
                <a:lnTo>
                  <a:pt x="496755" y="148381"/>
                </a:lnTo>
                <a:lnTo>
                  <a:pt x="0" y="148381"/>
                </a:lnTo>
                <a:close/>
              </a:path>
            </a:pathLst>
          </a:custGeom>
          <a:solidFill>
            <a:schemeClr val="accent3"/>
          </a:solidFill>
        </p:spPr>
        <p:txBody>
          <a:bodyPr wrap="square">
            <a:noAutofit/>
          </a:bodyPr>
          <a:lstStyle>
            <a:lvl1pPr marL="0" indent="0">
              <a:spcBef>
                <a:spcPts val="0"/>
              </a:spcBef>
              <a:buFont typeface="Skeena" panose="020B0604020202020204" pitchFamily="34" charset="0"/>
              <a:buNone/>
              <a:defRPr sz="100" b="0">
                <a:noFill/>
              </a:defRPr>
            </a:lvl1pPr>
            <a:lvl2pPr marL="0" indent="0">
              <a:spcBef>
                <a:spcPts val="0"/>
              </a:spcBef>
              <a:buFont typeface="Skeena" panose="020B0604020202020204" pitchFamily="34" charset="0"/>
              <a:buNone/>
              <a:defRPr sz="100" b="0">
                <a:noFill/>
              </a:defRPr>
            </a:lvl2pPr>
            <a:lvl3pPr marL="0" indent="0">
              <a:spcBef>
                <a:spcPts val="0"/>
              </a:spcBef>
              <a:buNone/>
              <a:defRPr sz="100" b="0">
                <a:noFill/>
              </a:defRPr>
            </a:lvl3pPr>
            <a:lvl4pPr marL="0" indent="0">
              <a:spcBef>
                <a:spcPts val="0"/>
              </a:spcBef>
              <a:buNone/>
              <a:defRPr sz="100" b="0">
                <a:noFill/>
              </a:defRPr>
            </a:lvl4pPr>
            <a:lvl5pPr marL="0" indent="0">
              <a:spcBef>
                <a:spcPts val="0"/>
              </a:spcBef>
              <a:buNone/>
              <a:defRPr sz="100" b="0">
                <a:noFill/>
              </a:defRPr>
            </a:lvl5pPr>
            <a:lvl6pPr marL="0" indent="0">
              <a:spcBef>
                <a:spcPts val="0"/>
              </a:spcBef>
              <a:buNone/>
              <a:defRPr sz="100" b="0">
                <a:noFill/>
              </a:defRPr>
            </a:lvl6pPr>
            <a:lvl7pPr marL="0" indent="0">
              <a:spcBef>
                <a:spcPts val="0"/>
              </a:spcBef>
              <a:buNone/>
              <a:defRPr sz="100" b="0">
                <a:noFill/>
              </a:defRPr>
            </a:lvl7pPr>
            <a:lvl8pPr marL="0" indent="0">
              <a:spcBef>
                <a:spcPts val="0"/>
              </a:spcBef>
              <a:buNone/>
              <a:defRPr sz="100" b="0">
                <a:noFill/>
              </a:defRPr>
            </a:lvl8pPr>
            <a:lvl9pPr marL="0" indent="0">
              <a:spcBef>
                <a:spcPts val="0"/>
              </a:spcBef>
              <a:buNone/>
              <a:defRPr sz="100" b="0">
                <a:noFill/>
              </a:defRPr>
            </a:lvl9pPr>
          </a:lstStyle>
          <a:p>
            <a:pPr lvl="0"/>
            <a:r>
              <a:rPr lang="de-DE" noProof="0"/>
              <a:t> </a:t>
            </a:r>
          </a:p>
        </p:txBody>
      </p:sp>
      <p:sp>
        <p:nvSpPr>
          <p:cNvPr id="52" name="Text Placeholder 51">
            <a:extLst>
              <a:ext uri="{FF2B5EF4-FFF2-40B4-BE49-F238E27FC236}">
                <a16:creationId xmlns:a16="http://schemas.microsoft.com/office/drawing/2014/main" id="{1EDD69CC-238F-71F4-A3E5-5343919EE6D8}"/>
              </a:ext>
            </a:extLst>
          </p:cNvPr>
          <p:cNvSpPr>
            <a:spLocks noGrp="1"/>
          </p:cNvSpPr>
          <p:nvPr>
            <p:ph type="body" sz="quarter" idx="35" hasCustomPrompt="1"/>
          </p:nvPr>
        </p:nvSpPr>
        <p:spPr bwMode="invGray">
          <a:xfrm>
            <a:off x="410552" y="5740557"/>
            <a:ext cx="148381" cy="496755"/>
          </a:xfrm>
          <a:custGeom>
            <a:avLst/>
            <a:gdLst>
              <a:gd name="connsiteX0" fmla="*/ 0 w 148381"/>
              <a:gd name="connsiteY0" fmla="*/ 0 h 496755"/>
              <a:gd name="connsiteX1" fmla="*/ 148381 w 148381"/>
              <a:gd name="connsiteY1" fmla="*/ 0 h 496755"/>
              <a:gd name="connsiteX2" fmla="*/ 148381 w 148381"/>
              <a:gd name="connsiteY2" fmla="*/ 496755 h 496755"/>
              <a:gd name="connsiteX3" fmla="*/ 0 w 148381"/>
              <a:gd name="connsiteY3" fmla="*/ 496755 h 496755"/>
            </a:gdLst>
            <a:ahLst/>
            <a:cxnLst>
              <a:cxn ang="0">
                <a:pos x="connsiteX0" y="connsiteY0"/>
              </a:cxn>
              <a:cxn ang="0">
                <a:pos x="connsiteX1" y="connsiteY1"/>
              </a:cxn>
              <a:cxn ang="0">
                <a:pos x="connsiteX2" y="connsiteY2"/>
              </a:cxn>
              <a:cxn ang="0">
                <a:pos x="connsiteX3" y="connsiteY3"/>
              </a:cxn>
            </a:cxnLst>
            <a:rect l="l" t="t" r="r" b="b"/>
            <a:pathLst>
              <a:path w="148381" h="496755">
                <a:moveTo>
                  <a:pt x="0" y="0"/>
                </a:moveTo>
                <a:lnTo>
                  <a:pt x="148381" y="0"/>
                </a:lnTo>
                <a:lnTo>
                  <a:pt x="148381" y="496755"/>
                </a:lnTo>
                <a:lnTo>
                  <a:pt x="0" y="496755"/>
                </a:lnTo>
                <a:close/>
              </a:path>
            </a:pathLst>
          </a:custGeom>
          <a:solidFill>
            <a:schemeClr val="accent3"/>
          </a:solidFill>
        </p:spPr>
        <p:txBody>
          <a:bodyPr wrap="square">
            <a:noAutofit/>
          </a:bodyPr>
          <a:lstStyle>
            <a:lvl1pPr marL="0" indent="0">
              <a:spcBef>
                <a:spcPts val="0"/>
              </a:spcBef>
              <a:buFont typeface="Skeena" panose="020B0604020202020204" pitchFamily="34" charset="0"/>
              <a:buNone/>
              <a:defRPr sz="100" b="0">
                <a:noFill/>
              </a:defRPr>
            </a:lvl1pPr>
            <a:lvl2pPr marL="0" indent="0">
              <a:spcBef>
                <a:spcPts val="0"/>
              </a:spcBef>
              <a:buFont typeface="Skeena" panose="020B0604020202020204" pitchFamily="34" charset="0"/>
              <a:buNone/>
              <a:defRPr sz="100" b="0">
                <a:noFill/>
              </a:defRPr>
            </a:lvl2pPr>
            <a:lvl3pPr marL="0" indent="0">
              <a:spcBef>
                <a:spcPts val="0"/>
              </a:spcBef>
              <a:buNone/>
              <a:defRPr sz="100" b="0">
                <a:noFill/>
              </a:defRPr>
            </a:lvl3pPr>
            <a:lvl4pPr marL="0" indent="0">
              <a:spcBef>
                <a:spcPts val="0"/>
              </a:spcBef>
              <a:buNone/>
              <a:defRPr sz="100" b="0">
                <a:noFill/>
              </a:defRPr>
            </a:lvl4pPr>
            <a:lvl5pPr marL="0" indent="0">
              <a:spcBef>
                <a:spcPts val="0"/>
              </a:spcBef>
              <a:buNone/>
              <a:defRPr sz="100" b="0">
                <a:noFill/>
              </a:defRPr>
            </a:lvl5pPr>
            <a:lvl6pPr marL="0" indent="0">
              <a:spcBef>
                <a:spcPts val="0"/>
              </a:spcBef>
              <a:buNone/>
              <a:defRPr sz="100" b="0">
                <a:noFill/>
              </a:defRPr>
            </a:lvl6pPr>
            <a:lvl7pPr marL="0" indent="0">
              <a:spcBef>
                <a:spcPts val="0"/>
              </a:spcBef>
              <a:buNone/>
              <a:defRPr sz="100" b="0">
                <a:noFill/>
              </a:defRPr>
            </a:lvl7pPr>
            <a:lvl8pPr marL="0" indent="0">
              <a:spcBef>
                <a:spcPts val="0"/>
              </a:spcBef>
              <a:buNone/>
              <a:defRPr sz="100" b="0">
                <a:noFill/>
              </a:defRPr>
            </a:lvl8pPr>
            <a:lvl9pPr marL="0" indent="0">
              <a:spcBef>
                <a:spcPts val="0"/>
              </a:spcBef>
              <a:buNone/>
              <a:defRPr sz="100" b="0">
                <a:noFill/>
              </a:defRPr>
            </a:lvl9pPr>
          </a:lstStyle>
          <a:p>
            <a:pPr lvl="0"/>
            <a:r>
              <a:rPr lang="de-DE" noProof="0"/>
              <a:t> </a:t>
            </a:r>
          </a:p>
        </p:txBody>
      </p:sp>
      <p:sp>
        <p:nvSpPr>
          <p:cNvPr id="53" name="Text Placeholder 52">
            <a:extLst>
              <a:ext uri="{FF2B5EF4-FFF2-40B4-BE49-F238E27FC236}">
                <a16:creationId xmlns:a16="http://schemas.microsoft.com/office/drawing/2014/main" id="{CAA04C3C-8DA4-FDDD-4F18-7FFD1B990112}"/>
              </a:ext>
            </a:extLst>
          </p:cNvPr>
          <p:cNvSpPr>
            <a:spLocks noGrp="1"/>
          </p:cNvSpPr>
          <p:nvPr>
            <p:ph type="body" sz="quarter" idx="36" hasCustomPrompt="1"/>
          </p:nvPr>
        </p:nvSpPr>
        <p:spPr bwMode="invGray">
          <a:xfrm>
            <a:off x="6460405" y="623069"/>
            <a:ext cx="496755" cy="148381"/>
          </a:xfrm>
          <a:custGeom>
            <a:avLst/>
            <a:gdLst>
              <a:gd name="connsiteX0" fmla="*/ 0 w 496755"/>
              <a:gd name="connsiteY0" fmla="*/ 0 h 148381"/>
              <a:gd name="connsiteX1" fmla="*/ 496755 w 496755"/>
              <a:gd name="connsiteY1" fmla="*/ 0 h 148381"/>
              <a:gd name="connsiteX2" fmla="*/ 496755 w 496755"/>
              <a:gd name="connsiteY2" fmla="*/ 148381 h 148381"/>
              <a:gd name="connsiteX3" fmla="*/ 0 w 496755"/>
              <a:gd name="connsiteY3" fmla="*/ 148381 h 148381"/>
            </a:gdLst>
            <a:ahLst/>
            <a:cxnLst>
              <a:cxn ang="0">
                <a:pos x="connsiteX0" y="connsiteY0"/>
              </a:cxn>
              <a:cxn ang="0">
                <a:pos x="connsiteX1" y="connsiteY1"/>
              </a:cxn>
              <a:cxn ang="0">
                <a:pos x="connsiteX2" y="connsiteY2"/>
              </a:cxn>
              <a:cxn ang="0">
                <a:pos x="connsiteX3" y="connsiteY3"/>
              </a:cxn>
            </a:cxnLst>
            <a:rect l="l" t="t" r="r" b="b"/>
            <a:pathLst>
              <a:path w="496755" h="148381">
                <a:moveTo>
                  <a:pt x="0" y="0"/>
                </a:moveTo>
                <a:lnTo>
                  <a:pt x="496755" y="0"/>
                </a:lnTo>
                <a:lnTo>
                  <a:pt x="496755" y="148381"/>
                </a:lnTo>
                <a:lnTo>
                  <a:pt x="0" y="148381"/>
                </a:lnTo>
                <a:close/>
              </a:path>
            </a:pathLst>
          </a:custGeom>
          <a:solidFill>
            <a:schemeClr val="accent3"/>
          </a:solidFill>
        </p:spPr>
        <p:txBody>
          <a:bodyPr wrap="square">
            <a:noAutofit/>
          </a:bodyPr>
          <a:lstStyle>
            <a:lvl1pPr marL="0" indent="0">
              <a:spcBef>
                <a:spcPts val="0"/>
              </a:spcBef>
              <a:buFont typeface="Skeena" panose="020B0604020202020204" pitchFamily="34" charset="0"/>
              <a:buNone/>
              <a:defRPr sz="100" b="0">
                <a:noFill/>
              </a:defRPr>
            </a:lvl1pPr>
            <a:lvl2pPr marL="0" indent="0">
              <a:spcBef>
                <a:spcPts val="0"/>
              </a:spcBef>
              <a:buFont typeface="Skeena" panose="020B0604020202020204" pitchFamily="34" charset="0"/>
              <a:buNone/>
              <a:defRPr sz="100" b="0">
                <a:noFill/>
              </a:defRPr>
            </a:lvl2pPr>
            <a:lvl3pPr marL="0" indent="0">
              <a:spcBef>
                <a:spcPts val="0"/>
              </a:spcBef>
              <a:buNone/>
              <a:defRPr sz="100" b="0">
                <a:noFill/>
              </a:defRPr>
            </a:lvl3pPr>
            <a:lvl4pPr marL="0" indent="0">
              <a:spcBef>
                <a:spcPts val="0"/>
              </a:spcBef>
              <a:buNone/>
              <a:defRPr sz="100" b="0">
                <a:noFill/>
              </a:defRPr>
            </a:lvl4pPr>
            <a:lvl5pPr marL="0" indent="0">
              <a:spcBef>
                <a:spcPts val="0"/>
              </a:spcBef>
              <a:buNone/>
              <a:defRPr sz="100" b="0">
                <a:noFill/>
              </a:defRPr>
            </a:lvl5pPr>
            <a:lvl6pPr marL="0" indent="0">
              <a:spcBef>
                <a:spcPts val="0"/>
              </a:spcBef>
              <a:buNone/>
              <a:defRPr sz="100" b="0">
                <a:noFill/>
              </a:defRPr>
            </a:lvl6pPr>
            <a:lvl7pPr marL="0" indent="0">
              <a:spcBef>
                <a:spcPts val="0"/>
              </a:spcBef>
              <a:buNone/>
              <a:defRPr sz="100" b="0">
                <a:noFill/>
              </a:defRPr>
            </a:lvl7pPr>
            <a:lvl8pPr marL="0" indent="0">
              <a:spcBef>
                <a:spcPts val="0"/>
              </a:spcBef>
              <a:buNone/>
              <a:defRPr sz="100" b="0">
                <a:noFill/>
              </a:defRPr>
            </a:lvl8pPr>
            <a:lvl9pPr marL="0" indent="0">
              <a:spcBef>
                <a:spcPts val="0"/>
              </a:spcBef>
              <a:buNone/>
              <a:defRPr sz="100" b="0">
                <a:noFill/>
              </a:defRPr>
            </a:lvl9pPr>
          </a:lstStyle>
          <a:p>
            <a:pPr lvl="0"/>
            <a:r>
              <a:rPr lang="de-DE" noProof="0"/>
              <a:t> </a:t>
            </a:r>
          </a:p>
        </p:txBody>
      </p:sp>
      <p:sp>
        <p:nvSpPr>
          <p:cNvPr id="54" name="Text Placeholder 53">
            <a:extLst>
              <a:ext uri="{FF2B5EF4-FFF2-40B4-BE49-F238E27FC236}">
                <a16:creationId xmlns:a16="http://schemas.microsoft.com/office/drawing/2014/main" id="{D8E6D59F-5D73-E1B6-C3AD-40065775B364}"/>
              </a:ext>
            </a:extLst>
          </p:cNvPr>
          <p:cNvSpPr>
            <a:spLocks noGrp="1"/>
          </p:cNvSpPr>
          <p:nvPr>
            <p:ph type="body" sz="quarter" idx="37" hasCustomPrompt="1"/>
          </p:nvPr>
        </p:nvSpPr>
        <p:spPr bwMode="invGray">
          <a:xfrm>
            <a:off x="6312024" y="771450"/>
            <a:ext cx="148381" cy="496755"/>
          </a:xfrm>
          <a:custGeom>
            <a:avLst/>
            <a:gdLst>
              <a:gd name="connsiteX0" fmla="*/ 0 w 148381"/>
              <a:gd name="connsiteY0" fmla="*/ 0 h 496755"/>
              <a:gd name="connsiteX1" fmla="*/ 148381 w 148381"/>
              <a:gd name="connsiteY1" fmla="*/ 0 h 496755"/>
              <a:gd name="connsiteX2" fmla="*/ 148381 w 148381"/>
              <a:gd name="connsiteY2" fmla="*/ 496755 h 496755"/>
              <a:gd name="connsiteX3" fmla="*/ 0 w 148381"/>
              <a:gd name="connsiteY3" fmla="*/ 496755 h 496755"/>
            </a:gdLst>
            <a:ahLst/>
            <a:cxnLst>
              <a:cxn ang="0">
                <a:pos x="connsiteX0" y="connsiteY0"/>
              </a:cxn>
              <a:cxn ang="0">
                <a:pos x="connsiteX1" y="connsiteY1"/>
              </a:cxn>
              <a:cxn ang="0">
                <a:pos x="connsiteX2" y="connsiteY2"/>
              </a:cxn>
              <a:cxn ang="0">
                <a:pos x="connsiteX3" y="connsiteY3"/>
              </a:cxn>
            </a:cxnLst>
            <a:rect l="l" t="t" r="r" b="b"/>
            <a:pathLst>
              <a:path w="148381" h="496755">
                <a:moveTo>
                  <a:pt x="0" y="0"/>
                </a:moveTo>
                <a:lnTo>
                  <a:pt x="148381" y="0"/>
                </a:lnTo>
                <a:lnTo>
                  <a:pt x="148381" y="496755"/>
                </a:lnTo>
                <a:lnTo>
                  <a:pt x="0" y="496755"/>
                </a:lnTo>
                <a:close/>
              </a:path>
            </a:pathLst>
          </a:custGeom>
          <a:solidFill>
            <a:schemeClr val="accent3"/>
          </a:solidFill>
        </p:spPr>
        <p:txBody>
          <a:bodyPr wrap="square">
            <a:noAutofit/>
          </a:bodyPr>
          <a:lstStyle>
            <a:lvl1pPr marL="0" indent="0">
              <a:spcBef>
                <a:spcPts val="0"/>
              </a:spcBef>
              <a:buFont typeface="Skeena" panose="020B0604020202020204" pitchFamily="34" charset="0"/>
              <a:buNone/>
              <a:defRPr sz="100" b="0">
                <a:noFill/>
              </a:defRPr>
            </a:lvl1pPr>
            <a:lvl2pPr marL="0" indent="0">
              <a:spcBef>
                <a:spcPts val="0"/>
              </a:spcBef>
              <a:buFont typeface="Skeena" panose="020B0604020202020204" pitchFamily="34" charset="0"/>
              <a:buNone/>
              <a:defRPr sz="100" b="0">
                <a:noFill/>
              </a:defRPr>
            </a:lvl2pPr>
            <a:lvl3pPr marL="0" indent="0">
              <a:spcBef>
                <a:spcPts val="0"/>
              </a:spcBef>
              <a:buNone/>
              <a:defRPr sz="100" b="0">
                <a:noFill/>
              </a:defRPr>
            </a:lvl3pPr>
            <a:lvl4pPr marL="0" indent="0">
              <a:spcBef>
                <a:spcPts val="0"/>
              </a:spcBef>
              <a:buNone/>
              <a:defRPr sz="100" b="0">
                <a:noFill/>
              </a:defRPr>
            </a:lvl4pPr>
            <a:lvl5pPr marL="0" indent="0">
              <a:spcBef>
                <a:spcPts val="0"/>
              </a:spcBef>
              <a:buNone/>
              <a:defRPr sz="100" b="0">
                <a:noFill/>
              </a:defRPr>
            </a:lvl5pPr>
            <a:lvl6pPr marL="0" indent="0">
              <a:spcBef>
                <a:spcPts val="0"/>
              </a:spcBef>
              <a:buNone/>
              <a:defRPr sz="100" b="0">
                <a:noFill/>
              </a:defRPr>
            </a:lvl6pPr>
            <a:lvl7pPr marL="0" indent="0">
              <a:spcBef>
                <a:spcPts val="0"/>
              </a:spcBef>
              <a:buNone/>
              <a:defRPr sz="100" b="0">
                <a:noFill/>
              </a:defRPr>
            </a:lvl7pPr>
            <a:lvl8pPr marL="0" indent="0">
              <a:spcBef>
                <a:spcPts val="0"/>
              </a:spcBef>
              <a:buNone/>
              <a:defRPr sz="100" b="0">
                <a:noFill/>
              </a:defRPr>
            </a:lvl8pPr>
            <a:lvl9pPr marL="0" indent="0">
              <a:spcBef>
                <a:spcPts val="0"/>
              </a:spcBef>
              <a:buNone/>
              <a:defRPr sz="100" b="0">
                <a:noFill/>
              </a:defRPr>
            </a:lvl9pPr>
          </a:lstStyle>
          <a:p>
            <a:pPr lvl="0"/>
            <a:r>
              <a:rPr lang="de-DE" noProof="0"/>
              <a:t> </a:t>
            </a:r>
          </a:p>
        </p:txBody>
      </p:sp>
      <p:sp>
        <p:nvSpPr>
          <p:cNvPr id="55" name="Text Placeholder 54">
            <a:extLst>
              <a:ext uri="{FF2B5EF4-FFF2-40B4-BE49-F238E27FC236}">
                <a16:creationId xmlns:a16="http://schemas.microsoft.com/office/drawing/2014/main" id="{8EEF4619-EAD3-06DB-1BAA-73C534B22D9B}"/>
              </a:ext>
            </a:extLst>
          </p:cNvPr>
          <p:cNvSpPr>
            <a:spLocks noGrp="1"/>
          </p:cNvSpPr>
          <p:nvPr>
            <p:ph type="body" sz="quarter" idx="38" hasCustomPrompt="1"/>
          </p:nvPr>
        </p:nvSpPr>
        <p:spPr bwMode="invGray">
          <a:xfrm>
            <a:off x="6460405" y="2279438"/>
            <a:ext cx="496755" cy="148381"/>
          </a:xfrm>
          <a:custGeom>
            <a:avLst/>
            <a:gdLst>
              <a:gd name="connsiteX0" fmla="*/ 0 w 496755"/>
              <a:gd name="connsiteY0" fmla="*/ 0 h 148381"/>
              <a:gd name="connsiteX1" fmla="*/ 496755 w 496755"/>
              <a:gd name="connsiteY1" fmla="*/ 0 h 148381"/>
              <a:gd name="connsiteX2" fmla="*/ 496755 w 496755"/>
              <a:gd name="connsiteY2" fmla="*/ 148381 h 148381"/>
              <a:gd name="connsiteX3" fmla="*/ 0 w 496755"/>
              <a:gd name="connsiteY3" fmla="*/ 148381 h 148381"/>
            </a:gdLst>
            <a:ahLst/>
            <a:cxnLst>
              <a:cxn ang="0">
                <a:pos x="connsiteX0" y="connsiteY0"/>
              </a:cxn>
              <a:cxn ang="0">
                <a:pos x="connsiteX1" y="connsiteY1"/>
              </a:cxn>
              <a:cxn ang="0">
                <a:pos x="connsiteX2" y="connsiteY2"/>
              </a:cxn>
              <a:cxn ang="0">
                <a:pos x="connsiteX3" y="connsiteY3"/>
              </a:cxn>
            </a:cxnLst>
            <a:rect l="l" t="t" r="r" b="b"/>
            <a:pathLst>
              <a:path w="496755" h="148381">
                <a:moveTo>
                  <a:pt x="0" y="0"/>
                </a:moveTo>
                <a:lnTo>
                  <a:pt x="496755" y="0"/>
                </a:lnTo>
                <a:lnTo>
                  <a:pt x="496755" y="148381"/>
                </a:lnTo>
                <a:lnTo>
                  <a:pt x="0" y="148381"/>
                </a:lnTo>
                <a:close/>
              </a:path>
            </a:pathLst>
          </a:custGeom>
          <a:solidFill>
            <a:schemeClr val="accent3"/>
          </a:solidFill>
        </p:spPr>
        <p:txBody>
          <a:bodyPr wrap="square">
            <a:noAutofit/>
          </a:bodyPr>
          <a:lstStyle>
            <a:lvl1pPr marL="0" indent="0">
              <a:spcBef>
                <a:spcPts val="0"/>
              </a:spcBef>
              <a:buFont typeface="Skeena" panose="020B0604020202020204" pitchFamily="34" charset="0"/>
              <a:buNone/>
              <a:defRPr sz="100" b="0">
                <a:noFill/>
              </a:defRPr>
            </a:lvl1pPr>
            <a:lvl2pPr marL="0" indent="0">
              <a:spcBef>
                <a:spcPts val="0"/>
              </a:spcBef>
              <a:buFont typeface="Skeena" panose="020B0604020202020204" pitchFamily="34" charset="0"/>
              <a:buNone/>
              <a:defRPr sz="100" b="0">
                <a:noFill/>
              </a:defRPr>
            </a:lvl2pPr>
            <a:lvl3pPr marL="0" indent="0">
              <a:spcBef>
                <a:spcPts val="0"/>
              </a:spcBef>
              <a:buNone/>
              <a:defRPr sz="100" b="0">
                <a:noFill/>
              </a:defRPr>
            </a:lvl3pPr>
            <a:lvl4pPr marL="0" indent="0">
              <a:spcBef>
                <a:spcPts val="0"/>
              </a:spcBef>
              <a:buNone/>
              <a:defRPr sz="100" b="0">
                <a:noFill/>
              </a:defRPr>
            </a:lvl4pPr>
            <a:lvl5pPr marL="0" indent="0">
              <a:spcBef>
                <a:spcPts val="0"/>
              </a:spcBef>
              <a:buNone/>
              <a:defRPr sz="100" b="0">
                <a:noFill/>
              </a:defRPr>
            </a:lvl5pPr>
            <a:lvl6pPr marL="0" indent="0">
              <a:spcBef>
                <a:spcPts val="0"/>
              </a:spcBef>
              <a:buNone/>
              <a:defRPr sz="100" b="0">
                <a:noFill/>
              </a:defRPr>
            </a:lvl6pPr>
            <a:lvl7pPr marL="0" indent="0">
              <a:spcBef>
                <a:spcPts val="0"/>
              </a:spcBef>
              <a:buNone/>
              <a:defRPr sz="100" b="0">
                <a:noFill/>
              </a:defRPr>
            </a:lvl7pPr>
            <a:lvl8pPr marL="0" indent="0">
              <a:spcBef>
                <a:spcPts val="0"/>
              </a:spcBef>
              <a:buNone/>
              <a:defRPr sz="100" b="0">
                <a:noFill/>
              </a:defRPr>
            </a:lvl8pPr>
            <a:lvl9pPr marL="0" indent="0">
              <a:spcBef>
                <a:spcPts val="0"/>
              </a:spcBef>
              <a:buNone/>
              <a:defRPr sz="100" b="0">
                <a:noFill/>
              </a:defRPr>
            </a:lvl9pPr>
          </a:lstStyle>
          <a:p>
            <a:pPr lvl="0"/>
            <a:r>
              <a:rPr lang="de-DE" noProof="0"/>
              <a:t> </a:t>
            </a:r>
          </a:p>
        </p:txBody>
      </p:sp>
      <p:sp>
        <p:nvSpPr>
          <p:cNvPr id="56" name="Text Placeholder 55">
            <a:extLst>
              <a:ext uri="{FF2B5EF4-FFF2-40B4-BE49-F238E27FC236}">
                <a16:creationId xmlns:a16="http://schemas.microsoft.com/office/drawing/2014/main" id="{CB56FAC6-F5E9-ED86-BEF2-F00C3C36FB5B}"/>
              </a:ext>
            </a:extLst>
          </p:cNvPr>
          <p:cNvSpPr>
            <a:spLocks noGrp="1"/>
          </p:cNvSpPr>
          <p:nvPr>
            <p:ph type="body" sz="quarter" idx="39" hasCustomPrompt="1"/>
          </p:nvPr>
        </p:nvSpPr>
        <p:spPr bwMode="invGray">
          <a:xfrm>
            <a:off x="6312024" y="2427819"/>
            <a:ext cx="148381" cy="496755"/>
          </a:xfrm>
          <a:custGeom>
            <a:avLst/>
            <a:gdLst>
              <a:gd name="connsiteX0" fmla="*/ 0 w 148381"/>
              <a:gd name="connsiteY0" fmla="*/ 0 h 496755"/>
              <a:gd name="connsiteX1" fmla="*/ 148381 w 148381"/>
              <a:gd name="connsiteY1" fmla="*/ 0 h 496755"/>
              <a:gd name="connsiteX2" fmla="*/ 148381 w 148381"/>
              <a:gd name="connsiteY2" fmla="*/ 496755 h 496755"/>
              <a:gd name="connsiteX3" fmla="*/ 0 w 148381"/>
              <a:gd name="connsiteY3" fmla="*/ 496755 h 496755"/>
            </a:gdLst>
            <a:ahLst/>
            <a:cxnLst>
              <a:cxn ang="0">
                <a:pos x="connsiteX0" y="connsiteY0"/>
              </a:cxn>
              <a:cxn ang="0">
                <a:pos x="connsiteX1" y="connsiteY1"/>
              </a:cxn>
              <a:cxn ang="0">
                <a:pos x="connsiteX2" y="connsiteY2"/>
              </a:cxn>
              <a:cxn ang="0">
                <a:pos x="connsiteX3" y="connsiteY3"/>
              </a:cxn>
            </a:cxnLst>
            <a:rect l="l" t="t" r="r" b="b"/>
            <a:pathLst>
              <a:path w="148381" h="496755">
                <a:moveTo>
                  <a:pt x="0" y="0"/>
                </a:moveTo>
                <a:lnTo>
                  <a:pt x="148381" y="0"/>
                </a:lnTo>
                <a:lnTo>
                  <a:pt x="148381" y="496755"/>
                </a:lnTo>
                <a:lnTo>
                  <a:pt x="0" y="496755"/>
                </a:lnTo>
                <a:close/>
              </a:path>
            </a:pathLst>
          </a:custGeom>
          <a:solidFill>
            <a:schemeClr val="accent3"/>
          </a:solidFill>
        </p:spPr>
        <p:txBody>
          <a:bodyPr wrap="square">
            <a:noAutofit/>
          </a:bodyPr>
          <a:lstStyle>
            <a:lvl1pPr marL="0" indent="0">
              <a:spcBef>
                <a:spcPts val="0"/>
              </a:spcBef>
              <a:buFont typeface="Skeena" panose="020B0604020202020204" pitchFamily="34" charset="0"/>
              <a:buNone/>
              <a:defRPr sz="100" b="0">
                <a:noFill/>
              </a:defRPr>
            </a:lvl1pPr>
            <a:lvl2pPr marL="0" indent="0">
              <a:spcBef>
                <a:spcPts val="0"/>
              </a:spcBef>
              <a:buFont typeface="Skeena" panose="020B0604020202020204" pitchFamily="34" charset="0"/>
              <a:buNone/>
              <a:defRPr sz="100" b="0">
                <a:noFill/>
              </a:defRPr>
            </a:lvl2pPr>
            <a:lvl3pPr marL="0" indent="0">
              <a:spcBef>
                <a:spcPts val="0"/>
              </a:spcBef>
              <a:buNone/>
              <a:defRPr sz="100" b="0">
                <a:noFill/>
              </a:defRPr>
            </a:lvl3pPr>
            <a:lvl4pPr marL="0" indent="0">
              <a:spcBef>
                <a:spcPts val="0"/>
              </a:spcBef>
              <a:buNone/>
              <a:defRPr sz="100" b="0">
                <a:noFill/>
              </a:defRPr>
            </a:lvl4pPr>
            <a:lvl5pPr marL="0" indent="0">
              <a:spcBef>
                <a:spcPts val="0"/>
              </a:spcBef>
              <a:buNone/>
              <a:defRPr sz="100" b="0">
                <a:noFill/>
              </a:defRPr>
            </a:lvl5pPr>
            <a:lvl6pPr marL="0" indent="0">
              <a:spcBef>
                <a:spcPts val="0"/>
              </a:spcBef>
              <a:buNone/>
              <a:defRPr sz="100" b="0">
                <a:noFill/>
              </a:defRPr>
            </a:lvl6pPr>
            <a:lvl7pPr marL="0" indent="0">
              <a:spcBef>
                <a:spcPts val="0"/>
              </a:spcBef>
              <a:buNone/>
              <a:defRPr sz="100" b="0">
                <a:noFill/>
              </a:defRPr>
            </a:lvl7pPr>
            <a:lvl8pPr marL="0" indent="0">
              <a:spcBef>
                <a:spcPts val="0"/>
              </a:spcBef>
              <a:buNone/>
              <a:defRPr sz="100" b="0">
                <a:noFill/>
              </a:defRPr>
            </a:lvl8pPr>
            <a:lvl9pPr marL="0" indent="0">
              <a:spcBef>
                <a:spcPts val="0"/>
              </a:spcBef>
              <a:buNone/>
              <a:defRPr sz="100" b="0">
                <a:noFill/>
              </a:defRPr>
            </a:lvl9pPr>
          </a:lstStyle>
          <a:p>
            <a:pPr lvl="0"/>
            <a:r>
              <a:rPr lang="de-DE" noProof="0"/>
              <a:t> </a:t>
            </a:r>
          </a:p>
        </p:txBody>
      </p:sp>
      <p:sp>
        <p:nvSpPr>
          <p:cNvPr id="57" name="Text Placeholder 56">
            <a:extLst>
              <a:ext uri="{FF2B5EF4-FFF2-40B4-BE49-F238E27FC236}">
                <a16:creationId xmlns:a16="http://schemas.microsoft.com/office/drawing/2014/main" id="{33A4D0D3-1C23-A91D-CD71-E0C1A0A1B6AD}"/>
              </a:ext>
            </a:extLst>
          </p:cNvPr>
          <p:cNvSpPr>
            <a:spLocks noGrp="1"/>
          </p:cNvSpPr>
          <p:nvPr>
            <p:ph type="body" sz="quarter" idx="40" hasCustomPrompt="1"/>
          </p:nvPr>
        </p:nvSpPr>
        <p:spPr bwMode="invGray">
          <a:xfrm>
            <a:off x="6460405" y="3935807"/>
            <a:ext cx="496755" cy="148381"/>
          </a:xfrm>
          <a:custGeom>
            <a:avLst/>
            <a:gdLst>
              <a:gd name="connsiteX0" fmla="*/ 0 w 496755"/>
              <a:gd name="connsiteY0" fmla="*/ 0 h 148381"/>
              <a:gd name="connsiteX1" fmla="*/ 496755 w 496755"/>
              <a:gd name="connsiteY1" fmla="*/ 0 h 148381"/>
              <a:gd name="connsiteX2" fmla="*/ 496755 w 496755"/>
              <a:gd name="connsiteY2" fmla="*/ 148381 h 148381"/>
              <a:gd name="connsiteX3" fmla="*/ 0 w 496755"/>
              <a:gd name="connsiteY3" fmla="*/ 148381 h 148381"/>
            </a:gdLst>
            <a:ahLst/>
            <a:cxnLst>
              <a:cxn ang="0">
                <a:pos x="connsiteX0" y="connsiteY0"/>
              </a:cxn>
              <a:cxn ang="0">
                <a:pos x="connsiteX1" y="connsiteY1"/>
              </a:cxn>
              <a:cxn ang="0">
                <a:pos x="connsiteX2" y="connsiteY2"/>
              </a:cxn>
              <a:cxn ang="0">
                <a:pos x="connsiteX3" y="connsiteY3"/>
              </a:cxn>
            </a:cxnLst>
            <a:rect l="l" t="t" r="r" b="b"/>
            <a:pathLst>
              <a:path w="496755" h="148381">
                <a:moveTo>
                  <a:pt x="0" y="0"/>
                </a:moveTo>
                <a:lnTo>
                  <a:pt x="496755" y="0"/>
                </a:lnTo>
                <a:lnTo>
                  <a:pt x="496755" y="148381"/>
                </a:lnTo>
                <a:lnTo>
                  <a:pt x="0" y="148381"/>
                </a:lnTo>
                <a:close/>
              </a:path>
            </a:pathLst>
          </a:custGeom>
          <a:solidFill>
            <a:schemeClr val="accent3"/>
          </a:solidFill>
        </p:spPr>
        <p:txBody>
          <a:bodyPr wrap="square">
            <a:noAutofit/>
          </a:bodyPr>
          <a:lstStyle>
            <a:lvl1pPr marL="0" indent="0">
              <a:spcBef>
                <a:spcPts val="0"/>
              </a:spcBef>
              <a:buFont typeface="Skeena" panose="020B0604020202020204" pitchFamily="34" charset="0"/>
              <a:buNone/>
              <a:defRPr sz="100" b="0">
                <a:noFill/>
              </a:defRPr>
            </a:lvl1pPr>
            <a:lvl2pPr marL="0" indent="0">
              <a:spcBef>
                <a:spcPts val="0"/>
              </a:spcBef>
              <a:buFont typeface="Skeena" panose="020B0604020202020204" pitchFamily="34" charset="0"/>
              <a:buNone/>
              <a:defRPr sz="100" b="0">
                <a:noFill/>
              </a:defRPr>
            </a:lvl2pPr>
            <a:lvl3pPr marL="0" indent="0">
              <a:spcBef>
                <a:spcPts val="0"/>
              </a:spcBef>
              <a:buNone/>
              <a:defRPr sz="100" b="0">
                <a:noFill/>
              </a:defRPr>
            </a:lvl3pPr>
            <a:lvl4pPr marL="0" indent="0">
              <a:spcBef>
                <a:spcPts val="0"/>
              </a:spcBef>
              <a:buNone/>
              <a:defRPr sz="100" b="0">
                <a:noFill/>
              </a:defRPr>
            </a:lvl4pPr>
            <a:lvl5pPr marL="0" indent="0">
              <a:spcBef>
                <a:spcPts val="0"/>
              </a:spcBef>
              <a:buNone/>
              <a:defRPr sz="100" b="0">
                <a:noFill/>
              </a:defRPr>
            </a:lvl5pPr>
            <a:lvl6pPr marL="0" indent="0">
              <a:spcBef>
                <a:spcPts val="0"/>
              </a:spcBef>
              <a:buNone/>
              <a:defRPr sz="100" b="0">
                <a:noFill/>
              </a:defRPr>
            </a:lvl6pPr>
            <a:lvl7pPr marL="0" indent="0">
              <a:spcBef>
                <a:spcPts val="0"/>
              </a:spcBef>
              <a:buNone/>
              <a:defRPr sz="100" b="0">
                <a:noFill/>
              </a:defRPr>
            </a:lvl7pPr>
            <a:lvl8pPr marL="0" indent="0">
              <a:spcBef>
                <a:spcPts val="0"/>
              </a:spcBef>
              <a:buNone/>
              <a:defRPr sz="100" b="0">
                <a:noFill/>
              </a:defRPr>
            </a:lvl8pPr>
            <a:lvl9pPr marL="0" indent="0">
              <a:spcBef>
                <a:spcPts val="0"/>
              </a:spcBef>
              <a:buNone/>
              <a:defRPr sz="100" b="0">
                <a:noFill/>
              </a:defRPr>
            </a:lvl9pPr>
          </a:lstStyle>
          <a:p>
            <a:pPr lvl="0"/>
            <a:r>
              <a:rPr lang="de-DE" noProof="0"/>
              <a:t> </a:t>
            </a:r>
          </a:p>
        </p:txBody>
      </p:sp>
      <p:sp>
        <p:nvSpPr>
          <p:cNvPr id="58" name="Text Placeholder 57">
            <a:extLst>
              <a:ext uri="{FF2B5EF4-FFF2-40B4-BE49-F238E27FC236}">
                <a16:creationId xmlns:a16="http://schemas.microsoft.com/office/drawing/2014/main" id="{8250118E-33E8-A98B-7FB3-F0119E495F50}"/>
              </a:ext>
            </a:extLst>
          </p:cNvPr>
          <p:cNvSpPr>
            <a:spLocks noGrp="1"/>
          </p:cNvSpPr>
          <p:nvPr>
            <p:ph type="body" sz="quarter" idx="41" hasCustomPrompt="1"/>
          </p:nvPr>
        </p:nvSpPr>
        <p:spPr bwMode="invGray">
          <a:xfrm>
            <a:off x="6312024" y="4084188"/>
            <a:ext cx="148381" cy="496755"/>
          </a:xfrm>
          <a:custGeom>
            <a:avLst/>
            <a:gdLst>
              <a:gd name="connsiteX0" fmla="*/ 0 w 148381"/>
              <a:gd name="connsiteY0" fmla="*/ 0 h 496755"/>
              <a:gd name="connsiteX1" fmla="*/ 148381 w 148381"/>
              <a:gd name="connsiteY1" fmla="*/ 0 h 496755"/>
              <a:gd name="connsiteX2" fmla="*/ 148381 w 148381"/>
              <a:gd name="connsiteY2" fmla="*/ 496755 h 496755"/>
              <a:gd name="connsiteX3" fmla="*/ 0 w 148381"/>
              <a:gd name="connsiteY3" fmla="*/ 496755 h 496755"/>
            </a:gdLst>
            <a:ahLst/>
            <a:cxnLst>
              <a:cxn ang="0">
                <a:pos x="connsiteX0" y="connsiteY0"/>
              </a:cxn>
              <a:cxn ang="0">
                <a:pos x="connsiteX1" y="connsiteY1"/>
              </a:cxn>
              <a:cxn ang="0">
                <a:pos x="connsiteX2" y="connsiteY2"/>
              </a:cxn>
              <a:cxn ang="0">
                <a:pos x="connsiteX3" y="connsiteY3"/>
              </a:cxn>
            </a:cxnLst>
            <a:rect l="l" t="t" r="r" b="b"/>
            <a:pathLst>
              <a:path w="148381" h="496755">
                <a:moveTo>
                  <a:pt x="0" y="0"/>
                </a:moveTo>
                <a:lnTo>
                  <a:pt x="148381" y="0"/>
                </a:lnTo>
                <a:lnTo>
                  <a:pt x="148381" y="496755"/>
                </a:lnTo>
                <a:lnTo>
                  <a:pt x="0" y="496755"/>
                </a:lnTo>
                <a:close/>
              </a:path>
            </a:pathLst>
          </a:custGeom>
          <a:solidFill>
            <a:schemeClr val="accent3"/>
          </a:solidFill>
        </p:spPr>
        <p:txBody>
          <a:bodyPr wrap="square">
            <a:noAutofit/>
          </a:bodyPr>
          <a:lstStyle>
            <a:lvl1pPr marL="0" indent="0">
              <a:spcBef>
                <a:spcPts val="0"/>
              </a:spcBef>
              <a:buFont typeface="Skeena" panose="020B0604020202020204" pitchFamily="34" charset="0"/>
              <a:buNone/>
              <a:defRPr sz="100" b="0">
                <a:noFill/>
              </a:defRPr>
            </a:lvl1pPr>
            <a:lvl2pPr marL="0" indent="0">
              <a:spcBef>
                <a:spcPts val="0"/>
              </a:spcBef>
              <a:buFont typeface="Skeena" panose="020B0604020202020204" pitchFamily="34" charset="0"/>
              <a:buNone/>
              <a:defRPr sz="100" b="0">
                <a:noFill/>
              </a:defRPr>
            </a:lvl2pPr>
            <a:lvl3pPr marL="0" indent="0">
              <a:spcBef>
                <a:spcPts val="0"/>
              </a:spcBef>
              <a:buNone/>
              <a:defRPr sz="100" b="0">
                <a:noFill/>
              </a:defRPr>
            </a:lvl3pPr>
            <a:lvl4pPr marL="0" indent="0">
              <a:spcBef>
                <a:spcPts val="0"/>
              </a:spcBef>
              <a:buNone/>
              <a:defRPr sz="100" b="0">
                <a:noFill/>
              </a:defRPr>
            </a:lvl4pPr>
            <a:lvl5pPr marL="0" indent="0">
              <a:spcBef>
                <a:spcPts val="0"/>
              </a:spcBef>
              <a:buNone/>
              <a:defRPr sz="100" b="0">
                <a:noFill/>
              </a:defRPr>
            </a:lvl5pPr>
            <a:lvl6pPr marL="0" indent="0">
              <a:spcBef>
                <a:spcPts val="0"/>
              </a:spcBef>
              <a:buNone/>
              <a:defRPr sz="100" b="0">
                <a:noFill/>
              </a:defRPr>
            </a:lvl6pPr>
            <a:lvl7pPr marL="0" indent="0">
              <a:spcBef>
                <a:spcPts val="0"/>
              </a:spcBef>
              <a:buNone/>
              <a:defRPr sz="100" b="0">
                <a:noFill/>
              </a:defRPr>
            </a:lvl7pPr>
            <a:lvl8pPr marL="0" indent="0">
              <a:spcBef>
                <a:spcPts val="0"/>
              </a:spcBef>
              <a:buNone/>
              <a:defRPr sz="100" b="0">
                <a:noFill/>
              </a:defRPr>
            </a:lvl8pPr>
            <a:lvl9pPr marL="0" indent="0">
              <a:spcBef>
                <a:spcPts val="0"/>
              </a:spcBef>
              <a:buNone/>
              <a:defRPr sz="100" b="0">
                <a:noFill/>
              </a:defRPr>
            </a:lvl9pPr>
          </a:lstStyle>
          <a:p>
            <a:pPr lvl="0"/>
            <a:r>
              <a:rPr lang="de-DE" noProof="0"/>
              <a:t> </a:t>
            </a:r>
          </a:p>
        </p:txBody>
      </p:sp>
      <p:sp>
        <p:nvSpPr>
          <p:cNvPr id="59" name="Text Placeholder 58">
            <a:extLst>
              <a:ext uri="{FF2B5EF4-FFF2-40B4-BE49-F238E27FC236}">
                <a16:creationId xmlns:a16="http://schemas.microsoft.com/office/drawing/2014/main" id="{FDF475BB-63D2-6802-EDAC-4C1944952824}"/>
              </a:ext>
            </a:extLst>
          </p:cNvPr>
          <p:cNvSpPr>
            <a:spLocks noGrp="1"/>
          </p:cNvSpPr>
          <p:nvPr>
            <p:ph type="body" sz="quarter" idx="42" hasCustomPrompt="1"/>
          </p:nvPr>
        </p:nvSpPr>
        <p:spPr bwMode="invGray">
          <a:xfrm>
            <a:off x="6460405" y="5592176"/>
            <a:ext cx="496755" cy="148381"/>
          </a:xfrm>
          <a:custGeom>
            <a:avLst/>
            <a:gdLst>
              <a:gd name="connsiteX0" fmla="*/ 0 w 496755"/>
              <a:gd name="connsiteY0" fmla="*/ 0 h 148381"/>
              <a:gd name="connsiteX1" fmla="*/ 496755 w 496755"/>
              <a:gd name="connsiteY1" fmla="*/ 0 h 148381"/>
              <a:gd name="connsiteX2" fmla="*/ 496755 w 496755"/>
              <a:gd name="connsiteY2" fmla="*/ 148381 h 148381"/>
              <a:gd name="connsiteX3" fmla="*/ 0 w 496755"/>
              <a:gd name="connsiteY3" fmla="*/ 148381 h 148381"/>
            </a:gdLst>
            <a:ahLst/>
            <a:cxnLst>
              <a:cxn ang="0">
                <a:pos x="connsiteX0" y="connsiteY0"/>
              </a:cxn>
              <a:cxn ang="0">
                <a:pos x="connsiteX1" y="connsiteY1"/>
              </a:cxn>
              <a:cxn ang="0">
                <a:pos x="connsiteX2" y="connsiteY2"/>
              </a:cxn>
              <a:cxn ang="0">
                <a:pos x="connsiteX3" y="connsiteY3"/>
              </a:cxn>
            </a:cxnLst>
            <a:rect l="l" t="t" r="r" b="b"/>
            <a:pathLst>
              <a:path w="496755" h="148381">
                <a:moveTo>
                  <a:pt x="0" y="0"/>
                </a:moveTo>
                <a:lnTo>
                  <a:pt x="496755" y="0"/>
                </a:lnTo>
                <a:lnTo>
                  <a:pt x="496755" y="148381"/>
                </a:lnTo>
                <a:lnTo>
                  <a:pt x="0" y="148381"/>
                </a:lnTo>
                <a:close/>
              </a:path>
            </a:pathLst>
          </a:custGeom>
          <a:solidFill>
            <a:schemeClr val="accent3"/>
          </a:solidFill>
        </p:spPr>
        <p:txBody>
          <a:bodyPr wrap="square">
            <a:noAutofit/>
          </a:bodyPr>
          <a:lstStyle>
            <a:lvl1pPr marL="0" indent="0">
              <a:spcBef>
                <a:spcPts val="0"/>
              </a:spcBef>
              <a:buFont typeface="Skeena" panose="020B0604020202020204" pitchFamily="34" charset="0"/>
              <a:buNone/>
              <a:defRPr sz="100" b="0">
                <a:noFill/>
              </a:defRPr>
            </a:lvl1pPr>
            <a:lvl2pPr marL="0" indent="0">
              <a:spcBef>
                <a:spcPts val="0"/>
              </a:spcBef>
              <a:buFont typeface="Skeena" panose="020B0604020202020204" pitchFamily="34" charset="0"/>
              <a:buNone/>
              <a:defRPr sz="100" b="0">
                <a:noFill/>
              </a:defRPr>
            </a:lvl2pPr>
            <a:lvl3pPr marL="0" indent="0">
              <a:spcBef>
                <a:spcPts val="0"/>
              </a:spcBef>
              <a:buNone/>
              <a:defRPr sz="100" b="0">
                <a:noFill/>
              </a:defRPr>
            </a:lvl3pPr>
            <a:lvl4pPr marL="0" indent="0">
              <a:spcBef>
                <a:spcPts val="0"/>
              </a:spcBef>
              <a:buNone/>
              <a:defRPr sz="100" b="0">
                <a:noFill/>
              </a:defRPr>
            </a:lvl4pPr>
            <a:lvl5pPr marL="0" indent="0">
              <a:spcBef>
                <a:spcPts val="0"/>
              </a:spcBef>
              <a:buNone/>
              <a:defRPr sz="100" b="0">
                <a:noFill/>
              </a:defRPr>
            </a:lvl5pPr>
            <a:lvl6pPr marL="0" indent="0">
              <a:spcBef>
                <a:spcPts val="0"/>
              </a:spcBef>
              <a:buNone/>
              <a:defRPr sz="100" b="0">
                <a:noFill/>
              </a:defRPr>
            </a:lvl6pPr>
            <a:lvl7pPr marL="0" indent="0">
              <a:spcBef>
                <a:spcPts val="0"/>
              </a:spcBef>
              <a:buNone/>
              <a:defRPr sz="100" b="0">
                <a:noFill/>
              </a:defRPr>
            </a:lvl7pPr>
            <a:lvl8pPr marL="0" indent="0">
              <a:spcBef>
                <a:spcPts val="0"/>
              </a:spcBef>
              <a:buNone/>
              <a:defRPr sz="100" b="0">
                <a:noFill/>
              </a:defRPr>
            </a:lvl8pPr>
            <a:lvl9pPr marL="0" indent="0">
              <a:spcBef>
                <a:spcPts val="0"/>
              </a:spcBef>
              <a:buNone/>
              <a:defRPr sz="100" b="0">
                <a:noFill/>
              </a:defRPr>
            </a:lvl9pPr>
          </a:lstStyle>
          <a:p>
            <a:pPr lvl="0"/>
            <a:r>
              <a:rPr lang="de-DE" noProof="0"/>
              <a:t> </a:t>
            </a:r>
          </a:p>
        </p:txBody>
      </p:sp>
      <p:sp>
        <p:nvSpPr>
          <p:cNvPr id="60" name="Text Placeholder 59">
            <a:extLst>
              <a:ext uri="{FF2B5EF4-FFF2-40B4-BE49-F238E27FC236}">
                <a16:creationId xmlns:a16="http://schemas.microsoft.com/office/drawing/2014/main" id="{7A36D9D3-E425-FAD9-D386-02E9C80A5A5A}"/>
              </a:ext>
            </a:extLst>
          </p:cNvPr>
          <p:cNvSpPr>
            <a:spLocks noGrp="1"/>
          </p:cNvSpPr>
          <p:nvPr>
            <p:ph type="body" sz="quarter" idx="43" hasCustomPrompt="1"/>
          </p:nvPr>
        </p:nvSpPr>
        <p:spPr bwMode="invGray">
          <a:xfrm>
            <a:off x="6312024" y="5740557"/>
            <a:ext cx="148381" cy="496755"/>
          </a:xfrm>
          <a:custGeom>
            <a:avLst/>
            <a:gdLst>
              <a:gd name="connsiteX0" fmla="*/ 0 w 148381"/>
              <a:gd name="connsiteY0" fmla="*/ 0 h 496755"/>
              <a:gd name="connsiteX1" fmla="*/ 148381 w 148381"/>
              <a:gd name="connsiteY1" fmla="*/ 0 h 496755"/>
              <a:gd name="connsiteX2" fmla="*/ 148381 w 148381"/>
              <a:gd name="connsiteY2" fmla="*/ 496755 h 496755"/>
              <a:gd name="connsiteX3" fmla="*/ 0 w 148381"/>
              <a:gd name="connsiteY3" fmla="*/ 496755 h 496755"/>
            </a:gdLst>
            <a:ahLst/>
            <a:cxnLst>
              <a:cxn ang="0">
                <a:pos x="connsiteX0" y="connsiteY0"/>
              </a:cxn>
              <a:cxn ang="0">
                <a:pos x="connsiteX1" y="connsiteY1"/>
              </a:cxn>
              <a:cxn ang="0">
                <a:pos x="connsiteX2" y="connsiteY2"/>
              </a:cxn>
              <a:cxn ang="0">
                <a:pos x="connsiteX3" y="connsiteY3"/>
              </a:cxn>
            </a:cxnLst>
            <a:rect l="l" t="t" r="r" b="b"/>
            <a:pathLst>
              <a:path w="148381" h="496755">
                <a:moveTo>
                  <a:pt x="0" y="0"/>
                </a:moveTo>
                <a:lnTo>
                  <a:pt x="148381" y="0"/>
                </a:lnTo>
                <a:lnTo>
                  <a:pt x="148381" y="496755"/>
                </a:lnTo>
                <a:lnTo>
                  <a:pt x="0" y="496755"/>
                </a:lnTo>
                <a:close/>
              </a:path>
            </a:pathLst>
          </a:custGeom>
          <a:solidFill>
            <a:schemeClr val="accent3"/>
          </a:solidFill>
        </p:spPr>
        <p:txBody>
          <a:bodyPr wrap="square">
            <a:noAutofit/>
          </a:bodyPr>
          <a:lstStyle>
            <a:lvl1pPr marL="0" indent="0">
              <a:spcBef>
                <a:spcPts val="0"/>
              </a:spcBef>
              <a:buFont typeface="Skeena" panose="020B0604020202020204" pitchFamily="34" charset="0"/>
              <a:buNone/>
              <a:defRPr sz="100" b="0">
                <a:noFill/>
              </a:defRPr>
            </a:lvl1pPr>
            <a:lvl2pPr marL="0" indent="0">
              <a:spcBef>
                <a:spcPts val="0"/>
              </a:spcBef>
              <a:buFont typeface="Skeena" panose="020B0604020202020204" pitchFamily="34" charset="0"/>
              <a:buNone/>
              <a:defRPr sz="100" b="0">
                <a:noFill/>
              </a:defRPr>
            </a:lvl2pPr>
            <a:lvl3pPr marL="0" indent="0">
              <a:spcBef>
                <a:spcPts val="0"/>
              </a:spcBef>
              <a:buNone/>
              <a:defRPr sz="100" b="0">
                <a:noFill/>
              </a:defRPr>
            </a:lvl3pPr>
            <a:lvl4pPr marL="0" indent="0">
              <a:spcBef>
                <a:spcPts val="0"/>
              </a:spcBef>
              <a:buNone/>
              <a:defRPr sz="100" b="0">
                <a:noFill/>
              </a:defRPr>
            </a:lvl4pPr>
            <a:lvl5pPr marL="0" indent="0">
              <a:spcBef>
                <a:spcPts val="0"/>
              </a:spcBef>
              <a:buNone/>
              <a:defRPr sz="100" b="0">
                <a:noFill/>
              </a:defRPr>
            </a:lvl5pPr>
            <a:lvl6pPr marL="0" indent="0">
              <a:spcBef>
                <a:spcPts val="0"/>
              </a:spcBef>
              <a:buNone/>
              <a:defRPr sz="100" b="0">
                <a:noFill/>
              </a:defRPr>
            </a:lvl6pPr>
            <a:lvl7pPr marL="0" indent="0">
              <a:spcBef>
                <a:spcPts val="0"/>
              </a:spcBef>
              <a:buNone/>
              <a:defRPr sz="100" b="0">
                <a:noFill/>
              </a:defRPr>
            </a:lvl7pPr>
            <a:lvl8pPr marL="0" indent="0">
              <a:spcBef>
                <a:spcPts val="0"/>
              </a:spcBef>
              <a:buNone/>
              <a:defRPr sz="100" b="0">
                <a:noFill/>
              </a:defRPr>
            </a:lvl8pPr>
            <a:lvl9pPr marL="0" indent="0">
              <a:spcBef>
                <a:spcPts val="0"/>
              </a:spcBef>
              <a:buNone/>
              <a:defRPr sz="100" b="0">
                <a:noFill/>
              </a:defRPr>
            </a:lvl9pPr>
          </a:lstStyle>
          <a:p>
            <a:pPr lvl="0"/>
            <a:r>
              <a:rPr lang="de-DE" noProof="0"/>
              <a:t> </a:t>
            </a:r>
          </a:p>
        </p:txBody>
      </p:sp>
    </p:spTree>
    <p:extLst>
      <p:ext uri="{BB962C8B-B14F-4D97-AF65-F5344CB8AC3E}">
        <p14:creationId xmlns:p14="http://schemas.microsoft.com/office/powerpoint/2010/main" val="166154342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 Kapiteltrennfolie mit Bild (rechts)">
    <p:spTree>
      <p:nvGrpSpPr>
        <p:cNvPr id="1" name=""/>
        <p:cNvGrpSpPr/>
        <p:nvPr/>
      </p:nvGrpSpPr>
      <p:grpSpPr>
        <a:xfrm>
          <a:off x="0" y="0"/>
          <a:ext cx="0" cy="0"/>
          <a:chOff x="0" y="0"/>
          <a:chExt cx="0" cy="0"/>
        </a:xfrm>
      </p:grpSpPr>
      <p:sp>
        <p:nvSpPr>
          <p:cNvPr id="40" name="Picture Placeholder 17">
            <a:extLst>
              <a:ext uri="{FF2B5EF4-FFF2-40B4-BE49-F238E27FC236}">
                <a16:creationId xmlns:a16="http://schemas.microsoft.com/office/drawing/2014/main" id="{0D46E141-FAAF-E9A6-B1EB-37D5D14C4023}"/>
              </a:ext>
            </a:extLst>
          </p:cNvPr>
          <p:cNvSpPr>
            <a:spLocks noGrp="1"/>
          </p:cNvSpPr>
          <p:nvPr>
            <p:ph type="pic" sz="quarter" idx="22"/>
          </p:nvPr>
        </p:nvSpPr>
        <p:spPr bwMode="invGray">
          <a:xfrm>
            <a:off x="7860564" y="2526561"/>
            <a:ext cx="4331436" cy="4331439"/>
          </a:xfrm>
        </p:spPr>
        <p:txBody>
          <a:bodyPr tIns="648000" anchor="ctr"/>
          <a:lstStyle>
            <a:lvl1pPr algn="ctr">
              <a:spcBef>
                <a:spcPts val="0"/>
              </a:spcBef>
              <a:defRPr sz="1600" b="0"/>
            </a:lvl1pPr>
          </a:lstStyle>
          <a:p>
            <a:r>
              <a:rPr lang="de-DE" noProof="0" dirty="0"/>
              <a:t>Bild durch Klicken auf Symbol hinzufügen</a:t>
            </a:r>
          </a:p>
        </p:txBody>
      </p:sp>
      <p:grpSp>
        <p:nvGrpSpPr>
          <p:cNvPr id="41" name="Group 40">
            <a:extLst>
              <a:ext uri="{FF2B5EF4-FFF2-40B4-BE49-F238E27FC236}">
                <a16:creationId xmlns:a16="http://schemas.microsoft.com/office/drawing/2014/main" id="{82A912F9-275B-C7C6-7D6F-F7EE4DB15DD1}"/>
              </a:ext>
            </a:extLst>
          </p:cNvPr>
          <p:cNvGrpSpPr>
            <a:grpSpLocks noChangeAspect="1"/>
          </p:cNvGrpSpPr>
          <p:nvPr userDrawn="1"/>
        </p:nvGrpSpPr>
        <p:grpSpPr bwMode="invGray">
          <a:xfrm>
            <a:off x="6566754" y="1232756"/>
            <a:ext cx="5625248" cy="5625246"/>
            <a:chOff x="5118212" y="1097010"/>
            <a:chExt cx="3600003" cy="3600000"/>
          </a:xfrm>
          <a:solidFill>
            <a:schemeClr val="accent3"/>
          </a:solidFill>
        </p:grpSpPr>
        <p:sp>
          <p:nvSpPr>
            <p:cNvPr id="42" name="Rectangle 41">
              <a:extLst>
                <a:ext uri="{FF2B5EF4-FFF2-40B4-BE49-F238E27FC236}">
                  <a16:creationId xmlns:a16="http://schemas.microsoft.com/office/drawing/2014/main" id="{87540F96-326B-4427-0D5C-14DBF0F727C7}"/>
                </a:ext>
              </a:extLst>
            </p:cNvPr>
            <p:cNvSpPr>
              <a:spLocks noChangeAspect="1"/>
            </p:cNvSpPr>
            <p:nvPr userDrawn="1"/>
          </p:nvSpPr>
          <p:spPr bwMode="invGray">
            <a:xfrm>
              <a:off x="5946214" y="1097010"/>
              <a:ext cx="2772001" cy="82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43" name="Rectangle 42">
              <a:extLst>
                <a:ext uri="{FF2B5EF4-FFF2-40B4-BE49-F238E27FC236}">
                  <a16:creationId xmlns:a16="http://schemas.microsoft.com/office/drawing/2014/main" id="{E78704B2-8E28-7D64-3777-D6D6B155B8E6}"/>
                </a:ext>
              </a:extLst>
            </p:cNvPr>
            <p:cNvSpPr>
              <a:spLocks noChangeAspect="1"/>
            </p:cNvSpPr>
            <p:nvPr userDrawn="1"/>
          </p:nvSpPr>
          <p:spPr bwMode="invGray">
            <a:xfrm>
              <a:off x="5118212" y="1925010"/>
              <a:ext cx="828000" cy="277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sp>
        <p:nvSpPr>
          <p:cNvPr id="9" name="Text Placeholder 10">
            <a:extLst>
              <a:ext uri="{FF2B5EF4-FFF2-40B4-BE49-F238E27FC236}">
                <a16:creationId xmlns:a16="http://schemas.microsoft.com/office/drawing/2014/main" id="{93827F3F-23F6-3143-81F1-510EE74CD825}"/>
              </a:ext>
            </a:extLst>
          </p:cNvPr>
          <p:cNvSpPr>
            <a:spLocks noGrp="1"/>
          </p:cNvSpPr>
          <p:nvPr>
            <p:ph type="body" sz="quarter" idx="12" hasCustomPrompt="1"/>
          </p:nvPr>
        </p:nvSpPr>
        <p:spPr bwMode="invGray">
          <a:xfrm>
            <a:off x="371364" y="944724"/>
            <a:ext cx="2520000" cy="1728000"/>
          </a:xfrm>
        </p:spPr>
        <p:txBody>
          <a:bodyPr wrap="none" anchor="ctr">
            <a:noAutofit/>
          </a:bodyPr>
          <a:lstStyle>
            <a:lvl1pPr marL="0" indent="0" algn="l">
              <a:spcBef>
                <a:spcPts val="0"/>
              </a:spcBef>
              <a:buFont typeface="Skeena" panose="020B0604020202020204" pitchFamily="34" charset="0"/>
              <a:buNone/>
              <a:defRPr sz="15400" b="0">
                <a:solidFill>
                  <a:schemeClr val="tx1"/>
                </a:solidFill>
              </a:defRPr>
            </a:lvl1pPr>
            <a:lvl2pPr marL="0" indent="0" algn="l">
              <a:spcBef>
                <a:spcPts val="0"/>
              </a:spcBef>
              <a:buFont typeface="Skeena" panose="020B0604020202020204" pitchFamily="34" charset="0"/>
              <a:buNone/>
              <a:defRPr sz="15400" b="0">
                <a:solidFill>
                  <a:schemeClr val="tx1"/>
                </a:solidFill>
              </a:defRPr>
            </a:lvl2pPr>
            <a:lvl3pPr marL="0" indent="0" algn="l">
              <a:spcBef>
                <a:spcPts val="0"/>
              </a:spcBef>
              <a:buNone/>
              <a:defRPr sz="15400" b="0">
                <a:solidFill>
                  <a:schemeClr val="tx1"/>
                </a:solidFill>
              </a:defRPr>
            </a:lvl3pPr>
            <a:lvl4pPr marL="0" indent="0" algn="l">
              <a:spcBef>
                <a:spcPts val="0"/>
              </a:spcBef>
              <a:buNone/>
              <a:defRPr sz="15400" b="0">
                <a:solidFill>
                  <a:schemeClr val="tx1"/>
                </a:solidFill>
              </a:defRPr>
            </a:lvl4pPr>
            <a:lvl5pPr marL="0" indent="0" algn="l">
              <a:spcBef>
                <a:spcPts val="0"/>
              </a:spcBef>
              <a:buNone/>
              <a:defRPr sz="15400" b="0">
                <a:solidFill>
                  <a:schemeClr val="tx1"/>
                </a:solidFill>
              </a:defRPr>
            </a:lvl5pPr>
            <a:lvl6pPr marL="0" indent="0" algn="l">
              <a:spcBef>
                <a:spcPts val="0"/>
              </a:spcBef>
              <a:buNone/>
              <a:defRPr sz="15400" b="0">
                <a:solidFill>
                  <a:schemeClr val="tx1"/>
                </a:solidFill>
              </a:defRPr>
            </a:lvl6pPr>
            <a:lvl7pPr marL="0" indent="0" algn="l">
              <a:spcBef>
                <a:spcPts val="0"/>
              </a:spcBef>
              <a:buNone/>
              <a:defRPr sz="15400" b="0">
                <a:solidFill>
                  <a:schemeClr val="tx1"/>
                </a:solidFill>
              </a:defRPr>
            </a:lvl7pPr>
            <a:lvl8pPr marL="0" indent="0" algn="l">
              <a:spcBef>
                <a:spcPts val="0"/>
              </a:spcBef>
              <a:buNone/>
              <a:defRPr sz="15400" b="0">
                <a:solidFill>
                  <a:schemeClr val="tx1"/>
                </a:solidFill>
              </a:defRPr>
            </a:lvl8pPr>
            <a:lvl9pPr marL="0" indent="0" algn="l">
              <a:spcBef>
                <a:spcPts val="0"/>
              </a:spcBef>
              <a:buNone/>
              <a:defRPr sz="15400" b="0">
                <a:solidFill>
                  <a:schemeClr val="tx1"/>
                </a:solidFill>
              </a:defRPr>
            </a:lvl9pPr>
          </a:lstStyle>
          <a:p>
            <a:pPr lvl="0"/>
            <a:r>
              <a:rPr lang="de-DE" noProof="0"/>
              <a:t>0X</a:t>
            </a:r>
          </a:p>
        </p:txBody>
      </p:sp>
      <p:sp>
        <p:nvSpPr>
          <p:cNvPr id="12" name="Text Placeholder 10">
            <a:extLst>
              <a:ext uri="{FF2B5EF4-FFF2-40B4-BE49-F238E27FC236}">
                <a16:creationId xmlns:a16="http://schemas.microsoft.com/office/drawing/2014/main" id="{91FA5F87-1B99-D661-5A5F-85AAB0F9F7F0}"/>
              </a:ext>
            </a:extLst>
          </p:cNvPr>
          <p:cNvSpPr txBox="1">
            <a:spLocks/>
          </p:cNvSpPr>
          <p:nvPr userDrawn="1"/>
        </p:nvSpPr>
        <p:spPr bwMode="invGray">
          <a:xfrm>
            <a:off x="9061233" y="316267"/>
            <a:ext cx="2723399" cy="306000"/>
          </a:xfrm>
          <a:prstGeom prst="rect">
            <a:avLst/>
          </a:prstGeom>
          <a:blipFill>
            <a:blip r:embed="rId2"/>
            <a:stretch>
              <a:fillRect/>
            </a:stretch>
          </a:blipFill>
        </p:spPr>
        <p:txBody>
          <a:bodyPr/>
          <a:lstStyle>
            <a:lvl1pPr marL="0" indent="0" algn="l" defTabSz="914400" rtl="0" eaLnBrk="1" latinLnBrk="0" hangingPunct="1">
              <a:lnSpc>
                <a:spcPct val="100000"/>
              </a:lnSpc>
              <a:spcBef>
                <a:spcPts val="0"/>
              </a:spcBef>
              <a:buFont typeface="Skeena" panose="020B0604020202020204" pitchFamily="34" charset="0"/>
              <a:buNone/>
              <a:defRPr sz="100" b="0" kern="1200">
                <a:noFill/>
                <a:latin typeface="+mn-lt"/>
                <a:ea typeface="+mn-ea"/>
                <a:cs typeface="+mn-cs"/>
              </a:defRPr>
            </a:lvl1pPr>
            <a:lvl2pPr marL="0" indent="0" algn="l" defTabSz="914400" rtl="0" eaLnBrk="1" latinLnBrk="0" hangingPunct="1">
              <a:lnSpc>
                <a:spcPct val="100000"/>
              </a:lnSpc>
              <a:spcBef>
                <a:spcPts val="0"/>
              </a:spcBef>
              <a:buFont typeface="Skeena" panose="020B0604020202020204" pitchFamily="34" charset="0"/>
              <a:buNone/>
              <a:defRPr sz="100" b="0" kern="1200">
                <a:noFill/>
                <a:latin typeface="+mn-lt"/>
                <a:ea typeface="+mn-ea"/>
                <a:cs typeface="+mn-cs"/>
              </a:defRPr>
            </a:lvl2pPr>
            <a:lvl3pPr marL="0" indent="0" algn="l" defTabSz="914400" rtl="0" eaLnBrk="1" latinLnBrk="0" hangingPunct="1">
              <a:lnSpc>
                <a:spcPct val="100000"/>
              </a:lnSpc>
              <a:spcBef>
                <a:spcPts val="0"/>
              </a:spcBef>
              <a:buFont typeface="Wingdings" panose="05000000000000000000" pitchFamily="2" charset="2"/>
              <a:buNone/>
              <a:defRPr sz="100" b="0" kern="1200">
                <a:noFill/>
                <a:latin typeface="+mn-lt"/>
                <a:ea typeface="+mn-ea"/>
                <a:cs typeface="+mn-cs"/>
              </a:defRPr>
            </a:lvl3pPr>
            <a:lvl4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4pPr>
            <a:lvl5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5pPr>
            <a:lvl6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6pPr>
            <a:lvl7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7pPr>
            <a:lvl8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8pPr>
            <a:lvl9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9pPr>
          </a:lstStyle>
          <a:p>
            <a:r>
              <a:rPr lang="de-DE" noProof="0"/>
              <a:t> </a:t>
            </a:r>
          </a:p>
        </p:txBody>
      </p:sp>
      <p:sp>
        <p:nvSpPr>
          <p:cNvPr id="10" name="Text Placeholder 10">
            <a:extLst>
              <a:ext uri="{FF2B5EF4-FFF2-40B4-BE49-F238E27FC236}">
                <a16:creationId xmlns:a16="http://schemas.microsoft.com/office/drawing/2014/main" id="{2CA61D65-9C5F-4547-248C-B4CABFC35E37}"/>
              </a:ext>
            </a:extLst>
          </p:cNvPr>
          <p:cNvSpPr>
            <a:spLocks noGrp="1"/>
          </p:cNvSpPr>
          <p:nvPr>
            <p:ph type="body" sz="quarter" idx="13" hasCustomPrompt="1"/>
          </p:nvPr>
        </p:nvSpPr>
        <p:spPr bwMode="invGray">
          <a:xfrm>
            <a:off x="407368" y="2913960"/>
            <a:ext cx="5472732" cy="2215991"/>
          </a:xfrm>
        </p:spPr>
        <p:txBody>
          <a:bodyPr wrap="square" anchor="t">
            <a:spAutoFit/>
          </a:bodyPr>
          <a:lstStyle>
            <a:lvl1pPr marL="0" indent="0" algn="l">
              <a:spcBef>
                <a:spcPts val="0"/>
              </a:spcBef>
              <a:buFont typeface="Skeena" panose="020B0604020202020204" pitchFamily="34" charset="0"/>
              <a:buNone/>
              <a:defRPr sz="4800" b="1">
                <a:solidFill>
                  <a:schemeClr val="bg1"/>
                </a:solidFill>
              </a:defRPr>
            </a:lvl1pPr>
            <a:lvl2pPr marL="0" indent="0" algn="l">
              <a:spcBef>
                <a:spcPts val="0"/>
              </a:spcBef>
              <a:buFont typeface="Skeena" panose="020B0604020202020204" pitchFamily="34" charset="0"/>
              <a:buNone/>
              <a:defRPr sz="4800" b="1">
                <a:solidFill>
                  <a:schemeClr val="bg1"/>
                </a:solidFill>
              </a:defRPr>
            </a:lvl2pPr>
            <a:lvl3pPr marL="0" indent="0" algn="l">
              <a:spcBef>
                <a:spcPts val="0"/>
              </a:spcBef>
              <a:buNone/>
              <a:defRPr sz="4800" b="1">
                <a:solidFill>
                  <a:schemeClr val="bg1"/>
                </a:solidFill>
              </a:defRPr>
            </a:lvl3pPr>
            <a:lvl4pPr marL="0" indent="0" algn="l">
              <a:spcBef>
                <a:spcPts val="0"/>
              </a:spcBef>
              <a:buNone/>
              <a:defRPr sz="4800" b="1">
                <a:solidFill>
                  <a:schemeClr val="bg1"/>
                </a:solidFill>
              </a:defRPr>
            </a:lvl4pPr>
            <a:lvl5pPr marL="0" indent="0" algn="l">
              <a:spcBef>
                <a:spcPts val="0"/>
              </a:spcBef>
              <a:buNone/>
              <a:defRPr sz="4800" b="1">
                <a:solidFill>
                  <a:schemeClr val="bg1"/>
                </a:solidFill>
              </a:defRPr>
            </a:lvl5pPr>
            <a:lvl6pPr marL="0" indent="0" algn="l">
              <a:spcBef>
                <a:spcPts val="0"/>
              </a:spcBef>
              <a:buNone/>
              <a:defRPr sz="4800" b="1">
                <a:solidFill>
                  <a:schemeClr val="bg1"/>
                </a:solidFill>
              </a:defRPr>
            </a:lvl6pPr>
            <a:lvl7pPr marL="0" indent="0" algn="l">
              <a:spcBef>
                <a:spcPts val="0"/>
              </a:spcBef>
              <a:buNone/>
              <a:defRPr sz="4800" b="1">
                <a:solidFill>
                  <a:schemeClr val="bg1"/>
                </a:solidFill>
              </a:defRPr>
            </a:lvl7pPr>
            <a:lvl8pPr marL="0" indent="0" algn="l">
              <a:spcBef>
                <a:spcPts val="0"/>
              </a:spcBef>
              <a:buNone/>
              <a:defRPr sz="4800" b="1">
                <a:solidFill>
                  <a:schemeClr val="bg1"/>
                </a:solidFill>
              </a:defRPr>
            </a:lvl8pPr>
            <a:lvl9pPr marL="0" indent="0" algn="l">
              <a:spcBef>
                <a:spcPts val="0"/>
              </a:spcBef>
              <a:buNone/>
              <a:defRPr sz="4800" b="1">
                <a:solidFill>
                  <a:schemeClr val="bg1"/>
                </a:solidFill>
              </a:defRPr>
            </a:lvl9pPr>
          </a:lstStyle>
          <a:p>
            <a:pPr lvl="0"/>
            <a:r>
              <a:rPr lang="de-DE" noProof="0"/>
              <a:t>Kapitelnamen durch Klicken bearbeiten</a:t>
            </a:r>
          </a:p>
        </p:txBody>
      </p:sp>
    </p:spTree>
    <p:extLst>
      <p:ext uri="{BB962C8B-B14F-4D97-AF65-F5344CB8AC3E}">
        <p14:creationId xmlns:p14="http://schemas.microsoft.com/office/powerpoint/2010/main" val="1345562098"/>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 Kapiteltrennfolie ohne Bild">
    <p:spTree>
      <p:nvGrpSpPr>
        <p:cNvPr id="1" name=""/>
        <p:cNvGrpSpPr/>
        <p:nvPr/>
      </p:nvGrpSpPr>
      <p:grpSpPr>
        <a:xfrm>
          <a:off x="0" y="0"/>
          <a:ext cx="0" cy="0"/>
          <a:chOff x="0" y="0"/>
          <a:chExt cx="0" cy="0"/>
        </a:xfrm>
      </p:grpSpPr>
      <p:sp>
        <p:nvSpPr>
          <p:cNvPr id="9" name="Text Placeholder 10">
            <a:extLst>
              <a:ext uri="{FF2B5EF4-FFF2-40B4-BE49-F238E27FC236}">
                <a16:creationId xmlns:a16="http://schemas.microsoft.com/office/drawing/2014/main" id="{93827F3F-23F6-3143-81F1-510EE74CD825}"/>
              </a:ext>
            </a:extLst>
          </p:cNvPr>
          <p:cNvSpPr>
            <a:spLocks noGrp="1"/>
          </p:cNvSpPr>
          <p:nvPr>
            <p:ph type="body" sz="quarter" idx="12" hasCustomPrompt="1"/>
          </p:nvPr>
        </p:nvSpPr>
        <p:spPr bwMode="invGray">
          <a:xfrm>
            <a:off x="371364" y="944724"/>
            <a:ext cx="2520000" cy="1728000"/>
          </a:xfrm>
        </p:spPr>
        <p:txBody>
          <a:bodyPr wrap="none" anchor="ctr">
            <a:noAutofit/>
          </a:bodyPr>
          <a:lstStyle>
            <a:lvl1pPr marL="0" indent="0" algn="l">
              <a:spcBef>
                <a:spcPts val="0"/>
              </a:spcBef>
              <a:buFont typeface="Skeena" panose="020B0604020202020204" pitchFamily="34" charset="0"/>
              <a:buNone/>
              <a:defRPr sz="15400" b="0">
                <a:solidFill>
                  <a:schemeClr val="tx1"/>
                </a:solidFill>
              </a:defRPr>
            </a:lvl1pPr>
            <a:lvl2pPr marL="0" indent="0" algn="l">
              <a:spcBef>
                <a:spcPts val="0"/>
              </a:spcBef>
              <a:buFont typeface="Skeena" panose="020B0604020202020204" pitchFamily="34" charset="0"/>
              <a:buNone/>
              <a:defRPr sz="15400" b="0">
                <a:solidFill>
                  <a:schemeClr val="tx1"/>
                </a:solidFill>
              </a:defRPr>
            </a:lvl2pPr>
            <a:lvl3pPr marL="0" indent="0" algn="l">
              <a:spcBef>
                <a:spcPts val="0"/>
              </a:spcBef>
              <a:buNone/>
              <a:defRPr sz="15400" b="0">
                <a:solidFill>
                  <a:schemeClr val="tx1"/>
                </a:solidFill>
              </a:defRPr>
            </a:lvl3pPr>
            <a:lvl4pPr marL="0" indent="0" algn="l">
              <a:spcBef>
                <a:spcPts val="0"/>
              </a:spcBef>
              <a:buNone/>
              <a:defRPr sz="15400" b="0">
                <a:solidFill>
                  <a:schemeClr val="tx1"/>
                </a:solidFill>
              </a:defRPr>
            </a:lvl4pPr>
            <a:lvl5pPr marL="0" indent="0" algn="l">
              <a:spcBef>
                <a:spcPts val="0"/>
              </a:spcBef>
              <a:buNone/>
              <a:defRPr sz="15400" b="0">
                <a:solidFill>
                  <a:schemeClr val="tx1"/>
                </a:solidFill>
              </a:defRPr>
            </a:lvl5pPr>
            <a:lvl6pPr marL="0" indent="0" algn="l">
              <a:spcBef>
                <a:spcPts val="0"/>
              </a:spcBef>
              <a:buNone/>
              <a:defRPr sz="15400" b="0">
                <a:solidFill>
                  <a:schemeClr val="tx1"/>
                </a:solidFill>
              </a:defRPr>
            </a:lvl6pPr>
            <a:lvl7pPr marL="0" indent="0" algn="l">
              <a:spcBef>
                <a:spcPts val="0"/>
              </a:spcBef>
              <a:buNone/>
              <a:defRPr sz="15400" b="0">
                <a:solidFill>
                  <a:schemeClr val="tx1"/>
                </a:solidFill>
              </a:defRPr>
            </a:lvl7pPr>
            <a:lvl8pPr marL="0" indent="0" algn="l">
              <a:spcBef>
                <a:spcPts val="0"/>
              </a:spcBef>
              <a:buNone/>
              <a:defRPr sz="15400" b="0">
                <a:solidFill>
                  <a:schemeClr val="tx1"/>
                </a:solidFill>
              </a:defRPr>
            </a:lvl8pPr>
            <a:lvl9pPr marL="0" indent="0" algn="l">
              <a:spcBef>
                <a:spcPts val="0"/>
              </a:spcBef>
              <a:buNone/>
              <a:defRPr sz="15400" b="0">
                <a:solidFill>
                  <a:schemeClr val="tx1"/>
                </a:solidFill>
              </a:defRPr>
            </a:lvl9pPr>
          </a:lstStyle>
          <a:p>
            <a:pPr lvl="0"/>
            <a:r>
              <a:rPr lang="de-DE" noProof="0"/>
              <a:t>0X</a:t>
            </a:r>
          </a:p>
        </p:txBody>
      </p:sp>
      <p:sp>
        <p:nvSpPr>
          <p:cNvPr id="12" name="Text Placeholder 10">
            <a:extLst>
              <a:ext uri="{FF2B5EF4-FFF2-40B4-BE49-F238E27FC236}">
                <a16:creationId xmlns:a16="http://schemas.microsoft.com/office/drawing/2014/main" id="{91FA5F87-1B99-D661-5A5F-85AAB0F9F7F0}"/>
              </a:ext>
            </a:extLst>
          </p:cNvPr>
          <p:cNvSpPr txBox="1">
            <a:spLocks/>
          </p:cNvSpPr>
          <p:nvPr userDrawn="1"/>
        </p:nvSpPr>
        <p:spPr bwMode="invGray">
          <a:xfrm>
            <a:off x="9061233" y="316267"/>
            <a:ext cx="2723399" cy="306000"/>
          </a:xfrm>
          <a:prstGeom prst="rect">
            <a:avLst/>
          </a:prstGeom>
          <a:blipFill>
            <a:blip r:embed="rId2"/>
            <a:stretch>
              <a:fillRect/>
            </a:stretch>
          </a:blipFill>
        </p:spPr>
        <p:txBody>
          <a:bodyPr/>
          <a:lstStyle>
            <a:lvl1pPr marL="0" indent="0" algn="l" defTabSz="914400" rtl="0" eaLnBrk="1" latinLnBrk="0" hangingPunct="1">
              <a:lnSpc>
                <a:spcPct val="100000"/>
              </a:lnSpc>
              <a:spcBef>
                <a:spcPts val="0"/>
              </a:spcBef>
              <a:buFont typeface="Skeena" panose="020B0604020202020204" pitchFamily="34" charset="0"/>
              <a:buNone/>
              <a:defRPr sz="100" b="0" kern="1200">
                <a:noFill/>
                <a:latin typeface="+mn-lt"/>
                <a:ea typeface="+mn-ea"/>
                <a:cs typeface="+mn-cs"/>
              </a:defRPr>
            </a:lvl1pPr>
            <a:lvl2pPr marL="0" indent="0" algn="l" defTabSz="914400" rtl="0" eaLnBrk="1" latinLnBrk="0" hangingPunct="1">
              <a:lnSpc>
                <a:spcPct val="100000"/>
              </a:lnSpc>
              <a:spcBef>
                <a:spcPts val="0"/>
              </a:spcBef>
              <a:buFont typeface="Skeena" panose="020B0604020202020204" pitchFamily="34" charset="0"/>
              <a:buNone/>
              <a:defRPr sz="100" b="0" kern="1200">
                <a:noFill/>
                <a:latin typeface="+mn-lt"/>
                <a:ea typeface="+mn-ea"/>
                <a:cs typeface="+mn-cs"/>
              </a:defRPr>
            </a:lvl2pPr>
            <a:lvl3pPr marL="0" indent="0" algn="l" defTabSz="914400" rtl="0" eaLnBrk="1" latinLnBrk="0" hangingPunct="1">
              <a:lnSpc>
                <a:spcPct val="100000"/>
              </a:lnSpc>
              <a:spcBef>
                <a:spcPts val="0"/>
              </a:spcBef>
              <a:buFont typeface="Wingdings" panose="05000000000000000000" pitchFamily="2" charset="2"/>
              <a:buNone/>
              <a:defRPr sz="100" b="0" kern="1200">
                <a:noFill/>
                <a:latin typeface="+mn-lt"/>
                <a:ea typeface="+mn-ea"/>
                <a:cs typeface="+mn-cs"/>
              </a:defRPr>
            </a:lvl3pPr>
            <a:lvl4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4pPr>
            <a:lvl5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5pPr>
            <a:lvl6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6pPr>
            <a:lvl7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7pPr>
            <a:lvl8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8pPr>
            <a:lvl9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9pPr>
          </a:lstStyle>
          <a:p>
            <a:r>
              <a:rPr lang="de-DE" noProof="0"/>
              <a:t> </a:t>
            </a:r>
          </a:p>
        </p:txBody>
      </p:sp>
      <p:grpSp>
        <p:nvGrpSpPr>
          <p:cNvPr id="2" name="Group 1">
            <a:extLst>
              <a:ext uri="{FF2B5EF4-FFF2-40B4-BE49-F238E27FC236}">
                <a16:creationId xmlns:a16="http://schemas.microsoft.com/office/drawing/2014/main" id="{2ACD15D5-B2BC-1D21-3D27-DAE18B329A92}"/>
              </a:ext>
            </a:extLst>
          </p:cNvPr>
          <p:cNvGrpSpPr/>
          <p:nvPr userDrawn="1"/>
        </p:nvGrpSpPr>
        <p:grpSpPr>
          <a:xfrm>
            <a:off x="10818263" y="5270919"/>
            <a:ext cx="966369" cy="966369"/>
            <a:chOff x="10818263" y="5270919"/>
            <a:chExt cx="966369" cy="966369"/>
          </a:xfrm>
          <a:solidFill>
            <a:schemeClr val="accent3"/>
          </a:solidFill>
        </p:grpSpPr>
        <p:sp>
          <p:nvSpPr>
            <p:cNvPr id="3" name="Rectangle 2">
              <a:extLst>
                <a:ext uri="{FF2B5EF4-FFF2-40B4-BE49-F238E27FC236}">
                  <a16:creationId xmlns:a16="http://schemas.microsoft.com/office/drawing/2014/main" id="{780AE40C-F184-4C00-E83C-008D903B11CE}"/>
                </a:ext>
              </a:extLst>
            </p:cNvPr>
            <p:cNvSpPr>
              <a:spLocks noChangeAspect="1"/>
            </p:cNvSpPr>
            <p:nvPr userDrawn="1"/>
          </p:nvSpPr>
          <p:spPr bwMode="gray">
            <a:xfrm rot="10800000" flipV="1">
              <a:off x="10818263" y="6015023"/>
              <a:ext cx="744104" cy="2222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4" name="Rectangle 3">
              <a:extLst>
                <a:ext uri="{FF2B5EF4-FFF2-40B4-BE49-F238E27FC236}">
                  <a16:creationId xmlns:a16="http://schemas.microsoft.com/office/drawing/2014/main" id="{8A597853-AAAC-EA61-A91A-3347819CB167}"/>
                </a:ext>
              </a:extLst>
            </p:cNvPr>
            <p:cNvSpPr>
              <a:spLocks noChangeAspect="1"/>
            </p:cNvSpPr>
            <p:nvPr userDrawn="1"/>
          </p:nvSpPr>
          <p:spPr bwMode="gray">
            <a:xfrm rot="10800000" flipV="1">
              <a:off x="11562367" y="5270919"/>
              <a:ext cx="222265" cy="744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grpSp>
        <p:nvGrpSpPr>
          <p:cNvPr id="5" name="Group 4">
            <a:extLst>
              <a:ext uri="{FF2B5EF4-FFF2-40B4-BE49-F238E27FC236}">
                <a16:creationId xmlns:a16="http://schemas.microsoft.com/office/drawing/2014/main" id="{43730328-3DB0-9109-480A-0B7F50CA992D}"/>
              </a:ext>
            </a:extLst>
          </p:cNvPr>
          <p:cNvGrpSpPr/>
          <p:nvPr userDrawn="1"/>
        </p:nvGrpSpPr>
        <p:grpSpPr>
          <a:xfrm>
            <a:off x="9473526" y="5270919"/>
            <a:ext cx="966369" cy="966369"/>
            <a:chOff x="10818263" y="5270919"/>
            <a:chExt cx="966369" cy="966369"/>
          </a:xfrm>
          <a:solidFill>
            <a:schemeClr val="accent3"/>
          </a:solidFill>
        </p:grpSpPr>
        <p:sp>
          <p:nvSpPr>
            <p:cNvPr id="6" name="Rectangle 5">
              <a:extLst>
                <a:ext uri="{FF2B5EF4-FFF2-40B4-BE49-F238E27FC236}">
                  <a16:creationId xmlns:a16="http://schemas.microsoft.com/office/drawing/2014/main" id="{D81ADEE5-F91D-3561-E98D-E834F2C332CB}"/>
                </a:ext>
              </a:extLst>
            </p:cNvPr>
            <p:cNvSpPr>
              <a:spLocks noChangeAspect="1"/>
            </p:cNvSpPr>
            <p:nvPr userDrawn="1"/>
          </p:nvSpPr>
          <p:spPr bwMode="gray">
            <a:xfrm rot="10800000" flipV="1">
              <a:off x="10818263" y="6015023"/>
              <a:ext cx="744104" cy="2222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7" name="Rectangle 6">
              <a:extLst>
                <a:ext uri="{FF2B5EF4-FFF2-40B4-BE49-F238E27FC236}">
                  <a16:creationId xmlns:a16="http://schemas.microsoft.com/office/drawing/2014/main" id="{00B4C028-0313-ACDF-0E94-C23D994D03AC}"/>
                </a:ext>
              </a:extLst>
            </p:cNvPr>
            <p:cNvSpPr>
              <a:spLocks noChangeAspect="1"/>
            </p:cNvSpPr>
            <p:nvPr userDrawn="1"/>
          </p:nvSpPr>
          <p:spPr bwMode="gray">
            <a:xfrm rot="10800000" flipV="1">
              <a:off x="11562367" y="5270919"/>
              <a:ext cx="222265" cy="744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grpSp>
        <p:nvGrpSpPr>
          <p:cNvPr id="8" name="Group 7">
            <a:extLst>
              <a:ext uri="{FF2B5EF4-FFF2-40B4-BE49-F238E27FC236}">
                <a16:creationId xmlns:a16="http://schemas.microsoft.com/office/drawing/2014/main" id="{E77C964C-D670-DD74-72B9-A2F663680885}"/>
              </a:ext>
            </a:extLst>
          </p:cNvPr>
          <p:cNvGrpSpPr/>
          <p:nvPr userDrawn="1"/>
        </p:nvGrpSpPr>
        <p:grpSpPr>
          <a:xfrm>
            <a:off x="8128789" y="5270919"/>
            <a:ext cx="966369" cy="966369"/>
            <a:chOff x="10818263" y="5270919"/>
            <a:chExt cx="966369" cy="966369"/>
          </a:xfrm>
          <a:solidFill>
            <a:schemeClr val="accent3"/>
          </a:solidFill>
        </p:grpSpPr>
        <p:sp>
          <p:nvSpPr>
            <p:cNvPr id="11" name="Rectangle 10">
              <a:extLst>
                <a:ext uri="{FF2B5EF4-FFF2-40B4-BE49-F238E27FC236}">
                  <a16:creationId xmlns:a16="http://schemas.microsoft.com/office/drawing/2014/main" id="{85ABA3E1-4206-842E-CD05-D0013BE90AE8}"/>
                </a:ext>
              </a:extLst>
            </p:cNvPr>
            <p:cNvSpPr>
              <a:spLocks noChangeAspect="1"/>
            </p:cNvSpPr>
            <p:nvPr userDrawn="1"/>
          </p:nvSpPr>
          <p:spPr bwMode="gray">
            <a:xfrm rot="10800000" flipV="1">
              <a:off x="10818263" y="6015023"/>
              <a:ext cx="744104" cy="2222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13" name="Rectangle 12">
              <a:extLst>
                <a:ext uri="{FF2B5EF4-FFF2-40B4-BE49-F238E27FC236}">
                  <a16:creationId xmlns:a16="http://schemas.microsoft.com/office/drawing/2014/main" id="{A7EBC684-E00A-1004-4AFC-1494FDFD50CE}"/>
                </a:ext>
              </a:extLst>
            </p:cNvPr>
            <p:cNvSpPr>
              <a:spLocks noChangeAspect="1"/>
            </p:cNvSpPr>
            <p:nvPr userDrawn="1"/>
          </p:nvSpPr>
          <p:spPr bwMode="gray">
            <a:xfrm rot="10800000" flipV="1">
              <a:off x="11562367" y="5270919"/>
              <a:ext cx="222265" cy="744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grpSp>
        <p:nvGrpSpPr>
          <p:cNvPr id="14" name="Group 13">
            <a:extLst>
              <a:ext uri="{FF2B5EF4-FFF2-40B4-BE49-F238E27FC236}">
                <a16:creationId xmlns:a16="http://schemas.microsoft.com/office/drawing/2014/main" id="{E499870B-42FB-B974-F275-B0F126ACE0EF}"/>
              </a:ext>
            </a:extLst>
          </p:cNvPr>
          <p:cNvGrpSpPr/>
          <p:nvPr userDrawn="1"/>
        </p:nvGrpSpPr>
        <p:grpSpPr>
          <a:xfrm>
            <a:off x="10818263" y="3898740"/>
            <a:ext cx="966369" cy="966369"/>
            <a:chOff x="10818263" y="5270919"/>
            <a:chExt cx="966369" cy="966369"/>
          </a:xfrm>
          <a:solidFill>
            <a:schemeClr val="accent3"/>
          </a:solidFill>
        </p:grpSpPr>
        <p:sp>
          <p:nvSpPr>
            <p:cNvPr id="15" name="Rectangle 14">
              <a:extLst>
                <a:ext uri="{FF2B5EF4-FFF2-40B4-BE49-F238E27FC236}">
                  <a16:creationId xmlns:a16="http://schemas.microsoft.com/office/drawing/2014/main" id="{DEBC35B8-7839-1FD3-2F5F-13E9F5ABB9D5}"/>
                </a:ext>
              </a:extLst>
            </p:cNvPr>
            <p:cNvSpPr>
              <a:spLocks noChangeAspect="1"/>
            </p:cNvSpPr>
            <p:nvPr userDrawn="1"/>
          </p:nvSpPr>
          <p:spPr bwMode="gray">
            <a:xfrm rot="10800000" flipV="1">
              <a:off x="10818263" y="6015023"/>
              <a:ext cx="744104" cy="2222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16" name="Rectangle 15">
              <a:extLst>
                <a:ext uri="{FF2B5EF4-FFF2-40B4-BE49-F238E27FC236}">
                  <a16:creationId xmlns:a16="http://schemas.microsoft.com/office/drawing/2014/main" id="{35DCC837-AA08-5482-270E-AD6DDA38BE1F}"/>
                </a:ext>
              </a:extLst>
            </p:cNvPr>
            <p:cNvSpPr>
              <a:spLocks noChangeAspect="1"/>
            </p:cNvSpPr>
            <p:nvPr userDrawn="1"/>
          </p:nvSpPr>
          <p:spPr bwMode="gray">
            <a:xfrm rot="10800000" flipV="1">
              <a:off x="11562367" y="5270919"/>
              <a:ext cx="222265" cy="744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grpSp>
        <p:nvGrpSpPr>
          <p:cNvPr id="17" name="Group 16">
            <a:extLst>
              <a:ext uri="{FF2B5EF4-FFF2-40B4-BE49-F238E27FC236}">
                <a16:creationId xmlns:a16="http://schemas.microsoft.com/office/drawing/2014/main" id="{9FD0EA5C-AB42-C9CF-DEF0-613C2E248D46}"/>
              </a:ext>
            </a:extLst>
          </p:cNvPr>
          <p:cNvGrpSpPr/>
          <p:nvPr userDrawn="1"/>
        </p:nvGrpSpPr>
        <p:grpSpPr>
          <a:xfrm>
            <a:off x="10818263" y="2526561"/>
            <a:ext cx="966369" cy="966369"/>
            <a:chOff x="10818263" y="5270919"/>
            <a:chExt cx="966369" cy="966369"/>
          </a:xfrm>
          <a:solidFill>
            <a:schemeClr val="accent3"/>
          </a:solidFill>
        </p:grpSpPr>
        <p:sp>
          <p:nvSpPr>
            <p:cNvPr id="18" name="Rectangle 17">
              <a:extLst>
                <a:ext uri="{FF2B5EF4-FFF2-40B4-BE49-F238E27FC236}">
                  <a16:creationId xmlns:a16="http://schemas.microsoft.com/office/drawing/2014/main" id="{30297249-2156-F550-B99C-D57136C1F9AF}"/>
                </a:ext>
              </a:extLst>
            </p:cNvPr>
            <p:cNvSpPr>
              <a:spLocks noChangeAspect="1"/>
            </p:cNvSpPr>
            <p:nvPr userDrawn="1"/>
          </p:nvSpPr>
          <p:spPr bwMode="gray">
            <a:xfrm rot="10800000" flipV="1">
              <a:off x="10818263" y="6015023"/>
              <a:ext cx="744104" cy="2222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19" name="Rectangle 18">
              <a:extLst>
                <a:ext uri="{FF2B5EF4-FFF2-40B4-BE49-F238E27FC236}">
                  <a16:creationId xmlns:a16="http://schemas.microsoft.com/office/drawing/2014/main" id="{5EF15F3A-8B64-84E0-ADFE-E69D5FE04968}"/>
                </a:ext>
              </a:extLst>
            </p:cNvPr>
            <p:cNvSpPr>
              <a:spLocks noChangeAspect="1"/>
            </p:cNvSpPr>
            <p:nvPr userDrawn="1"/>
          </p:nvSpPr>
          <p:spPr bwMode="gray">
            <a:xfrm rot="10800000" flipV="1">
              <a:off x="11562367" y="5270919"/>
              <a:ext cx="222265" cy="744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grpSp>
        <p:nvGrpSpPr>
          <p:cNvPr id="20" name="Group 19">
            <a:extLst>
              <a:ext uri="{FF2B5EF4-FFF2-40B4-BE49-F238E27FC236}">
                <a16:creationId xmlns:a16="http://schemas.microsoft.com/office/drawing/2014/main" id="{082026ED-201C-DDE3-5CEF-96DEF03F3505}"/>
              </a:ext>
            </a:extLst>
          </p:cNvPr>
          <p:cNvGrpSpPr/>
          <p:nvPr userDrawn="1"/>
        </p:nvGrpSpPr>
        <p:grpSpPr>
          <a:xfrm>
            <a:off x="9473526" y="3898740"/>
            <a:ext cx="966369" cy="966369"/>
            <a:chOff x="10818263" y="5270919"/>
            <a:chExt cx="966369" cy="966369"/>
          </a:xfrm>
          <a:solidFill>
            <a:schemeClr val="accent3"/>
          </a:solidFill>
        </p:grpSpPr>
        <p:sp>
          <p:nvSpPr>
            <p:cNvPr id="21" name="Rectangle 20">
              <a:extLst>
                <a:ext uri="{FF2B5EF4-FFF2-40B4-BE49-F238E27FC236}">
                  <a16:creationId xmlns:a16="http://schemas.microsoft.com/office/drawing/2014/main" id="{C4330780-B6B2-04F3-FC1E-88B6DE588433}"/>
                </a:ext>
              </a:extLst>
            </p:cNvPr>
            <p:cNvSpPr>
              <a:spLocks noChangeAspect="1"/>
            </p:cNvSpPr>
            <p:nvPr userDrawn="1"/>
          </p:nvSpPr>
          <p:spPr bwMode="gray">
            <a:xfrm rot="10800000" flipV="1">
              <a:off x="10818263" y="6015023"/>
              <a:ext cx="744104" cy="2222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22" name="Rectangle 21">
              <a:extLst>
                <a:ext uri="{FF2B5EF4-FFF2-40B4-BE49-F238E27FC236}">
                  <a16:creationId xmlns:a16="http://schemas.microsoft.com/office/drawing/2014/main" id="{C2D3A249-2E97-2EEA-AC24-C51396ED7E88}"/>
                </a:ext>
              </a:extLst>
            </p:cNvPr>
            <p:cNvSpPr>
              <a:spLocks noChangeAspect="1"/>
            </p:cNvSpPr>
            <p:nvPr userDrawn="1"/>
          </p:nvSpPr>
          <p:spPr bwMode="gray">
            <a:xfrm rot="10800000" flipV="1">
              <a:off x="11562367" y="5270919"/>
              <a:ext cx="222265" cy="744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grpSp>
        <p:nvGrpSpPr>
          <p:cNvPr id="23" name="Group 22">
            <a:extLst>
              <a:ext uri="{FF2B5EF4-FFF2-40B4-BE49-F238E27FC236}">
                <a16:creationId xmlns:a16="http://schemas.microsoft.com/office/drawing/2014/main" id="{F263F471-6F5A-2151-3C34-ECD8725C2269}"/>
              </a:ext>
            </a:extLst>
          </p:cNvPr>
          <p:cNvGrpSpPr/>
          <p:nvPr userDrawn="1"/>
        </p:nvGrpSpPr>
        <p:grpSpPr>
          <a:xfrm>
            <a:off x="9473526" y="2526561"/>
            <a:ext cx="966369" cy="966369"/>
            <a:chOff x="10818263" y="5270919"/>
            <a:chExt cx="966369" cy="966369"/>
          </a:xfrm>
          <a:solidFill>
            <a:schemeClr val="accent3"/>
          </a:solidFill>
        </p:grpSpPr>
        <p:sp>
          <p:nvSpPr>
            <p:cNvPr id="24" name="Rectangle 23">
              <a:extLst>
                <a:ext uri="{FF2B5EF4-FFF2-40B4-BE49-F238E27FC236}">
                  <a16:creationId xmlns:a16="http://schemas.microsoft.com/office/drawing/2014/main" id="{46E39C1F-C090-AD46-24D8-933E84C78F8C}"/>
                </a:ext>
              </a:extLst>
            </p:cNvPr>
            <p:cNvSpPr>
              <a:spLocks noChangeAspect="1"/>
            </p:cNvSpPr>
            <p:nvPr userDrawn="1"/>
          </p:nvSpPr>
          <p:spPr bwMode="gray">
            <a:xfrm rot="10800000" flipV="1">
              <a:off x="10818263" y="6015023"/>
              <a:ext cx="744104" cy="2222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25" name="Rectangle 24">
              <a:extLst>
                <a:ext uri="{FF2B5EF4-FFF2-40B4-BE49-F238E27FC236}">
                  <a16:creationId xmlns:a16="http://schemas.microsoft.com/office/drawing/2014/main" id="{8BE6A681-BC08-9D6C-5F8C-140E64594ADC}"/>
                </a:ext>
              </a:extLst>
            </p:cNvPr>
            <p:cNvSpPr>
              <a:spLocks noChangeAspect="1"/>
            </p:cNvSpPr>
            <p:nvPr userDrawn="1"/>
          </p:nvSpPr>
          <p:spPr bwMode="gray">
            <a:xfrm rot="10800000" flipV="1">
              <a:off x="11562367" y="5270919"/>
              <a:ext cx="222265" cy="744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grpSp>
        <p:nvGrpSpPr>
          <p:cNvPr id="26" name="Group 25">
            <a:extLst>
              <a:ext uri="{FF2B5EF4-FFF2-40B4-BE49-F238E27FC236}">
                <a16:creationId xmlns:a16="http://schemas.microsoft.com/office/drawing/2014/main" id="{24B7E3D5-5934-28BD-C4C9-DB1F1A27587D}"/>
              </a:ext>
            </a:extLst>
          </p:cNvPr>
          <p:cNvGrpSpPr/>
          <p:nvPr userDrawn="1"/>
        </p:nvGrpSpPr>
        <p:grpSpPr>
          <a:xfrm>
            <a:off x="8128789" y="3898740"/>
            <a:ext cx="966369" cy="966369"/>
            <a:chOff x="10818263" y="5270919"/>
            <a:chExt cx="966369" cy="966369"/>
          </a:xfrm>
          <a:solidFill>
            <a:schemeClr val="accent3"/>
          </a:solidFill>
        </p:grpSpPr>
        <p:sp>
          <p:nvSpPr>
            <p:cNvPr id="27" name="Rectangle 26">
              <a:extLst>
                <a:ext uri="{FF2B5EF4-FFF2-40B4-BE49-F238E27FC236}">
                  <a16:creationId xmlns:a16="http://schemas.microsoft.com/office/drawing/2014/main" id="{5F54D64F-4C62-85F8-0319-DD6F24B3A533}"/>
                </a:ext>
              </a:extLst>
            </p:cNvPr>
            <p:cNvSpPr>
              <a:spLocks noChangeAspect="1"/>
            </p:cNvSpPr>
            <p:nvPr userDrawn="1"/>
          </p:nvSpPr>
          <p:spPr bwMode="gray">
            <a:xfrm rot="10800000" flipV="1">
              <a:off x="10818263" y="6015023"/>
              <a:ext cx="744104" cy="2222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28" name="Rectangle 27">
              <a:extLst>
                <a:ext uri="{FF2B5EF4-FFF2-40B4-BE49-F238E27FC236}">
                  <a16:creationId xmlns:a16="http://schemas.microsoft.com/office/drawing/2014/main" id="{2216CBC2-9F37-FDC1-E6A9-BCA068BFD08B}"/>
                </a:ext>
              </a:extLst>
            </p:cNvPr>
            <p:cNvSpPr>
              <a:spLocks noChangeAspect="1"/>
            </p:cNvSpPr>
            <p:nvPr userDrawn="1"/>
          </p:nvSpPr>
          <p:spPr bwMode="gray">
            <a:xfrm rot="10800000" flipV="1">
              <a:off x="11562367" y="5270919"/>
              <a:ext cx="222265" cy="744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grpSp>
        <p:nvGrpSpPr>
          <p:cNvPr id="29" name="Group 28">
            <a:extLst>
              <a:ext uri="{FF2B5EF4-FFF2-40B4-BE49-F238E27FC236}">
                <a16:creationId xmlns:a16="http://schemas.microsoft.com/office/drawing/2014/main" id="{D0B4DB34-ABED-4876-3FFE-09B967198E75}"/>
              </a:ext>
            </a:extLst>
          </p:cNvPr>
          <p:cNvGrpSpPr/>
          <p:nvPr userDrawn="1"/>
        </p:nvGrpSpPr>
        <p:grpSpPr>
          <a:xfrm>
            <a:off x="8128789" y="2526561"/>
            <a:ext cx="966369" cy="966369"/>
            <a:chOff x="10818263" y="5270919"/>
            <a:chExt cx="966369" cy="966369"/>
          </a:xfrm>
          <a:solidFill>
            <a:schemeClr val="accent3"/>
          </a:solidFill>
        </p:grpSpPr>
        <p:sp>
          <p:nvSpPr>
            <p:cNvPr id="30" name="Rectangle 29">
              <a:extLst>
                <a:ext uri="{FF2B5EF4-FFF2-40B4-BE49-F238E27FC236}">
                  <a16:creationId xmlns:a16="http://schemas.microsoft.com/office/drawing/2014/main" id="{ED864C1C-CF87-67B3-937A-364552C5BF33}"/>
                </a:ext>
              </a:extLst>
            </p:cNvPr>
            <p:cNvSpPr>
              <a:spLocks noChangeAspect="1"/>
            </p:cNvSpPr>
            <p:nvPr userDrawn="1"/>
          </p:nvSpPr>
          <p:spPr bwMode="gray">
            <a:xfrm rot="10800000" flipV="1">
              <a:off x="10818263" y="6015023"/>
              <a:ext cx="744104" cy="2222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31" name="Rectangle 30">
              <a:extLst>
                <a:ext uri="{FF2B5EF4-FFF2-40B4-BE49-F238E27FC236}">
                  <a16:creationId xmlns:a16="http://schemas.microsoft.com/office/drawing/2014/main" id="{84B485F2-EC17-B6E9-4E2C-96AA56DDBB37}"/>
                </a:ext>
              </a:extLst>
            </p:cNvPr>
            <p:cNvSpPr>
              <a:spLocks noChangeAspect="1"/>
            </p:cNvSpPr>
            <p:nvPr userDrawn="1"/>
          </p:nvSpPr>
          <p:spPr bwMode="gray">
            <a:xfrm rot="10800000" flipV="1">
              <a:off x="11562367" y="5270919"/>
              <a:ext cx="222265" cy="744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sp>
        <p:nvSpPr>
          <p:cNvPr id="10" name="Text Placeholder 10">
            <a:extLst>
              <a:ext uri="{FF2B5EF4-FFF2-40B4-BE49-F238E27FC236}">
                <a16:creationId xmlns:a16="http://schemas.microsoft.com/office/drawing/2014/main" id="{2CA61D65-9C5F-4547-248C-B4CABFC35E37}"/>
              </a:ext>
            </a:extLst>
          </p:cNvPr>
          <p:cNvSpPr>
            <a:spLocks noGrp="1"/>
          </p:cNvSpPr>
          <p:nvPr>
            <p:ph type="body" sz="quarter" idx="13" hasCustomPrompt="1"/>
          </p:nvPr>
        </p:nvSpPr>
        <p:spPr bwMode="invGray">
          <a:xfrm>
            <a:off x="407368" y="2913960"/>
            <a:ext cx="5472732" cy="2215991"/>
          </a:xfrm>
        </p:spPr>
        <p:txBody>
          <a:bodyPr wrap="square" anchor="t">
            <a:spAutoFit/>
          </a:bodyPr>
          <a:lstStyle>
            <a:lvl1pPr marL="0" indent="0" algn="l">
              <a:spcBef>
                <a:spcPts val="0"/>
              </a:spcBef>
              <a:buFont typeface="Skeena" panose="020B0604020202020204" pitchFamily="34" charset="0"/>
              <a:buNone/>
              <a:defRPr sz="4800" b="1">
                <a:solidFill>
                  <a:schemeClr val="bg1"/>
                </a:solidFill>
              </a:defRPr>
            </a:lvl1pPr>
            <a:lvl2pPr marL="0" indent="0" algn="l">
              <a:spcBef>
                <a:spcPts val="0"/>
              </a:spcBef>
              <a:buFont typeface="Skeena" panose="020B0604020202020204" pitchFamily="34" charset="0"/>
              <a:buNone/>
              <a:defRPr sz="4800" b="1">
                <a:solidFill>
                  <a:schemeClr val="bg1"/>
                </a:solidFill>
              </a:defRPr>
            </a:lvl2pPr>
            <a:lvl3pPr marL="0" indent="0" algn="l">
              <a:spcBef>
                <a:spcPts val="0"/>
              </a:spcBef>
              <a:buNone/>
              <a:defRPr sz="4800" b="1">
                <a:solidFill>
                  <a:schemeClr val="bg1"/>
                </a:solidFill>
              </a:defRPr>
            </a:lvl3pPr>
            <a:lvl4pPr marL="0" indent="0" algn="l">
              <a:spcBef>
                <a:spcPts val="0"/>
              </a:spcBef>
              <a:buNone/>
              <a:defRPr sz="4800" b="1">
                <a:solidFill>
                  <a:schemeClr val="bg1"/>
                </a:solidFill>
              </a:defRPr>
            </a:lvl4pPr>
            <a:lvl5pPr marL="0" indent="0" algn="l">
              <a:spcBef>
                <a:spcPts val="0"/>
              </a:spcBef>
              <a:buNone/>
              <a:defRPr sz="4800" b="1">
                <a:solidFill>
                  <a:schemeClr val="bg1"/>
                </a:solidFill>
              </a:defRPr>
            </a:lvl5pPr>
            <a:lvl6pPr marL="0" indent="0" algn="l">
              <a:spcBef>
                <a:spcPts val="0"/>
              </a:spcBef>
              <a:buNone/>
              <a:defRPr sz="4800" b="1">
                <a:solidFill>
                  <a:schemeClr val="bg1"/>
                </a:solidFill>
              </a:defRPr>
            </a:lvl6pPr>
            <a:lvl7pPr marL="0" indent="0" algn="l">
              <a:spcBef>
                <a:spcPts val="0"/>
              </a:spcBef>
              <a:buNone/>
              <a:defRPr sz="4800" b="1">
                <a:solidFill>
                  <a:schemeClr val="bg1"/>
                </a:solidFill>
              </a:defRPr>
            </a:lvl7pPr>
            <a:lvl8pPr marL="0" indent="0" algn="l">
              <a:spcBef>
                <a:spcPts val="0"/>
              </a:spcBef>
              <a:buNone/>
              <a:defRPr sz="4800" b="1">
                <a:solidFill>
                  <a:schemeClr val="bg1"/>
                </a:solidFill>
              </a:defRPr>
            </a:lvl8pPr>
            <a:lvl9pPr marL="0" indent="0" algn="l">
              <a:spcBef>
                <a:spcPts val="0"/>
              </a:spcBef>
              <a:buNone/>
              <a:defRPr sz="4800" b="1">
                <a:solidFill>
                  <a:schemeClr val="bg1"/>
                </a:solidFill>
              </a:defRPr>
            </a:lvl9pPr>
          </a:lstStyle>
          <a:p>
            <a:pPr lvl="0"/>
            <a:r>
              <a:rPr lang="de-DE" noProof="0"/>
              <a:t>Kapitelnamen durch Klicken bearbeiten</a:t>
            </a:r>
          </a:p>
        </p:txBody>
      </p:sp>
    </p:spTree>
    <p:extLst>
      <p:ext uri="{BB962C8B-B14F-4D97-AF65-F5344CB8AC3E}">
        <p14:creationId xmlns:p14="http://schemas.microsoft.com/office/powerpoint/2010/main" val="3429747156"/>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 Kapiteltrennfolie mit hellem Bild (vollflächig)">
    <p:spTree>
      <p:nvGrpSpPr>
        <p:cNvPr id="1" name=""/>
        <p:cNvGrpSpPr/>
        <p:nvPr/>
      </p:nvGrpSpPr>
      <p:grpSpPr>
        <a:xfrm>
          <a:off x="0" y="0"/>
          <a:ext cx="0" cy="0"/>
          <a:chOff x="0" y="0"/>
          <a:chExt cx="0" cy="0"/>
        </a:xfrm>
      </p:grpSpPr>
      <p:sp>
        <p:nvSpPr>
          <p:cNvPr id="40" name="Picture Placeholder 17">
            <a:extLst>
              <a:ext uri="{FF2B5EF4-FFF2-40B4-BE49-F238E27FC236}">
                <a16:creationId xmlns:a16="http://schemas.microsoft.com/office/drawing/2014/main" id="{0D46E141-FAAF-E9A6-B1EB-37D5D14C4023}"/>
              </a:ext>
            </a:extLst>
          </p:cNvPr>
          <p:cNvSpPr>
            <a:spLocks noGrp="1"/>
          </p:cNvSpPr>
          <p:nvPr>
            <p:ph type="pic" sz="quarter" idx="22"/>
          </p:nvPr>
        </p:nvSpPr>
        <p:spPr bwMode="gray">
          <a:xfrm>
            <a:off x="0" y="1"/>
            <a:ext cx="12192000" cy="6858000"/>
          </a:xfrm>
          <a:solidFill>
            <a:schemeClr val="accent3"/>
          </a:solidFill>
        </p:spPr>
        <p:txBody>
          <a:bodyPr lIns="6408000" tIns="0" anchor="ctr"/>
          <a:lstStyle>
            <a:lvl1pPr algn="l">
              <a:spcBef>
                <a:spcPts val="0"/>
              </a:spcBef>
              <a:defRPr sz="1600" b="0">
                <a:solidFill>
                  <a:schemeClr val="tx1"/>
                </a:solidFill>
              </a:defRPr>
            </a:lvl1pPr>
          </a:lstStyle>
          <a:p>
            <a:r>
              <a:rPr lang="de-DE" noProof="0" dirty="0"/>
              <a:t>Bild durch Klicken auf Symbol hinzufügen</a:t>
            </a:r>
          </a:p>
        </p:txBody>
      </p:sp>
      <p:sp>
        <p:nvSpPr>
          <p:cNvPr id="9" name="Text Placeholder 10">
            <a:extLst>
              <a:ext uri="{FF2B5EF4-FFF2-40B4-BE49-F238E27FC236}">
                <a16:creationId xmlns:a16="http://schemas.microsoft.com/office/drawing/2014/main" id="{93827F3F-23F6-3143-81F1-510EE74CD825}"/>
              </a:ext>
            </a:extLst>
          </p:cNvPr>
          <p:cNvSpPr>
            <a:spLocks noGrp="1"/>
          </p:cNvSpPr>
          <p:nvPr>
            <p:ph type="body" sz="quarter" idx="12" hasCustomPrompt="1"/>
          </p:nvPr>
        </p:nvSpPr>
        <p:spPr bwMode="gray">
          <a:xfrm>
            <a:off x="371364" y="944724"/>
            <a:ext cx="2520000" cy="1728000"/>
          </a:xfrm>
        </p:spPr>
        <p:txBody>
          <a:bodyPr wrap="none" anchor="ctr">
            <a:noAutofit/>
          </a:bodyPr>
          <a:lstStyle>
            <a:lvl1pPr marL="0" indent="0" algn="l">
              <a:spcBef>
                <a:spcPts val="0"/>
              </a:spcBef>
              <a:buFont typeface="Skeena" panose="020B0604020202020204" pitchFamily="34" charset="0"/>
              <a:buNone/>
              <a:defRPr sz="15400" b="0">
                <a:solidFill>
                  <a:schemeClr val="accent1"/>
                </a:solidFill>
              </a:defRPr>
            </a:lvl1pPr>
            <a:lvl2pPr marL="0" indent="0" algn="l">
              <a:spcBef>
                <a:spcPts val="0"/>
              </a:spcBef>
              <a:buFont typeface="Skeena" panose="020B0604020202020204" pitchFamily="34" charset="0"/>
              <a:buNone/>
              <a:defRPr sz="15400" b="0">
                <a:solidFill>
                  <a:schemeClr val="accent1"/>
                </a:solidFill>
              </a:defRPr>
            </a:lvl2pPr>
            <a:lvl3pPr marL="0" indent="0" algn="l">
              <a:spcBef>
                <a:spcPts val="0"/>
              </a:spcBef>
              <a:buNone/>
              <a:defRPr sz="15400" b="0">
                <a:solidFill>
                  <a:schemeClr val="accent1"/>
                </a:solidFill>
              </a:defRPr>
            </a:lvl3pPr>
            <a:lvl4pPr marL="0" indent="0" algn="l">
              <a:spcBef>
                <a:spcPts val="0"/>
              </a:spcBef>
              <a:buNone/>
              <a:defRPr sz="15400" b="0">
                <a:solidFill>
                  <a:schemeClr val="accent1"/>
                </a:solidFill>
              </a:defRPr>
            </a:lvl4pPr>
            <a:lvl5pPr marL="0" indent="0" algn="l">
              <a:spcBef>
                <a:spcPts val="0"/>
              </a:spcBef>
              <a:buNone/>
              <a:defRPr sz="15400" b="0">
                <a:solidFill>
                  <a:schemeClr val="accent1"/>
                </a:solidFill>
              </a:defRPr>
            </a:lvl5pPr>
            <a:lvl6pPr marL="0" indent="0" algn="l">
              <a:spcBef>
                <a:spcPts val="0"/>
              </a:spcBef>
              <a:buNone/>
              <a:defRPr sz="15400" b="0">
                <a:solidFill>
                  <a:schemeClr val="accent1"/>
                </a:solidFill>
              </a:defRPr>
            </a:lvl6pPr>
            <a:lvl7pPr marL="0" indent="0" algn="l">
              <a:spcBef>
                <a:spcPts val="0"/>
              </a:spcBef>
              <a:buNone/>
              <a:defRPr sz="15400" b="0">
                <a:solidFill>
                  <a:schemeClr val="accent1"/>
                </a:solidFill>
              </a:defRPr>
            </a:lvl7pPr>
            <a:lvl8pPr marL="0" indent="0" algn="l">
              <a:spcBef>
                <a:spcPts val="0"/>
              </a:spcBef>
              <a:buNone/>
              <a:defRPr sz="15400" b="0">
                <a:solidFill>
                  <a:schemeClr val="accent1"/>
                </a:solidFill>
              </a:defRPr>
            </a:lvl8pPr>
            <a:lvl9pPr marL="0" indent="0" algn="l">
              <a:spcBef>
                <a:spcPts val="0"/>
              </a:spcBef>
              <a:buNone/>
              <a:defRPr sz="15400" b="0">
                <a:solidFill>
                  <a:schemeClr val="accent1"/>
                </a:solidFill>
              </a:defRPr>
            </a:lvl9pPr>
          </a:lstStyle>
          <a:p>
            <a:pPr lvl="0"/>
            <a:r>
              <a:rPr lang="de-DE" noProof="0"/>
              <a:t>0X</a:t>
            </a:r>
          </a:p>
        </p:txBody>
      </p:sp>
      <p:sp>
        <p:nvSpPr>
          <p:cNvPr id="12" name="Text Placeholder 10">
            <a:extLst>
              <a:ext uri="{FF2B5EF4-FFF2-40B4-BE49-F238E27FC236}">
                <a16:creationId xmlns:a16="http://schemas.microsoft.com/office/drawing/2014/main" id="{6AD71E6C-5977-77A5-DEBC-7C6A150904F7}"/>
              </a:ext>
            </a:extLst>
          </p:cNvPr>
          <p:cNvSpPr>
            <a:spLocks noGrp="1"/>
          </p:cNvSpPr>
          <p:nvPr>
            <p:ph type="body" sz="quarter" idx="23" hasCustomPrompt="1"/>
          </p:nvPr>
        </p:nvSpPr>
        <p:spPr bwMode="gray">
          <a:xfrm>
            <a:off x="9061233" y="316267"/>
            <a:ext cx="2723399" cy="306000"/>
          </a:xfrm>
          <a:blipFill>
            <a:blip r:embed="rId2"/>
            <a:stretch>
              <a:fillRect/>
            </a:stretch>
          </a:blipFill>
        </p:spPr>
        <p:txBody>
          <a:bodyPr/>
          <a:lstStyle>
            <a:lvl1pPr marL="0" indent="0">
              <a:spcBef>
                <a:spcPts val="0"/>
              </a:spcBef>
              <a:buFont typeface="Skeena" panose="020B0604020202020204" pitchFamily="34" charset="0"/>
              <a:buNone/>
              <a:defRPr sz="100" b="0">
                <a:noFill/>
              </a:defRPr>
            </a:lvl1pPr>
            <a:lvl2pPr marL="0" indent="0">
              <a:spcBef>
                <a:spcPts val="0"/>
              </a:spcBef>
              <a:buFont typeface="Skeena" panose="020B0604020202020204" pitchFamily="34" charset="0"/>
              <a:buNone/>
              <a:defRPr sz="100" b="0">
                <a:noFill/>
              </a:defRPr>
            </a:lvl2pPr>
            <a:lvl3pPr marL="0" indent="0">
              <a:spcBef>
                <a:spcPts val="0"/>
              </a:spcBef>
              <a:buNone/>
              <a:defRPr sz="100" b="0">
                <a:noFill/>
              </a:defRPr>
            </a:lvl3pPr>
            <a:lvl4pPr marL="0" indent="0">
              <a:spcBef>
                <a:spcPts val="0"/>
              </a:spcBef>
              <a:buNone/>
              <a:defRPr sz="100" b="0">
                <a:noFill/>
              </a:defRPr>
            </a:lvl4pPr>
            <a:lvl5pPr marL="0" indent="0">
              <a:spcBef>
                <a:spcPts val="0"/>
              </a:spcBef>
              <a:buNone/>
              <a:defRPr sz="100" b="0">
                <a:noFill/>
              </a:defRPr>
            </a:lvl5pPr>
            <a:lvl6pPr marL="0" indent="0">
              <a:spcBef>
                <a:spcPts val="0"/>
              </a:spcBef>
              <a:buNone/>
              <a:defRPr sz="100" b="0">
                <a:noFill/>
              </a:defRPr>
            </a:lvl6pPr>
            <a:lvl7pPr marL="0" indent="0">
              <a:spcBef>
                <a:spcPts val="0"/>
              </a:spcBef>
              <a:buNone/>
              <a:defRPr sz="100" b="0">
                <a:noFill/>
              </a:defRPr>
            </a:lvl7pPr>
            <a:lvl8pPr marL="0" indent="0">
              <a:spcBef>
                <a:spcPts val="0"/>
              </a:spcBef>
              <a:buNone/>
              <a:defRPr sz="100" b="0">
                <a:noFill/>
              </a:defRPr>
            </a:lvl8pPr>
            <a:lvl9pPr marL="0" indent="0">
              <a:spcBef>
                <a:spcPts val="0"/>
              </a:spcBef>
              <a:buNone/>
              <a:defRPr sz="100" b="0">
                <a:noFill/>
              </a:defRPr>
            </a:lvl9pPr>
          </a:lstStyle>
          <a:p>
            <a:pPr lvl="0"/>
            <a:r>
              <a:rPr lang="de-DE" noProof="0"/>
              <a:t> </a:t>
            </a:r>
          </a:p>
        </p:txBody>
      </p:sp>
      <p:sp>
        <p:nvSpPr>
          <p:cNvPr id="10" name="Text Placeholder 10">
            <a:extLst>
              <a:ext uri="{FF2B5EF4-FFF2-40B4-BE49-F238E27FC236}">
                <a16:creationId xmlns:a16="http://schemas.microsoft.com/office/drawing/2014/main" id="{2CA61D65-9C5F-4547-248C-B4CABFC35E37}"/>
              </a:ext>
            </a:extLst>
          </p:cNvPr>
          <p:cNvSpPr>
            <a:spLocks noGrp="1"/>
          </p:cNvSpPr>
          <p:nvPr>
            <p:ph type="body" sz="quarter" idx="13" hasCustomPrompt="1"/>
          </p:nvPr>
        </p:nvSpPr>
        <p:spPr bwMode="gray">
          <a:xfrm>
            <a:off x="407368" y="2913960"/>
            <a:ext cx="5472732" cy="2215991"/>
          </a:xfrm>
        </p:spPr>
        <p:txBody>
          <a:bodyPr wrap="square" anchor="t">
            <a:spAutoFit/>
          </a:bodyPr>
          <a:lstStyle>
            <a:lvl1pPr marL="0" indent="0" algn="l">
              <a:spcBef>
                <a:spcPts val="0"/>
              </a:spcBef>
              <a:buFont typeface="Skeena" panose="020B0604020202020204" pitchFamily="34" charset="0"/>
              <a:buNone/>
              <a:defRPr sz="4800" b="1">
                <a:solidFill>
                  <a:schemeClr val="tx1"/>
                </a:solidFill>
              </a:defRPr>
            </a:lvl1pPr>
            <a:lvl2pPr marL="0" indent="0" algn="l">
              <a:spcBef>
                <a:spcPts val="0"/>
              </a:spcBef>
              <a:buFont typeface="Skeena" panose="020B0604020202020204" pitchFamily="34" charset="0"/>
              <a:buNone/>
              <a:defRPr sz="4800" b="1">
                <a:solidFill>
                  <a:schemeClr val="tx1"/>
                </a:solidFill>
              </a:defRPr>
            </a:lvl2pPr>
            <a:lvl3pPr marL="0" indent="0" algn="l">
              <a:spcBef>
                <a:spcPts val="0"/>
              </a:spcBef>
              <a:buNone/>
              <a:defRPr sz="4800" b="1">
                <a:solidFill>
                  <a:schemeClr val="tx1"/>
                </a:solidFill>
              </a:defRPr>
            </a:lvl3pPr>
            <a:lvl4pPr marL="0" indent="0" algn="l">
              <a:spcBef>
                <a:spcPts val="0"/>
              </a:spcBef>
              <a:buNone/>
              <a:defRPr sz="4800" b="1">
                <a:solidFill>
                  <a:schemeClr val="tx1"/>
                </a:solidFill>
              </a:defRPr>
            </a:lvl4pPr>
            <a:lvl5pPr marL="0" indent="0" algn="l">
              <a:spcBef>
                <a:spcPts val="0"/>
              </a:spcBef>
              <a:buNone/>
              <a:defRPr sz="4800" b="1">
                <a:solidFill>
                  <a:schemeClr val="tx1"/>
                </a:solidFill>
              </a:defRPr>
            </a:lvl5pPr>
            <a:lvl6pPr marL="0" indent="0" algn="l">
              <a:spcBef>
                <a:spcPts val="0"/>
              </a:spcBef>
              <a:buNone/>
              <a:defRPr sz="4800" b="1">
                <a:solidFill>
                  <a:schemeClr val="tx1"/>
                </a:solidFill>
              </a:defRPr>
            </a:lvl6pPr>
            <a:lvl7pPr marL="0" indent="0" algn="l">
              <a:spcBef>
                <a:spcPts val="0"/>
              </a:spcBef>
              <a:buNone/>
              <a:defRPr sz="4800" b="1">
                <a:solidFill>
                  <a:schemeClr val="tx1"/>
                </a:solidFill>
              </a:defRPr>
            </a:lvl7pPr>
            <a:lvl8pPr marL="0" indent="0" algn="l">
              <a:spcBef>
                <a:spcPts val="0"/>
              </a:spcBef>
              <a:buNone/>
              <a:defRPr sz="4800" b="1">
                <a:solidFill>
                  <a:schemeClr val="tx1"/>
                </a:solidFill>
              </a:defRPr>
            </a:lvl8pPr>
            <a:lvl9pPr marL="0" indent="0" algn="l">
              <a:spcBef>
                <a:spcPts val="0"/>
              </a:spcBef>
              <a:buNone/>
              <a:defRPr sz="4800" b="1">
                <a:solidFill>
                  <a:schemeClr val="tx1"/>
                </a:solidFill>
              </a:defRPr>
            </a:lvl9pPr>
          </a:lstStyle>
          <a:p>
            <a:pPr lvl="0"/>
            <a:r>
              <a:rPr lang="de-DE" noProof="0"/>
              <a:t>Kapitelnamen durch Klicken bearbeiten</a:t>
            </a:r>
          </a:p>
        </p:txBody>
      </p:sp>
    </p:spTree>
    <p:extLst>
      <p:ext uri="{BB962C8B-B14F-4D97-AF65-F5344CB8AC3E}">
        <p14:creationId xmlns:p14="http://schemas.microsoft.com/office/powerpoint/2010/main" val="3539549262"/>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 Kapiteltrennfolie mit dunklem Bild (vollflächig)">
    <p:spTree>
      <p:nvGrpSpPr>
        <p:cNvPr id="1" name=""/>
        <p:cNvGrpSpPr/>
        <p:nvPr/>
      </p:nvGrpSpPr>
      <p:grpSpPr>
        <a:xfrm>
          <a:off x="0" y="0"/>
          <a:ext cx="0" cy="0"/>
          <a:chOff x="0" y="0"/>
          <a:chExt cx="0" cy="0"/>
        </a:xfrm>
      </p:grpSpPr>
      <p:sp>
        <p:nvSpPr>
          <p:cNvPr id="40" name="Picture Placeholder 17">
            <a:extLst>
              <a:ext uri="{FF2B5EF4-FFF2-40B4-BE49-F238E27FC236}">
                <a16:creationId xmlns:a16="http://schemas.microsoft.com/office/drawing/2014/main" id="{0D46E141-FAAF-E9A6-B1EB-37D5D14C4023}"/>
              </a:ext>
            </a:extLst>
          </p:cNvPr>
          <p:cNvSpPr>
            <a:spLocks noGrp="1"/>
          </p:cNvSpPr>
          <p:nvPr>
            <p:ph type="pic" sz="quarter" idx="22"/>
          </p:nvPr>
        </p:nvSpPr>
        <p:spPr bwMode="gray">
          <a:xfrm>
            <a:off x="0" y="1"/>
            <a:ext cx="12192000" cy="6858000"/>
          </a:xfrm>
          <a:solidFill>
            <a:schemeClr val="tx2"/>
          </a:solidFill>
        </p:spPr>
        <p:txBody>
          <a:bodyPr lIns="6408000" tIns="0" anchor="ctr"/>
          <a:lstStyle>
            <a:lvl1pPr algn="l">
              <a:spcBef>
                <a:spcPts val="0"/>
              </a:spcBef>
              <a:defRPr sz="1600" b="0">
                <a:solidFill>
                  <a:schemeClr val="bg1"/>
                </a:solidFill>
              </a:defRPr>
            </a:lvl1pPr>
          </a:lstStyle>
          <a:p>
            <a:r>
              <a:rPr lang="de-DE" noProof="0" dirty="0"/>
              <a:t>Bild durch Klicken auf Symbol hinzufügen</a:t>
            </a:r>
          </a:p>
        </p:txBody>
      </p:sp>
      <p:sp>
        <p:nvSpPr>
          <p:cNvPr id="9" name="Text Placeholder 10">
            <a:extLst>
              <a:ext uri="{FF2B5EF4-FFF2-40B4-BE49-F238E27FC236}">
                <a16:creationId xmlns:a16="http://schemas.microsoft.com/office/drawing/2014/main" id="{93827F3F-23F6-3143-81F1-510EE74CD825}"/>
              </a:ext>
            </a:extLst>
          </p:cNvPr>
          <p:cNvSpPr>
            <a:spLocks noGrp="1"/>
          </p:cNvSpPr>
          <p:nvPr>
            <p:ph type="body" sz="quarter" idx="12" hasCustomPrompt="1"/>
          </p:nvPr>
        </p:nvSpPr>
        <p:spPr bwMode="gray">
          <a:xfrm>
            <a:off x="371364" y="944724"/>
            <a:ext cx="2520000" cy="1728000"/>
          </a:xfrm>
        </p:spPr>
        <p:txBody>
          <a:bodyPr wrap="none" anchor="ctr">
            <a:noAutofit/>
          </a:bodyPr>
          <a:lstStyle>
            <a:lvl1pPr marL="0" indent="0" algn="l">
              <a:spcBef>
                <a:spcPts val="0"/>
              </a:spcBef>
              <a:buFont typeface="Skeena" panose="020B0604020202020204" pitchFamily="34" charset="0"/>
              <a:buNone/>
              <a:defRPr sz="15400" b="0">
                <a:solidFill>
                  <a:schemeClr val="bg1"/>
                </a:solidFill>
              </a:defRPr>
            </a:lvl1pPr>
            <a:lvl2pPr marL="0" indent="0" algn="l">
              <a:spcBef>
                <a:spcPts val="0"/>
              </a:spcBef>
              <a:buFont typeface="Skeena" panose="020B0604020202020204" pitchFamily="34" charset="0"/>
              <a:buNone/>
              <a:defRPr sz="15400" b="0">
                <a:solidFill>
                  <a:schemeClr val="bg1"/>
                </a:solidFill>
              </a:defRPr>
            </a:lvl2pPr>
            <a:lvl3pPr marL="0" indent="0" algn="l">
              <a:spcBef>
                <a:spcPts val="0"/>
              </a:spcBef>
              <a:buNone/>
              <a:defRPr sz="15400" b="0">
                <a:solidFill>
                  <a:schemeClr val="bg1"/>
                </a:solidFill>
              </a:defRPr>
            </a:lvl3pPr>
            <a:lvl4pPr marL="0" indent="0" algn="l">
              <a:spcBef>
                <a:spcPts val="0"/>
              </a:spcBef>
              <a:buNone/>
              <a:defRPr sz="15400" b="0">
                <a:solidFill>
                  <a:schemeClr val="bg1"/>
                </a:solidFill>
              </a:defRPr>
            </a:lvl4pPr>
            <a:lvl5pPr marL="0" indent="0" algn="l">
              <a:spcBef>
                <a:spcPts val="0"/>
              </a:spcBef>
              <a:buNone/>
              <a:defRPr sz="15400" b="0">
                <a:solidFill>
                  <a:schemeClr val="bg1"/>
                </a:solidFill>
              </a:defRPr>
            </a:lvl5pPr>
            <a:lvl6pPr marL="0" indent="0" algn="l">
              <a:spcBef>
                <a:spcPts val="0"/>
              </a:spcBef>
              <a:buNone/>
              <a:defRPr sz="15400" b="0">
                <a:solidFill>
                  <a:schemeClr val="bg1"/>
                </a:solidFill>
              </a:defRPr>
            </a:lvl6pPr>
            <a:lvl7pPr marL="0" indent="0" algn="l">
              <a:spcBef>
                <a:spcPts val="0"/>
              </a:spcBef>
              <a:buNone/>
              <a:defRPr sz="15400" b="0">
                <a:solidFill>
                  <a:schemeClr val="bg1"/>
                </a:solidFill>
              </a:defRPr>
            </a:lvl7pPr>
            <a:lvl8pPr marL="0" indent="0" algn="l">
              <a:spcBef>
                <a:spcPts val="0"/>
              </a:spcBef>
              <a:buNone/>
              <a:defRPr sz="15400" b="0">
                <a:solidFill>
                  <a:schemeClr val="bg1"/>
                </a:solidFill>
              </a:defRPr>
            </a:lvl8pPr>
            <a:lvl9pPr marL="0" indent="0" algn="l">
              <a:spcBef>
                <a:spcPts val="0"/>
              </a:spcBef>
              <a:buNone/>
              <a:defRPr sz="15400" b="0">
                <a:solidFill>
                  <a:schemeClr val="bg1"/>
                </a:solidFill>
              </a:defRPr>
            </a:lvl9pPr>
          </a:lstStyle>
          <a:p>
            <a:pPr lvl="0"/>
            <a:r>
              <a:rPr lang="de-DE" noProof="0"/>
              <a:t>0X</a:t>
            </a:r>
          </a:p>
        </p:txBody>
      </p:sp>
      <p:sp>
        <p:nvSpPr>
          <p:cNvPr id="12" name="Text Placeholder 10">
            <a:extLst>
              <a:ext uri="{FF2B5EF4-FFF2-40B4-BE49-F238E27FC236}">
                <a16:creationId xmlns:a16="http://schemas.microsoft.com/office/drawing/2014/main" id="{6AD71E6C-5977-77A5-DEBC-7C6A150904F7}"/>
              </a:ext>
            </a:extLst>
          </p:cNvPr>
          <p:cNvSpPr>
            <a:spLocks noGrp="1"/>
          </p:cNvSpPr>
          <p:nvPr>
            <p:ph type="body" sz="quarter" idx="23" hasCustomPrompt="1"/>
          </p:nvPr>
        </p:nvSpPr>
        <p:spPr bwMode="gray">
          <a:xfrm>
            <a:off x="9061233" y="316267"/>
            <a:ext cx="2723399" cy="306000"/>
          </a:xfrm>
          <a:blipFill>
            <a:blip r:embed="rId2"/>
            <a:stretch>
              <a:fillRect/>
            </a:stretch>
          </a:blipFill>
        </p:spPr>
        <p:txBody>
          <a:bodyPr/>
          <a:lstStyle>
            <a:lvl1pPr marL="0" indent="0">
              <a:spcBef>
                <a:spcPts val="0"/>
              </a:spcBef>
              <a:buFont typeface="Skeena" panose="020B0604020202020204" pitchFamily="34" charset="0"/>
              <a:buNone/>
              <a:defRPr sz="100" b="0">
                <a:noFill/>
              </a:defRPr>
            </a:lvl1pPr>
            <a:lvl2pPr marL="0" indent="0">
              <a:spcBef>
                <a:spcPts val="0"/>
              </a:spcBef>
              <a:buFont typeface="Skeena" panose="020B0604020202020204" pitchFamily="34" charset="0"/>
              <a:buNone/>
              <a:defRPr sz="100" b="0">
                <a:noFill/>
              </a:defRPr>
            </a:lvl2pPr>
            <a:lvl3pPr marL="0" indent="0">
              <a:spcBef>
                <a:spcPts val="0"/>
              </a:spcBef>
              <a:buNone/>
              <a:defRPr sz="100" b="0">
                <a:noFill/>
              </a:defRPr>
            </a:lvl3pPr>
            <a:lvl4pPr marL="0" indent="0">
              <a:spcBef>
                <a:spcPts val="0"/>
              </a:spcBef>
              <a:buNone/>
              <a:defRPr sz="100" b="0">
                <a:noFill/>
              </a:defRPr>
            </a:lvl4pPr>
            <a:lvl5pPr marL="0" indent="0">
              <a:spcBef>
                <a:spcPts val="0"/>
              </a:spcBef>
              <a:buNone/>
              <a:defRPr sz="100" b="0">
                <a:noFill/>
              </a:defRPr>
            </a:lvl5pPr>
            <a:lvl6pPr marL="0" indent="0">
              <a:spcBef>
                <a:spcPts val="0"/>
              </a:spcBef>
              <a:buNone/>
              <a:defRPr sz="100" b="0">
                <a:noFill/>
              </a:defRPr>
            </a:lvl6pPr>
            <a:lvl7pPr marL="0" indent="0">
              <a:spcBef>
                <a:spcPts val="0"/>
              </a:spcBef>
              <a:buNone/>
              <a:defRPr sz="100" b="0">
                <a:noFill/>
              </a:defRPr>
            </a:lvl7pPr>
            <a:lvl8pPr marL="0" indent="0">
              <a:spcBef>
                <a:spcPts val="0"/>
              </a:spcBef>
              <a:buNone/>
              <a:defRPr sz="100" b="0">
                <a:noFill/>
              </a:defRPr>
            </a:lvl8pPr>
            <a:lvl9pPr marL="0" indent="0">
              <a:spcBef>
                <a:spcPts val="0"/>
              </a:spcBef>
              <a:buNone/>
              <a:defRPr sz="100" b="0">
                <a:noFill/>
              </a:defRPr>
            </a:lvl9pPr>
          </a:lstStyle>
          <a:p>
            <a:pPr lvl="0"/>
            <a:r>
              <a:rPr lang="de-DE" noProof="0"/>
              <a:t> </a:t>
            </a:r>
          </a:p>
        </p:txBody>
      </p:sp>
      <p:sp>
        <p:nvSpPr>
          <p:cNvPr id="10" name="Text Placeholder 10">
            <a:extLst>
              <a:ext uri="{FF2B5EF4-FFF2-40B4-BE49-F238E27FC236}">
                <a16:creationId xmlns:a16="http://schemas.microsoft.com/office/drawing/2014/main" id="{2CA61D65-9C5F-4547-248C-B4CABFC35E37}"/>
              </a:ext>
            </a:extLst>
          </p:cNvPr>
          <p:cNvSpPr>
            <a:spLocks noGrp="1"/>
          </p:cNvSpPr>
          <p:nvPr>
            <p:ph type="body" sz="quarter" idx="13" hasCustomPrompt="1"/>
          </p:nvPr>
        </p:nvSpPr>
        <p:spPr bwMode="gray">
          <a:xfrm>
            <a:off x="407368" y="2913960"/>
            <a:ext cx="5472732" cy="2215991"/>
          </a:xfrm>
        </p:spPr>
        <p:txBody>
          <a:bodyPr wrap="square" anchor="t">
            <a:spAutoFit/>
          </a:bodyPr>
          <a:lstStyle>
            <a:lvl1pPr marL="0" indent="0" algn="l">
              <a:spcBef>
                <a:spcPts val="0"/>
              </a:spcBef>
              <a:buFont typeface="Skeena" panose="020B0604020202020204" pitchFamily="34" charset="0"/>
              <a:buNone/>
              <a:defRPr sz="4800" b="1">
                <a:solidFill>
                  <a:schemeClr val="bg1"/>
                </a:solidFill>
              </a:defRPr>
            </a:lvl1pPr>
            <a:lvl2pPr marL="0" indent="0" algn="l">
              <a:spcBef>
                <a:spcPts val="0"/>
              </a:spcBef>
              <a:buFont typeface="Skeena" panose="020B0604020202020204" pitchFamily="34" charset="0"/>
              <a:buNone/>
              <a:defRPr sz="4800" b="1">
                <a:solidFill>
                  <a:schemeClr val="bg1"/>
                </a:solidFill>
              </a:defRPr>
            </a:lvl2pPr>
            <a:lvl3pPr marL="0" indent="0" algn="l">
              <a:spcBef>
                <a:spcPts val="0"/>
              </a:spcBef>
              <a:buNone/>
              <a:defRPr sz="4800" b="1">
                <a:solidFill>
                  <a:schemeClr val="bg1"/>
                </a:solidFill>
              </a:defRPr>
            </a:lvl3pPr>
            <a:lvl4pPr marL="0" indent="0" algn="l">
              <a:spcBef>
                <a:spcPts val="0"/>
              </a:spcBef>
              <a:buNone/>
              <a:defRPr sz="4800" b="1">
                <a:solidFill>
                  <a:schemeClr val="bg1"/>
                </a:solidFill>
              </a:defRPr>
            </a:lvl4pPr>
            <a:lvl5pPr marL="0" indent="0" algn="l">
              <a:spcBef>
                <a:spcPts val="0"/>
              </a:spcBef>
              <a:buNone/>
              <a:defRPr sz="4800" b="1">
                <a:solidFill>
                  <a:schemeClr val="bg1"/>
                </a:solidFill>
              </a:defRPr>
            </a:lvl5pPr>
            <a:lvl6pPr marL="0" indent="0" algn="l">
              <a:spcBef>
                <a:spcPts val="0"/>
              </a:spcBef>
              <a:buNone/>
              <a:defRPr sz="4800" b="1">
                <a:solidFill>
                  <a:schemeClr val="bg1"/>
                </a:solidFill>
              </a:defRPr>
            </a:lvl6pPr>
            <a:lvl7pPr marL="0" indent="0" algn="l">
              <a:spcBef>
                <a:spcPts val="0"/>
              </a:spcBef>
              <a:buNone/>
              <a:defRPr sz="4800" b="1">
                <a:solidFill>
                  <a:schemeClr val="bg1"/>
                </a:solidFill>
              </a:defRPr>
            </a:lvl7pPr>
            <a:lvl8pPr marL="0" indent="0" algn="l">
              <a:spcBef>
                <a:spcPts val="0"/>
              </a:spcBef>
              <a:buNone/>
              <a:defRPr sz="4800" b="1">
                <a:solidFill>
                  <a:schemeClr val="bg1"/>
                </a:solidFill>
              </a:defRPr>
            </a:lvl8pPr>
            <a:lvl9pPr marL="0" indent="0" algn="l">
              <a:spcBef>
                <a:spcPts val="0"/>
              </a:spcBef>
              <a:buNone/>
              <a:defRPr sz="4800" b="1">
                <a:solidFill>
                  <a:schemeClr val="bg1"/>
                </a:solidFill>
              </a:defRPr>
            </a:lvl9pPr>
          </a:lstStyle>
          <a:p>
            <a:pPr lvl="0"/>
            <a:r>
              <a:rPr lang="de-DE" noProof="0"/>
              <a:t>Kapitelnamen durch Klicken bearbeiten</a:t>
            </a:r>
          </a:p>
        </p:txBody>
      </p:sp>
    </p:spTree>
    <p:extLst>
      <p:ext uri="{BB962C8B-B14F-4D97-AF65-F5344CB8AC3E}">
        <p14:creationId xmlns:p14="http://schemas.microsoft.com/office/powerpoint/2010/main" val="1611961433"/>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 Nur Tite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572F5-E83A-3E87-215C-6FDF1BCF28E6}"/>
              </a:ext>
            </a:extLst>
          </p:cNvPr>
          <p:cNvSpPr>
            <a:spLocks noGrp="1"/>
          </p:cNvSpPr>
          <p:nvPr>
            <p:ph type="title" hasCustomPrompt="1"/>
          </p:nvPr>
        </p:nvSpPr>
        <p:spPr bwMode="invGray"/>
        <p:txBody>
          <a:bodyPr/>
          <a:lstStyle/>
          <a:p>
            <a:r>
              <a:rPr lang="de-DE" noProof="0"/>
              <a:t>Folientitel durch Klicken bearbeiten </a:t>
            </a:r>
            <a:br>
              <a:rPr lang="de-DE" noProof="0"/>
            </a:br>
            <a:r>
              <a:rPr lang="de-DE" noProof="0"/>
              <a:t>(maximal zweizeilig)</a:t>
            </a:r>
          </a:p>
        </p:txBody>
      </p:sp>
      <p:sp>
        <p:nvSpPr>
          <p:cNvPr id="3" name="Footer Placeholder 2">
            <a:extLst>
              <a:ext uri="{FF2B5EF4-FFF2-40B4-BE49-F238E27FC236}">
                <a16:creationId xmlns:a16="http://schemas.microsoft.com/office/drawing/2014/main" id="{380B7BAE-6840-9842-1720-11CF2479686A}"/>
              </a:ext>
            </a:extLst>
          </p:cNvPr>
          <p:cNvSpPr>
            <a:spLocks noGrp="1"/>
          </p:cNvSpPr>
          <p:nvPr>
            <p:ph type="ftr" sz="quarter" idx="10"/>
          </p:nvPr>
        </p:nvSpPr>
        <p:spPr bwMode="invGray"/>
        <p:txBody>
          <a:bodyPr/>
          <a:lstStyle/>
          <a:p>
            <a:r>
              <a:rPr lang="de-DE" noProof="0"/>
              <a:t>Hier steht der übergeordnete Präsentationstitel (Einfügen → Kopf- und Fußzeile)</a:t>
            </a:r>
          </a:p>
        </p:txBody>
      </p:sp>
      <p:sp>
        <p:nvSpPr>
          <p:cNvPr id="4" name="Slide Number Placeholder 3">
            <a:extLst>
              <a:ext uri="{FF2B5EF4-FFF2-40B4-BE49-F238E27FC236}">
                <a16:creationId xmlns:a16="http://schemas.microsoft.com/office/drawing/2014/main" id="{51B88120-E8B7-C426-477A-56804F99DB5C}"/>
              </a:ext>
            </a:extLst>
          </p:cNvPr>
          <p:cNvSpPr>
            <a:spLocks noGrp="1"/>
          </p:cNvSpPr>
          <p:nvPr>
            <p:ph type="sldNum" sz="quarter" idx="11"/>
          </p:nvPr>
        </p:nvSpPr>
        <p:spPr bwMode="invGray"/>
        <p:txBody>
          <a:bodyPr/>
          <a:lstStyle/>
          <a:p>
            <a:fld id="{5438FF58-A5B1-455A-BA0C-D8E0E4C71076}" type="slidenum">
              <a:rPr lang="de-DE" noProof="0" smtClean="0"/>
              <a:pPr/>
              <a:t>‹#›</a:t>
            </a:fld>
            <a:endParaRPr lang="de-DE" noProof="0"/>
          </a:p>
        </p:txBody>
      </p:sp>
    </p:spTree>
    <p:extLst>
      <p:ext uri="{BB962C8B-B14F-4D97-AF65-F5344CB8AC3E}">
        <p14:creationId xmlns:p14="http://schemas.microsoft.com/office/powerpoint/2010/main" val="255769800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 Titel und Text 01 (einspalti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572F5-E83A-3E87-215C-6FDF1BCF28E6}"/>
              </a:ext>
            </a:extLst>
          </p:cNvPr>
          <p:cNvSpPr>
            <a:spLocks noGrp="1"/>
          </p:cNvSpPr>
          <p:nvPr>
            <p:ph type="title" hasCustomPrompt="1"/>
          </p:nvPr>
        </p:nvSpPr>
        <p:spPr bwMode="invGray"/>
        <p:txBody>
          <a:bodyPr/>
          <a:lstStyle/>
          <a:p>
            <a:r>
              <a:rPr lang="de-DE" noProof="0"/>
              <a:t>Folientitel durch Klicken bearbeiten </a:t>
            </a:r>
            <a:br>
              <a:rPr lang="de-DE" noProof="0"/>
            </a:br>
            <a:r>
              <a:rPr lang="de-DE" noProof="0"/>
              <a:t>(maximal zweizeilig)</a:t>
            </a:r>
          </a:p>
        </p:txBody>
      </p:sp>
      <p:sp>
        <p:nvSpPr>
          <p:cNvPr id="3" name="Footer Placeholder 2">
            <a:extLst>
              <a:ext uri="{FF2B5EF4-FFF2-40B4-BE49-F238E27FC236}">
                <a16:creationId xmlns:a16="http://schemas.microsoft.com/office/drawing/2014/main" id="{380B7BAE-6840-9842-1720-11CF2479686A}"/>
              </a:ext>
            </a:extLst>
          </p:cNvPr>
          <p:cNvSpPr>
            <a:spLocks noGrp="1"/>
          </p:cNvSpPr>
          <p:nvPr>
            <p:ph type="ftr" sz="quarter" idx="10"/>
          </p:nvPr>
        </p:nvSpPr>
        <p:spPr bwMode="invGray"/>
        <p:txBody>
          <a:bodyPr/>
          <a:lstStyle/>
          <a:p>
            <a:r>
              <a:rPr lang="de-DE" noProof="0"/>
              <a:t>Hier steht der übergeordnete Präsentationstitel (Einfügen → Kopf- und Fußzeile)</a:t>
            </a:r>
          </a:p>
        </p:txBody>
      </p:sp>
      <p:sp>
        <p:nvSpPr>
          <p:cNvPr id="4" name="Slide Number Placeholder 3">
            <a:extLst>
              <a:ext uri="{FF2B5EF4-FFF2-40B4-BE49-F238E27FC236}">
                <a16:creationId xmlns:a16="http://schemas.microsoft.com/office/drawing/2014/main" id="{51B88120-E8B7-C426-477A-56804F99DB5C}"/>
              </a:ext>
            </a:extLst>
          </p:cNvPr>
          <p:cNvSpPr>
            <a:spLocks noGrp="1"/>
          </p:cNvSpPr>
          <p:nvPr>
            <p:ph type="sldNum" sz="quarter" idx="11"/>
          </p:nvPr>
        </p:nvSpPr>
        <p:spPr bwMode="invGray"/>
        <p:txBody>
          <a:bodyPr/>
          <a:lstStyle/>
          <a:p>
            <a:fld id="{5438FF58-A5B1-455A-BA0C-D8E0E4C71076}" type="slidenum">
              <a:rPr lang="de-DE" noProof="0" smtClean="0"/>
              <a:pPr/>
              <a:t>‹#›</a:t>
            </a:fld>
            <a:endParaRPr lang="de-DE" noProof="0"/>
          </a:p>
        </p:txBody>
      </p:sp>
      <p:sp>
        <p:nvSpPr>
          <p:cNvPr id="6" name="Text Placeholder 5">
            <a:extLst>
              <a:ext uri="{FF2B5EF4-FFF2-40B4-BE49-F238E27FC236}">
                <a16:creationId xmlns:a16="http://schemas.microsoft.com/office/drawing/2014/main" id="{1437442A-2E2B-60D6-57CD-158E4565F415}"/>
              </a:ext>
            </a:extLst>
          </p:cNvPr>
          <p:cNvSpPr>
            <a:spLocks noGrp="1"/>
          </p:cNvSpPr>
          <p:nvPr>
            <p:ph type="body" sz="quarter" idx="12" hasCustomPrompt="1"/>
          </p:nvPr>
        </p:nvSpPr>
        <p:spPr bwMode="invGray">
          <a:xfrm>
            <a:off x="407368" y="1592796"/>
            <a:ext cx="11376000" cy="4644000"/>
          </a:xfrm>
        </p:spPr>
        <p:txBody>
          <a:body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spTree>
    <p:extLst>
      <p:ext uri="{BB962C8B-B14F-4D97-AF65-F5344CB8AC3E}">
        <p14:creationId xmlns:p14="http://schemas.microsoft.com/office/powerpoint/2010/main" val="111813646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 Titel und Text 02 (zweispalti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572F5-E83A-3E87-215C-6FDF1BCF28E6}"/>
              </a:ext>
            </a:extLst>
          </p:cNvPr>
          <p:cNvSpPr>
            <a:spLocks noGrp="1"/>
          </p:cNvSpPr>
          <p:nvPr>
            <p:ph type="title" hasCustomPrompt="1"/>
          </p:nvPr>
        </p:nvSpPr>
        <p:spPr bwMode="invGray"/>
        <p:txBody>
          <a:bodyPr/>
          <a:lstStyle/>
          <a:p>
            <a:r>
              <a:rPr lang="de-DE" noProof="0"/>
              <a:t>Folientitel durch Klicken bearbeiten </a:t>
            </a:r>
            <a:br>
              <a:rPr lang="de-DE" noProof="0"/>
            </a:br>
            <a:r>
              <a:rPr lang="de-DE" noProof="0"/>
              <a:t>(maximal zweizeilig)</a:t>
            </a:r>
          </a:p>
        </p:txBody>
      </p:sp>
      <p:sp>
        <p:nvSpPr>
          <p:cNvPr id="3" name="Footer Placeholder 2">
            <a:extLst>
              <a:ext uri="{FF2B5EF4-FFF2-40B4-BE49-F238E27FC236}">
                <a16:creationId xmlns:a16="http://schemas.microsoft.com/office/drawing/2014/main" id="{380B7BAE-6840-9842-1720-11CF2479686A}"/>
              </a:ext>
            </a:extLst>
          </p:cNvPr>
          <p:cNvSpPr>
            <a:spLocks noGrp="1"/>
          </p:cNvSpPr>
          <p:nvPr>
            <p:ph type="ftr" sz="quarter" idx="10"/>
          </p:nvPr>
        </p:nvSpPr>
        <p:spPr bwMode="invGray"/>
        <p:txBody>
          <a:bodyPr/>
          <a:lstStyle/>
          <a:p>
            <a:r>
              <a:rPr lang="de-DE" noProof="0"/>
              <a:t>Hier steht der übergeordnete Präsentationstitel (Einfügen → Kopf- und Fußzeile)</a:t>
            </a:r>
          </a:p>
        </p:txBody>
      </p:sp>
      <p:sp>
        <p:nvSpPr>
          <p:cNvPr id="4" name="Slide Number Placeholder 3">
            <a:extLst>
              <a:ext uri="{FF2B5EF4-FFF2-40B4-BE49-F238E27FC236}">
                <a16:creationId xmlns:a16="http://schemas.microsoft.com/office/drawing/2014/main" id="{51B88120-E8B7-C426-477A-56804F99DB5C}"/>
              </a:ext>
            </a:extLst>
          </p:cNvPr>
          <p:cNvSpPr>
            <a:spLocks noGrp="1"/>
          </p:cNvSpPr>
          <p:nvPr>
            <p:ph type="sldNum" sz="quarter" idx="11"/>
          </p:nvPr>
        </p:nvSpPr>
        <p:spPr bwMode="invGray"/>
        <p:txBody>
          <a:bodyPr/>
          <a:lstStyle/>
          <a:p>
            <a:fld id="{5438FF58-A5B1-455A-BA0C-D8E0E4C71076}" type="slidenum">
              <a:rPr lang="de-DE" noProof="0" smtClean="0"/>
              <a:pPr/>
              <a:t>‹#›</a:t>
            </a:fld>
            <a:endParaRPr lang="de-DE" noProof="0"/>
          </a:p>
        </p:txBody>
      </p:sp>
      <p:sp>
        <p:nvSpPr>
          <p:cNvPr id="6" name="Text Placeholder 5">
            <a:extLst>
              <a:ext uri="{FF2B5EF4-FFF2-40B4-BE49-F238E27FC236}">
                <a16:creationId xmlns:a16="http://schemas.microsoft.com/office/drawing/2014/main" id="{1437442A-2E2B-60D6-57CD-158E4565F415}"/>
              </a:ext>
            </a:extLst>
          </p:cNvPr>
          <p:cNvSpPr>
            <a:spLocks noGrp="1"/>
          </p:cNvSpPr>
          <p:nvPr>
            <p:ph type="body" sz="quarter" idx="12" hasCustomPrompt="1"/>
          </p:nvPr>
        </p:nvSpPr>
        <p:spPr bwMode="invGray">
          <a:xfrm>
            <a:off x="407368" y="1592796"/>
            <a:ext cx="5472732" cy="4644000"/>
          </a:xfrm>
        </p:spPr>
        <p:txBody>
          <a:body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sp>
        <p:nvSpPr>
          <p:cNvPr id="7" name="Text Placeholder 5">
            <a:extLst>
              <a:ext uri="{FF2B5EF4-FFF2-40B4-BE49-F238E27FC236}">
                <a16:creationId xmlns:a16="http://schemas.microsoft.com/office/drawing/2014/main" id="{37B0818A-E3C0-1D55-0E64-308082D2B018}"/>
              </a:ext>
            </a:extLst>
          </p:cNvPr>
          <p:cNvSpPr>
            <a:spLocks noGrp="1"/>
          </p:cNvSpPr>
          <p:nvPr>
            <p:ph type="body" sz="quarter" idx="13" hasCustomPrompt="1"/>
          </p:nvPr>
        </p:nvSpPr>
        <p:spPr bwMode="invGray">
          <a:xfrm>
            <a:off x="6312024" y="1592796"/>
            <a:ext cx="5472732" cy="4644000"/>
          </a:xfrm>
        </p:spPr>
        <p:txBody>
          <a:body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spTree>
    <p:extLst>
      <p:ext uri="{BB962C8B-B14F-4D97-AF65-F5344CB8AC3E}">
        <p14:creationId xmlns:p14="http://schemas.microsoft.com/office/powerpoint/2010/main" val="56518452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 Titel und Text 03 (zweispalti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803ACE4-6865-3058-0529-B76A74CBFF8D}"/>
              </a:ext>
            </a:extLst>
          </p:cNvPr>
          <p:cNvSpPr/>
          <p:nvPr userDrawn="1"/>
        </p:nvSpPr>
        <p:spPr bwMode="hidden">
          <a:xfrm>
            <a:off x="0" y="1411200"/>
            <a:ext cx="6096000" cy="544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11" name="Rectangle 10">
            <a:extLst>
              <a:ext uri="{FF2B5EF4-FFF2-40B4-BE49-F238E27FC236}">
                <a16:creationId xmlns:a16="http://schemas.microsoft.com/office/drawing/2014/main" id="{861FA592-2D70-5C10-5164-725AB371FA1F}"/>
              </a:ext>
            </a:extLst>
          </p:cNvPr>
          <p:cNvSpPr/>
          <p:nvPr userDrawn="1"/>
        </p:nvSpPr>
        <p:spPr bwMode="hidden">
          <a:xfrm>
            <a:off x="6096000" y="1411200"/>
            <a:ext cx="6096000" cy="544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2" name="Title 1">
            <a:extLst>
              <a:ext uri="{FF2B5EF4-FFF2-40B4-BE49-F238E27FC236}">
                <a16:creationId xmlns:a16="http://schemas.microsoft.com/office/drawing/2014/main" id="{8F8572F5-E83A-3E87-215C-6FDF1BCF28E6}"/>
              </a:ext>
            </a:extLst>
          </p:cNvPr>
          <p:cNvSpPr>
            <a:spLocks noGrp="1"/>
          </p:cNvSpPr>
          <p:nvPr>
            <p:ph type="title" hasCustomPrompt="1"/>
          </p:nvPr>
        </p:nvSpPr>
        <p:spPr bwMode="invGray"/>
        <p:txBody>
          <a:bodyPr/>
          <a:lstStyle/>
          <a:p>
            <a:r>
              <a:rPr lang="de-DE" noProof="0"/>
              <a:t>Folientitel durch Klicken bearbeiten </a:t>
            </a:r>
            <a:br>
              <a:rPr lang="de-DE" noProof="0"/>
            </a:br>
            <a:r>
              <a:rPr lang="de-DE" noProof="0"/>
              <a:t>(maximal zweizeilig)</a:t>
            </a:r>
          </a:p>
        </p:txBody>
      </p:sp>
      <p:sp>
        <p:nvSpPr>
          <p:cNvPr id="3" name="Footer Placeholder 2">
            <a:extLst>
              <a:ext uri="{FF2B5EF4-FFF2-40B4-BE49-F238E27FC236}">
                <a16:creationId xmlns:a16="http://schemas.microsoft.com/office/drawing/2014/main" id="{380B7BAE-6840-9842-1720-11CF2479686A}"/>
              </a:ext>
            </a:extLst>
          </p:cNvPr>
          <p:cNvSpPr>
            <a:spLocks noGrp="1"/>
          </p:cNvSpPr>
          <p:nvPr>
            <p:ph type="ftr" sz="quarter" idx="10"/>
          </p:nvPr>
        </p:nvSpPr>
        <p:spPr bwMode="gray"/>
        <p:txBody>
          <a:bodyPr/>
          <a:lstStyle>
            <a:lvl1pPr>
              <a:defRPr>
                <a:solidFill>
                  <a:schemeClr val="tx1"/>
                </a:solidFill>
              </a:defRPr>
            </a:lvl1pPr>
          </a:lstStyle>
          <a:p>
            <a:r>
              <a:rPr lang="de-DE" noProof="0"/>
              <a:t>Hier steht der übergeordnete Präsentationstitel (Einfügen → Kopf- und Fußzeile)</a:t>
            </a:r>
          </a:p>
        </p:txBody>
      </p:sp>
      <p:sp>
        <p:nvSpPr>
          <p:cNvPr id="4" name="Slide Number Placeholder 3">
            <a:extLst>
              <a:ext uri="{FF2B5EF4-FFF2-40B4-BE49-F238E27FC236}">
                <a16:creationId xmlns:a16="http://schemas.microsoft.com/office/drawing/2014/main" id="{51B88120-E8B7-C426-477A-56804F99DB5C}"/>
              </a:ext>
            </a:extLst>
          </p:cNvPr>
          <p:cNvSpPr>
            <a:spLocks noGrp="1"/>
          </p:cNvSpPr>
          <p:nvPr>
            <p:ph type="sldNum" sz="quarter" idx="11"/>
          </p:nvPr>
        </p:nvSpPr>
        <p:spPr bwMode="invGray"/>
        <p:txBody>
          <a:bodyPr/>
          <a:lstStyle>
            <a:lvl1pPr>
              <a:defRPr>
                <a:solidFill>
                  <a:schemeClr val="bg1"/>
                </a:solidFill>
              </a:defRPr>
            </a:lvl1pPr>
          </a:lstStyle>
          <a:p>
            <a:fld id="{5438FF58-A5B1-455A-BA0C-D8E0E4C71076}" type="slidenum">
              <a:rPr lang="de-DE" noProof="0" smtClean="0"/>
              <a:pPr/>
              <a:t>‹#›</a:t>
            </a:fld>
            <a:endParaRPr lang="de-DE" noProof="0"/>
          </a:p>
        </p:txBody>
      </p:sp>
      <p:sp>
        <p:nvSpPr>
          <p:cNvPr id="6" name="Text Placeholder 5">
            <a:extLst>
              <a:ext uri="{FF2B5EF4-FFF2-40B4-BE49-F238E27FC236}">
                <a16:creationId xmlns:a16="http://schemas.microsoft.com/office/drawing/2014/main" id="{1437442A-2E2B-60D6-57CD-158E4565F415}"/>
              </a:ext>
            </a:extLst>
          </p:cNvPr>
          <p:cNvSpPr>
            <a:spLocks noGrp="1"/>
          </p:cNvSpPr>
          <p:nvPr>
            <p:ph type="body" sz="quarter" idx="12" hasCustomPrompt="1"/>
          </p:nvPr>
        </p:nvSpPr>
        <p:spPr bwMode="gray">
          <a:xfrm>
            <a:off x="407368" y="1592796"/>
            <a:ext cx="5472732" cy="4644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sp>
        <p:nvSpPr>
          <p:cNvPr id="7" name="Text Placeholder 5">
            <a:extLst>
              <a:ext uri="{FF2B5EF4-FFF2-40B4-BE49-F238E27FC236}">
                <a16:creationId xmlns:a16="http://schemas.microsoft.com/office/drawing/2014/main" id="{37B0818A-E3C0-1D55-0E64-308082D2B018}"/>
              </a:ext>
            </a:extLst>
          </p:cNvPr>
          <p:cNvSpPr>
            <a:spLocks noGrp="1"/>
          </p:cNvSpPr>
          <p:nvPr>
            <p:ph type="body" sz="quarter" idx="13" hasCustomPrompt="1"/>
          </p:nvPr>
        </p:nvSpPr>
        <p:spPr bwMode="invGray">
          <a:xfrm>
            <a:off x="6312024" y="1592796"/>
            <a:ext cx="5472732" cy="4644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spTree>
    <p:extLst>
      <p:ext uri="{BB962C8B-B14F-4D97-AF65-F5344CB8AC3E}">
        <p14:creationId xmlns:p14="http://schemas.microsoft.com/office/powerpoint/2010/main" val="335579622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 Titel und Text 04 (dreispalti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572F5-E83A-3E87-215C-6FDF1BCF28E6}"/>
              </a:ext>
            </a:extLst>
          </p:cNvPr>
          <p:cNvSpPr>
            <a:spLocks noGrp="1"/>
          </p:cNvSpPr>
          <p:nvPr>
            <p:ph type="title" hasCustomPrompt="1"/>
          </p:nvPr>
        </p:nvSpPr>
        <p:spPr bwMode="invGray"/>
        <p:txBody>
          <a:bodyPr/>
          <a:lstStyle/>
          <a:p>
            <a:r>
              <a:rPr lang="de-DE" noProof="0"/>
              <a:t>Folientitel durch Klicken bearbeiten </a:t>
            </a:r>
            <a:br>
              <a:rPr lang="de-DE" noProof="0"/>
            </a:br>
            <a:r>
              <a:rPr lang="de-DE" noProof="0"/>
              <a:t>(maximal zweizeilig)</a:t>
            </a:r>
          </a:p>
        </p:txBody>
      </p:sp>
      <p:sp>
        <p:nvSpPr>
          <p:cNvPr id="3" name="Footer Placeholder 2">
            <a:extLst>
              <a:ext uri="{FF2B5EF4-FFF2-40B4-BE49-F238E27FC236}">
                <a16:creationId xmlns:a16="http://schemas.microsoft.com/office/drawing/2014/main" id="{380B7BAE-6840-9842-1720-11CF2479686A}"/>
              </a:ext>
            </a:extLst>
          </p:cNvPr>
          <p:cNvSpPr>
            <a:spLocks noGrp="1"/>
          </p:cNvSpPr>
          <p:nvPr>
            <p:ph type="ftr" sz="quarter" idx="10"/>
          </p:nvPr>
        </p:nvSpPr>
        <p:spPr bwMode="invGray"/>
        <p:txBody>
          <a:bodyPr/>
          <a:lstStyle/>
          <a:p>
            <a:r>
              <a:rPr lang="de-DE" noProof="0"/>
              <a:t>Hier steht der übergeordnete Präsentationstitel (Einfügen → Kopf- und Fußzeile)</a:t>
            </a:r>
          </a:p>
        </p:txBody>
      </p:sp>
      <p:sp>
        <p:nvSpPr>
          <p:cNvPr id="4" name="Slide Number Placeholder 3">
            <a:extLst>
              <a:ext uri="{FF2B5EF4-FFF2-40B4-BE49-F238E27FC236}">
                <a16:creationId xmlns:a16="http://schemas.microsoft.com/office/drawing/2014/main" id="{51B88120-E8B7-C426-477A-56804F99DB5C}"/>
              </a:ext>
            </a:extLst>
          </p:cNvPr>
          <p:cNvSpPr>
            <a:spLocks noGrp="1"/>
          </p:cNvSpPr>
          <p:nvPr>
            <p:ph type="sldNum" sz="quarter" idx="11"/>
          </p:nvPr>
        </p:nvSpPr>
        <p:spPr bwMode="invGray"/>
        <p:txBody>
          <a:bodyPr/>
          <a:lstStyle/>
          <a:p>
            <a:fld id="{5438FF58-A5B1-455A-BA0C-D8E0E4C71076}" type="slidenum">
              <a:rPr lang="de-DE" noProof="0" smtClean="0"/>
              <a:pPr/>
              <a:t>‹#›</a:t>
            </a:fld>
            <a:endParaRPr lang="de-DE" noProof="0"/>
          </a:p>
        </p:txBody>
      </p:sp>
      <p:sp>
        <p:nvSpPr>
          <p:cNvPr id="6" name="Text Placeholder 5">
            <a:extLst>
              <a:ext uri="{FF2B5EF4-FFF2-40B4-BE49-F238E27FC236}">
                <a16:creationId xmlns:a16="http://schemas.microsoft.com/office/drawing/2014/main" id="{1437442A-2E2B-60D6-57CD-158E4565F415}"/>
              </a:ext>
            </a:extLst>
          </p:cNvPr>
          <p:cNvSpPr>
            <a:spLocks noGrp="1"/>
          </p:cNvSpPr>
          <p:nvPr>
            <p:ph type="body" sz="quarter" idx="12" hasCustomPrompt="1"/>
          </p:nvPr>
        </p:nvSpPr>
        <p:spPr bwMode="invGray">
          <a:xfrm>
            <a:off x="407368" y="1592796"/>
            <a:ext cx="3528045" cy="4644000"/>
          </a:xfrm>
        </p:spPr>
        <p:txBody>
          <a:body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sp>
        <p:nvSpPr>
          <p:cNvPr id="7" name="Text Placeholder 5">
            <a:extLst>
              <a:ext uri="{FF2B5EF4-FFF2-40B4-BE49-F238E27FC236}">
                <a16:creationId xmlns:a16="http://schemas.microsoft.com/office/drawing/2014/main" id="{37B0818A-E3C0-1D55-0E64-308082D2B018}"/>
              </a:ext>
            </a:extLst>
          </p:cNvPr>
          <p:cNvSpPr>
            <a:spLocks noGrp="1"/>
          </p:cNvSpPr>
          <p:nvPr>
            <p:ph type="body" sz="quarter" idx="13" hasCustomPrompt="1"/>
          </p:nvPr>
        </p:nvSpPr>
        <p:spPr bwMode="invGray">
          <a:xfrm>
            <a:off x="4331804" y="1592796"/>
            <a:ext cx="3528000" cy="4644000"/>
          </a:xfrm>
        </p:spPr>
        <p:txBody>
          <a:body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sp>
        <p:nvSpPr>
          <p:cNvPr id="8" name="Text Placeholder 5">
            <a:extLst>
              <a:ext uri="{FF2B5EF4-FFF2-40B4-BE49-F238E27FC236}">
                <a16:creationId xmlns:a16="http://schemas.microsoft.com/office/drawing/2014/main" id="{A001225D-F57A-2BE4-19C6-E010F5189400}"/>
              </a:ext>
            </a:extLst>
          </p:cNvPr>
          <p:cNvSpPr>
            <a:spLocks noGrp="1"/>
          </p:cNvSpPr>
          <p:nvPr>
            <p:ph type="body" sz="quarter" idx="14" hasCustomPrompt="1"/>
          </p:nvPr>
        </p:nvSpPr>
        <p:spPr bwMode="invGray">
          <a:xfrm>
            <a:off x="8256240" y="1592796"/>
            <a:ext cx="3528000" cy="4644000"/>
          </a:xfrm>
        </p:spPr>
        <p:txBody>
          <a:body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spTree>
    <p:extLst>
      <p:ext uri="{BB962C8B-B14F-4D97-AF65-F5344CB8AC3E}">
        <p14:creationId xmlns:p14="http://schemas.microsoft.com/office/powerpoint/2010/main" val="157639284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 Titel und Text 05 (dreispalti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0CCC9E4-C95B-A6D9-03B8-301A2FDA1DF6}"/>
              </a:ext>
            </a:extLst>
          </p:cNvPr>
          <p:cNvSpPr/>
          <p:nvPr userDrawn="1"/>
        </p:nvSpPr>
        <p:spPr bwMode="hidden">
          <a:xfrm>
            <a:off x="3935227" y="1411200"/>
            <a:ext cx="4321546" cy="54468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12" name="Rectangle 11">
            <a:extLst>
              <a:ext uri="{FF2B5EF4-FFF2-40B4-BE49-F238E27FC236}">
                <a16:creationId xmlns:a16="http://schemas.microsoft.com/office/drawing/2014/main" id="{8D666EBE-6F81-F18D-3826-76D8A6FE31BD}"/>
              </a:ext>
            </a:extLst>
          </p:cNvPr>
          <p:cNvSpPr/>
          <p:nvPr userDrawn="1"/>
        </p:nvSpPr>
        <p:spPr bwMode="hidden">
          <a:xfrm>
            <a:off x="8058034" y="1411200"/>
            <a:ext cx="4133966" cy="544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13" name="Rectangle 12">
            <a:extLst>
              <a:ext uri="{FF2B5EF4-FFF2-40B4-BE49-F238E27FC236}">
                <a16:creationId xmlns:a16="http://schemas.microsoft.com/office/drawing/2014/main" id="{32748741-B6FE-DA03-E357-3D7AC069B69D}"/>
              </a:ext>
            </a:extLst>
          </p:cNvPr>
          <p:cNvSpPr/>
          <p:nvPr userDrawn="1"/>
        </p:nvSpPr>
        <p:spPr bwMode="hidden">
          <a:xfrm>
            <a:off x="0" y="1411200"/>
            <a:ext cx="4133619" cy="54468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2" name="Title 1">
            <a:extLst>
              <a:ext uri="{FF2B5EF4-FFF2-40B4-BE49-F238E27FC236}">
                <a16:creationId xmlns:a16="http://schemas.microsoft.com/office/drawing/2014/main" id="{8F8572F5-E83A-3E87-215C-6FDF1BCF28E6}"/>
              </a:ext>
            </a:extLst>
          </p:cNvPr>
          <p:cNvSpPr>
            <a:spLocks noGrp="1"/>
          </p:cNvSpPr>
          <p:nvPr>
            <p:ph type="title" hasCustomPrompt="1"/>
          </p:nvPr>
        </p:nvSpPr>
        <p:spPr bwMode="invGray"/>
        <p:txBody>
          <a:bodyPr/>
          <a:lstStyle/>
          <a:p>
            <a:r>
              <a:rPr lang="de-DE" noProof="0"/>
              <a:t>Folientitel durch Klicken bearbeiten </a:t>
            </a:r>
            <a:br>
              <a:rPr lang="de-DE" noProof="0"/>
            </a:br>
            <a:r>
              <a:rPr lang="de-DE" noProof="0"/>
              <a:t>(maximal zweizeilig)</a:t>
            </a:r>
          </a:p>
        </p:txBody>
      </p:sp>
      <p:sp>
        <p:nvSpPr>
          <p:cNvPr id="3" name="Footer Placeholder 2">
            <a:extLst>
              <a:ext uri="{FF2B5EF4-FFF2-40B4-BE49-F238E27FC236}">
                <a16:creationId xmlns:a16="http://schemas.microsoft.com/office/drawing/2014/main" id="{380B7BAE-6840-9842-1720-11CF2479686A}"/>
              </a:ext>
            </a:extLst>
          </p:cNvPr>
          <p:cNvSpPr>
            <a:spLocks noGrp="1"/>
          </p:cNvSpPr>
          <p:nvPr>
            <p:ph type="ftr" sz="quarter" idx="10"/>
          </p:nvPr>
        </p:nvSpPr>
        <p:spPr bwMode="gray"/>
        <p:txBody>
          <a:bodyPr/>
          <a:lstStyle>
            <a:lvl1pPr>
              <a:defRPr>
                <a:solidFill>
                  <a:schemeClr val="tx1"/>
                </a:solidFill>
              </a:defRPr>
            </a:lvl1pPr>
          </a:lstStyle>
          <a:p>
            <a:r>
              <a:rPr lang="de-DE" noProof="0"/>
              <a:t>Hier steht der übergeordnete Präsentationstitel (Einfügen → Kopf- und Fußzeile)</a:t>
            </a:r>
          </a:p>
        </p:txBody>
      </p:sp>
      <p:sp>
        <p:nvSpPr>
          <p:cNvPr id="4" name="Slide Number Placeholder 3">
            <a:extLst>
              <a:ext uri="{FF2B5EF4-FFF2-40B4-BE49-F238E27FC236}">
                <a16:creationId xmlns:a16="http://schemas.microsoft.com/office/drawing/2014/main" id="{51B88120-E8B7-C426-477A-56804F99DB5C}"/>
              </a:ext>
            </a:extLst>
          </p:cNvPr>
          <p:cNvSpPr>
            <a:spLocks noGrp="1"/>
          </p:cNvSpPr>
          <p:nvPr>
            <p:ph type="sldNum" sz="quarter" idx="11"/>
          </p:nvPr>
        </p:nvSpPr>
        <p:spPr bwMode="invGray"/>
        <p:txBody>
          <a:bodyPr/>
          <a:lstStyle>
            <a:lvl1pPr>
              <a:defRPr>
                <a:solidFill>
                  <a:schemeClr val="bg1"/>
                </a:solidFill>
              </a:defRPr>
            </a:lvl1pPr>
          </a:lstStyle>
          <a:p>
            <a:fld id="{5438FF58-A5B1-455A-BA0C-D8E0E4C71076}" type="slidenum">
              <a:rPr lang="de-DE" noProof="0" smtClean="0"/>
              <a:pPr/>
              <a:t>‹#›</a:t>
            </a:fld>
            <a:endParaRPr lang="de-DE" noProof="0"/>
          </a:p>
        </p:txBody>
      </p:sp>
      <p:sp>
        <p:nvSpPr>
          <p:cNvPr id="6" name="Text Placeholder 5">
            <a:extLst>
              <a:ext uri="{FF2B5EF4-FFF2-40B4-BE49-F238E27FC236}">
                <a16:creationId xmlns:a16="http://schemas.microsoft.com/office/drawing/2014/main" id="{1437442A-2E2B-60D6-57CD-158E4565F415}"/>
              </a:ext>
            </a:extLst>
          </p:cNvPr>
          <p:cNvSpPr>
            <a:spLocks noGrp="1"/>
          </p:cNvSpPr>
          <p:nvPr>
            <p:ph type="body" sz="quarter" idx="12" hasCustomPrompt="1"/>
          </p:nvPr>
        </p:nvSpPr>
        <p:spPr bwMode="gray">
          <a:xfrm>
            <a:off x="407368" y="1592796"/>
            <a:ext cx="3528045" cy="4644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sp>
        <p:nvSpPr>
          <p:cNvPr id="7" name="Text Placeholder 5">
            <a:extLst>
              <a:ext uri="{FF2B5EF4-FFF2-40B4-BE49-F238E27FC236}">
                <a16:creationId xmlns:a16="http://schemas.microsoft.com/office/drawing/2014/main" id="{37B0818A-E3C0-1D55-0E64-308082D2B018}"/>
              </a:ext>
            </a:extLst>
          </p:cNvPr>
          <p:cNvSpPr>
            <a:spLocks noGrp="1"/>
          </p:cNvSpPr>
          <p:nvPr>
            <p:ph type="body" sz="quarter" idx="13" hasCustomPrompt="1"/>
          </p:nvPr>
        </p:nvSpPr>
        <p:spPr bwMode="gray">
          <a:xfrm>
            <a:off x="4331827" y="1592796"/>
            <a:ext cx="3528000" cy="4644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sp>
        <p:nvSpPr>
          <p:cNvPr id="8" name="Text Placeholder 5">
            <a:extLst>
              <a:ext uri="{FF2B5EF4-FFF2-40B4-BE49-F238E27FC236}">
                <a16:creationId xmlns:a16="http://schemas.microsoft.com/office/drawing/2014/main" id="{A001225D-F57A-2BE4-19C6-E010F5189400}"/>
              </a:ext>
            </a:extLst>
          </p:cNvPr>
          <p:cNvSpPr>
            <a:spLocks noGrp="1"/>
          </p:cNvSpPr>
          <p:nvPr>
            <p:ph type="body" sz="quarter" idx="14" hasCustomPrompt="1"/>
          </p:nvPr>
        </p:nvSpPr>
        <p:spPr bwMode="invGray">
          <a:xfrm>
            <a:off x="8256240" y="1592796"/>
            <a:ext cx="3528000" cy="4644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spTree>
    <p:extLst>
      <p:ext uri="{BB962C8B-B14F-4D97-AF65-F5344CB8AC3E}">
        <p14:creationId xmlns:p14="http://schemas.microsoft.com/office/powerpoint/2010/main" val="424204721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 Titel und Diagramm">
    <p:spTree>
      <p:nvGrpSpPr>
        <p:cNvPr id="1" name=""/>
        <p:cNvGrpSpPr/>
        <p:nvPr/>
      </p:nvGrpSpPr>
      <p:grpSpPr>
        <a:xfrm>
          <a:off x="0" y="0"/>
          <a:ext cx="0" cy="0"/>
          <a:chOff x="0" y="0"/>
          <a:chExt cx="0" cy="0"/>
        </a:xfrm>
      </p:grpSpPr>
      <p:sp>
        <p:nvSpPr>
          <p:cNvPr id="10" name="Chart Placeholder 9">
            <a:extLst>
              <a:ext uri="{FF2B5EF4-FFF2-40B4-BE49-F238E27FC236}">
                <a16:creationId xmlns:a16="http://schemas.microsoft.com/office/drawing/2014/main" id="{68E2BF02-3E71-B4D3-9100-115FCA029DE0}"/>
              </a:ext>
            </a:extLst>
          </p:cNvPr>
          <p:cNvSpPr>
            <a:spLocks noGrp="1"/>
          </p:cNvSpPr>
          <p:nvPr>
            <p:ph type="chart" sz="quarter" idx="16"/>
          </p:nvPr>
        </p:nvSpPr>
        <p:spPr bwMode="invGray">
          <a:xfrm>
            <a:off x="407368" y="2384884"/>
            <a:ext cx="11376000" cy="3564000"/>
          </a:xfrm>
        </p:spPr>
        <p:txBody>
          <a:bodyPr tIns="648000" anchor="ctr"/>
          <a:lstStyle>
            <a:lvl1pPr algn="ctr">
              <a:spcBef>
                <a:spcPts val="0"/>
              </a:spcBef>
              <a:defRPr sz="1600" b="0"/>
            </a:lvl1pPr>
          </a:lstStyle>
          <a:p>
            <a:r>
              <a:rPr lang="de-DE" noProof="0" dirty="0"/>
              <a:t>Diagramm durch Klicken auf Symbol hinzufügen</a:t>
            </a:r>
          </a:p>
        </p:txBody>
      </p:sp>
      <p:sp>
        <p:nvSpPr>
          <p:cNvPr id="2" name="Title 1">
            <a:extLst>
              <a:ext uri="{FF2B5EF4-FFF2-40B4-BE49-F238E27FC236}">
                <a16:creationId xmlns:a16="http://schemas.microsoft.com/office/drawing/2014/main" id="{8F8572F5-E83A-3E87-215C-6FDF1BCF28E6}"/>
              </a:ext>
            </a:extLst>
          </p:cNvPr>
          <p:cNvSpPr>
            <a:spLocks noGrp="1"/>
          </p:cNvSpPr>
          <p:nvPr>
            <p:ph type="title" hasCustomPrompt="1"/>
          </p:nvPr>
        </p:nvSpPr>
        <p:spPr bwMode="invGray">
          <a:xfrm>
            <a:off x="407368" y="224644"/>
            <a:ext cx="10512000" cy="997196"/>
          </a:xfrm>
        </p:spPr>
        <p:txBody>
          <a:bodyPr/>
          <a:lstStyle/>
          <a:p>
            <a:r>
              <a:rPr lang="de-DE" noProof="0"/>
              <a:t>Folientitel durch Klicken bearbeiten </a:t>
            </a:r>
            <a:br>
              <a:rPr lang="de-DE" noProof="0"/>
            </a:br>
            <a:r>
              <a:rPr lang="de-DE" noProof="0"/>
              <a:t>(maximal zweizeilig)</a:t>
            </a:r>
            <a:endParaRPr lang="de-DE" noProof="0" dirty="0"/>
          </a:p>
        </p:txBody>
      </p:sp>
      <p:sp>
        <p:nvSpPr>
          <p:cNvPr id="3" name="Footer Placeholder 2">
            <a:extLst>
              <a:ext uri="{FF2B5EF4-FFF2-40B4-BE49-F238E27FC236}">
                <a16:creationId xmlns:a16="http://schemas.microsoft.com/office/drawing/2014/main" id="{380B7BAE-6840-9842-1720-11CF2479686A}"/>
              </a:ext>
            </a:extLst>
          </p:cNvPr>
          <p:cNvSpPr>
            <a:spLocks noGrp="1"/>
          </p:cNvSpPr>
          <p:nvPr>
            <p:ph type="ftr" sz="quarter" idx="10"/>
          </p:nvPr>
        </p:nvSpPr>
        <p:spPr bwMode="invGray"/>
        <p:txBody>
          <a:bodyPr/>
          <a:lstStyle/>
          <a:p>
            <a:r>
              <a:rPr lang="de-DE" noProof="0"/>
              <a:t>Hier steht der übergeordnete Präsentationstitel (Einfügen → Kopf- und Fußzeile)</a:t>
            </a:r>
          </a:p>
        </p:txBody>
      </p:sp>
      <p:sp>
        <p:nvSpPr>
          <p:cNvPr id="4" name="Slide Number Placeholder 3">
            <a:extLst>
              <a:ext uri="{FF2B5EF4-FFF2-40B4-BE49-F238E27FC236}">
                <a16:creationId xmlns:a16="http://schemas.microsoft.com/office/drawing/2014/main" id="{51B88120-E8B7-C426-477A-56804F99DB5C}"/>
              </a:ext>
            </a:extLst>
          </p:cNvPr>
          <p:cNvSpPr>
            <a:spLocks noGrp="1"/>
          </p:cNvSpPr>
          <p:nvPr>
            <p:ph type="sldNum" sz="quarter" idx="11"/>
          </p:nvPr>
        </p:nvSpPr>
        <p:spPr bwMode="invGray"/>
        <p:txBody>
          <a:bodyPr/>
          <a:lstStyle/>
          <a:p>
            <a:fld id="{5438FF58-A5B1-455A-BA0C-D8E0E4C71076}" type="slidenum">
              <a:rPr lang="de-DE" noProof="0" smtClean="0"/>
              <a:pPr/>
              <a:t>‹#›</a:t>
            </a:fld>
            <a:endParaRPr lang="de-DE" noProof="0"/>
          </a:p>
        </p:txBody>
      </p:sp>
      <p:sp>
        <p:nvSpPr>
          <p:cNvPr id="7" name="Text Placeholder 10">
            <a:extLst>
              <a:ext uri="{FF2B5EF4-FFF2-40B4-BE49-F238E27FC236}">
                <a16:creationId xmlns:a16="http://schemas.microsoft.com/office/drawing/2014/main" id="{1280BB9E-AC72-3000-B234-C1B92BEA6BD1}"/>
              </a:ext>
            </a:extLst>
          </p:cNvPr>
          <p:cNvSpPr>
            <a:spLocks noGrp="1"/>
          </p:cNvSpPr>
          <p:nvPr>
            <p:ph type="body" sz="quarter" idx="13" hasCustomPrompt="1"/>
          </p:nvPr>
        </p:nvSpPr>
        <p:spPr bwMode="invGray">
          <a:xfrm>
            <a:off x="407368" y="1592796"/>
            <a:ext cx="11376000" cy="307777"/>
          </a:xfrm>
        </p:spPr>
        <p:txBody>
          <a:bodyPr wrap="square">
            <a:spAutoFit/>
          </a:bodyPr>
          <a:lstStyle>
            <a:lvl1pPr marL="0" indent="0">
              <a:spcBef>
                <a:spcPts val="0"/>
              </a:spcBef>
              <a:buFont typeface="Skeena" panose="020B0604020202020204" pitchFamily="34" charset="0"/>
              <a:buNone/>
              <a:defRPr sz="2000" b="1">
                <a:solidFill>
                  <a:schemeClr val="bg1"/>
                </a:solidFill>
              </a:defRPr>
            </a:lvl1pPr>
            <a:lvl2pPr marL="0" indent="0">
              <a:spcBef>
                <a:spcPts val="0"/>
              </a:spcBef>
              <a:buFont typeface="Skeena" panose="020B0604020202020204" pitchFamily="34" charset="0"/>
              <a:buNone/>
              <a:defRPr sz="2000" b="1">
                <a:solidFill>
                  <a:schemeClr val="bg1"/>
                </a:solidFill>
              </a:defRPr>
            </a:lvl2pPr>
            <a:lvl3pPr marL="0" indent="0">
              <a:spcBef>
                <a:spcPts val="0"/>
              </a:spcBef>
              <a:buNone/>
              <a:defRPr sz="2000" b="1">
                <a:solidFill>
                  <a:schemeClr val="bg1"/>
                </a:solidFill>
              </a:defRPr>
            </a:lvl3pPr>
            <a:lvl4pPr marL="0" indent="0">
              <a:spcBef>
                <a:spcPts val="0"/>
              </a:spcBef>
              <a:buNone/>
              <a:defRPr sz="2000" b="1">
                <a:solidFill>
                  <a:schemeClr val="bg1"/>
                </a:solidFill>
              </a:defRPr>
            </a:lvl4pPr>
            <a:lvl5pPr marL="0" indent="0">
              <a:spcBef>
                <a:spcPts val="0"/>
              </a:spcBef>
              <a:buNone/>
              <a:defRPr sz="2000" b="1">
                <a:solidFill>
                  <a:schemeClr val="bg1"/>
                </a:solidFill>
              </a:defRPr>
            </a:lvl5pPr>
            <a:lvl6pPr marL="0" indent="0">
              <a:spcBef>
                <a:spcPts val="0"/>
              </a:spcBef>
              <a:buNone/>
              <a:defRPr sz="2000" b="1">
                <a:solidFill>
                  <a:schemeClr val="bg1"/>
                </a:solidFill>
              </a:defRPr>
            </a:lvl6pPr>
            <a:lvl7pPr marL="0" indent="0">
              <a:spcBef>
                <a:spcPts val="0"/>
              </a:spcBef>
              <a:buNone/>
              <a:defRPr sz="2000" b="1">
                <a:solidFill>
                  <a:schemeClr val="bg1"/>
                </a:solidFill>
              </a:defRPr>
            </a:lvl7pPr>
            <a:lvl8pPr marL="0" indent="0">
              <a:spcBef>
                <a:spcPts val="0"/>
              </a:spcBef>
              <a:buNone/>
              <a:defRPr sz="2000" b="1">
                <a:solidFill>
                  <a:schemeClr val="bg1"/>
                </a:solidFill>
              </a:defRPr>
            </a:lvl8pPr>
            <a:lvl9pPr marL="0" indent="0">
              <a:spcBef>
                <a:spcPts val="0"/>
              </a:spcBef>
              <a:buNone/>
              <a:defRPr sz="2000" b="1">
                <a:solidFill>
                  <a:schemeClr val="bg1"/>
                </a:solidFill>
              </a:defRPr>
            </a:lvl9pPr>
          </a:lstStyle>
          <a:p>
            <a:pPr lvl="0"/>
            <a:r>
              <a:rPr lang="de-DE" noProof="0"/>
              <a:t>Diagrammtitel durch Klicken bearbeiten</a:t>
            </a:r>
          </a:p>
        </p:txBody>
      </p:sp>
      <p:sp>
        <p:nvSpPr>
          <p:cNvPr id="8" name="Text Placeholder 10">
            <a:extLst>
              <a:ext uri="{FF2B5EF4-FFF2-40B4-BE49-F238E27FC236}">
                <a16:creationId xmlns:a16="http://schemas.microsoft.com/office/drawing/2014/main" id="{223E0DB9-8137-0846-98A4-7A44669C000F}"/>
              </a:ext>
            </a:extLst>
          </p:cNvPr>
          <p:cNvSpPr>
            <a:spLocks noGrp="1"/>
          </p:cNvSpPr>
          <p:nvPr>
            <p:ph type="body" sz="quarter" idx="14" hasCustomPrompt="1"/>
          </p:nvPr>
        </p:nvSpPr>
        <p:spPr bwMode="invGray">
          <a:xfrm>
            <a:off x="407368" y="1975122"/>
            <a:ext cx="11376000" cy="276999"/>
          </a:xfrm>
        </p:spPr>
        <p:txBody>
          <a:bodyPr wrap="square">
            <a:spAutoFit/>
          </a:bodyPr>
          <a:lstStyle>
            <a:lvl1pPr marL="0" indent="0">
              <a:spcBef>
                <a:spcPts val="0"/>
              </a:spcBef>
              <a:buFont typeface="Skeena" panose="020B0604020202020204" pitchFamily="34" charset="0"/>
              <a:buNone/>
              <a:defRPr sz="1800" b="0">
                <a:solidFill>
                  <a:schemeClr val="bg1"/>
                </a:solidFill>
              </a:defRPr>
            </a:lvl1pPr>
            <a:lvl2pPr marL="0" indent="0">
              <a:spcBef>
                <a:spcPts val="0"/>
              </a:spcBef>
              <a:buFont typeface="Skeena" panose="020B0604020202020204" pitchFamily="34" charset="0"/>
              <a:buNone/>
              <a:defRPr sz="1800" b="0">
                <a:solidFill>
                  <a:schemeClr val="bg1"/>
                </a:solidFill>
              </a:defRPr>
            </a:lvl2pPr>
            <a:lvl3pPr marL="0" indent="0">
              <a:spcBef>
                <a:spcPts val="0"/>
              </a:spcBef>
              <a:buNone/>
              <a:defRPr sz="1800" b="0">
                <a:solidFill>
                  <a:schemeClr val="bg1"/>
                </a:solidFill>
              </a:defRPr>
            </a:lvl3pPr>
            <a:lvl4pPr marL="0" indent="0">
              <a:spcBef>
                <a:spcPts val="0"/>
              </a:spcBef>
              <a:buNone/>
              <a:defRPr sz="1800" b="0">
                <a:solidFill>
                  <a:schemeClr val="bg1"/>
                </a:solidFill>
              </a:defRPr>
            </a:lvl4pPr>
            <a:lvl5pPr marL="0" indent="0">
              <a:spcBef>
                <a:spcPts val="0"/>
              </a:spcBef>
              <a:buNone/>
              <a:defRPr sz="1800" b="0">
                <a:solidFill>
                  <a:schemeClr val="bg1"/>
                </a:solidFill>
              </a:defRPr>
            </a:lvl5pPr>
            <a:lvl6pPr marL="0" indent="0">
              <a:spcBef>
                <a:spcPts val="0"/>
              </a:spcBef>
              <a:buNone/>
              <a:defRPr sz="1800" b="0">
                <a:solidFill>
                  <a:schemeClr val="bg1"/>
                </a:solidFill>
              </a:defRPr>
            </a:lvl6pPr>
            <a:lvl7pPr marL="0" indent="0">
              <a:spcBef>
                <a:spcPts val="0"/>
              </a:spcBef>
              <a:buNone/>
              <a:defRPr sz="1800" b="0">
                <a:solidFill>
                  <a:schemeClr val="bg1"/>
                </a:solidFill>
              </a:defRPr>
            </a:lvl7pPr>
            <a:lvl8pPr marL="0" indent="0">
              <a:spcBef>
                <a:spcPts val="0"/>
              </a:spcBef>
              <a:buNone/>
              <a:defRPr sz="1800" b="0">
                <a:solidFill>
                  <a:schemeClr val="bg1"/>
                </a:solidFill>
              </a:defRPr>
            </a:lvl8pPr>
            <a:lvl9pPr marL="0" indent="0">
              <a:spcBef>
                <a:spcPts val="0"/>
              </a:spcBef>
              <a:buNone/>
              <a:defRPr sz="1800" b="0">
                <a:solidFill>
                  <a:schemeClr val="bg1"/>
                </a:solidFill>
              </a:defRPr>
            </a:lvl9pPr>
          </a:lstStyle>
          <a:p>
            <a:pPr lvl="0"/>
            <a:r>
              <a:rPr lang="de-DE" noProof="0" dirty="0"/>
              <a:t>Werteinheit durch Klicken bearbeiten</a:t>
            </a:r>
          </a:p>
        </p:txBody>
      </p:sp>
      <p:sp>
        <p:nvSpPr>
          <p:cNvPr id="9" name="Text Placeholder 10">
            <a:extLst>
              <a:ext uri="{FF2B5EF4-FFF2-40B4-BE49-F238E27FC236}">
                <a16:creationId xmlns:a16="http://schemas.microsoft.com/office/drawing/2014/main" id="{F04793D8-BEC5-A481-5DFB-9D9D90CDC927}"/>
              </a:ext>
            </a:extLst>
          </p:cNvPr>
          <p:cNvSpPr>
            <a:spLocks noGrp="1"/>
          </p:cNvSpPr>
          <p:nvPr>
            <p:ph type="body" sz="quarter" idx="15" hasCustomPrompt="1"/>
          </p:nvPr>
        </p:nvSpPr>
        <p:spPr bwMode="invGray">
          <a:xfrm>
            <a:off x="407368" y="6082908"/>
            <a:ext cx="11376000" cy="153888"/>
          </a:xfrm>
        </p:spPr>
        <p:txBody>
          <a:bodyPr wrap="square" anchor="b">
            <a:spAutoFit/>
          </a:bodyPr>
          <a:lstStyle>
            <a:lvl1pPr marL="0" indent="0">
              <a:spcBef>
                <a:spcPts val="0"/>
              </a:spcBef>
              <a:buFont typeface="Skeena" panose="020B0604020202020204" pitchFamily="34" charset="0"/>
              <a:buNone/>
              <a:defRPr sz="1000" b="0">
                <a:solidFill>
                  <a:schemeClr val="bg1"/>
                </a:solidFill>
              </a:defRPr>
            </a:lvl1pPr>
            <a:lvl2pPr marL="0" indent="0">
              <a:spcBef>
                <a:spcPts val="0"/>
              </a:spcBef>
              <a:buFont typeface="Skeena" panose="020B0604020202020204" pitchFamily="34" charset="0"/>
              <a:buNone/>
              <a:defRPr sz="1000" b="0">
                <a:solidFill>
                  <a:schemeClr val="bg1"/>
                </a:solidFill>
              </a:defRPr>
            </a:lvl2pPr>
            <a:lvl3pPr marL="0" indent="0">
              <a:spcBef>
                <a:spcPts val="0"/>
              </a:spcBef>
              <a:buNone/>
              <a:defRPr sz="1000" b="0">
                <a:solidFill>
                  <a:schemeClr val="bg1"/>
                </a:solidFill>
              </a:defRPr>
            </a:lvl3pPr>
            <a:lvl4pPr marL="0" indent="0">
              <a:spcBef>
                <a:spcPts val="0"/>
              </a:spcBef>
              <a:buNone/>
              <a:defRPr sz="1000" b="0">
                <a:solidFill>
                  <a:schemeClr val="bg1"/>
                </a:solidFill>
              </a:defRPr>
            </a:lvl4pPr>
            <a:lvl5pPr marL="0" indent="0">
              <a:spcBef>
                <a:spcPts val="0"/>
              </a:spcBef>
              <a:buNone/>
              <a:defRPr sz="1000" b="0">
                <a:solidFill>
                  <a:schemeClr val="bg1"/>
                </a:solidFill>
              </a:defRPr>
            </a:lvl5pPr>
            <a:lvl6pPr marL="0" indent="0">
              <a:spcBef>
                <a:spcPts val="0"/>
              </a:spcBef>
              <a:buNone/>
              <a:defRPr sz="1000" b="0">
                <a:solidFill>
                  <a:schemeClr val="bg1"/>
                </a:solidFill>
              </a:defRPr>
            </a:lvl6pPr>
            <a:lvl7pPr marL="0" indent="0">
              <a:spcBef>
                <a:spcPts val="0"/>
              </a:spcBef>
              <a:buNone/>
              <a:defRPr sz="1000" b="0">
                <a:solidFill>
                  <a:schemeClr val="bg1"/>
                </a:solidFill>
              </a:defRPr>
            </a:lvl7pPr>
            <a:lvl8pPr marL="0" indent="0">
              <a:spcBef>
                <a:spcPts val="0"/>
              </a:spcBef>
              <a:buNone/>
              <a:defRPr sz="1000" b="0">
                <a:solidFill>
                  <a:schemeClr val="bg1"/>
                </a:solidFill>
              </a:defRPr>
            </a:lvl8pPr>
            <a:lvl9pPr marL="0" indent="0">
              <a:spcBef>
                <a:spcPts val="0"/>
              </a:spcBef>
              <a:buNone/>
              <a:defRPr sz="1000" b="0">
                <a:solidFill>
                  <a:schemeClr val="bg1"/>
                </a:solidFill>
              </a:defRPr>
            </a:lvl9pPr>
          </a:lstStyle>
          <a:p>
            <a:pPr lvl="0"/>
            <a:r>
              <a:rPr lang="de-DE" noProof="0"/>
              <a:t>Fußnote/Quellenangabe durch Klicken bearbeiten</a:t>
            </a:r>
            <a:endParaRPr lang="de-DE" noProof="0" dirty="0"/>
          </a:p>
        </p:txBody>
      </p:sp>
      <p:sp>
        <p:nvSpPr>
          <p:cNvPr id="6" name="Rechteck 5">
            <a:extLst>
              <a:ext uri="{FF2B5EF4-FFF2-40B4-BE49-F238E27FC236}">
                <a16:creationId xmlns:a16="http://schemas.microsoft.com/office/drawing/2014/main" id="{41285A9B-5A2E-1AF1-12B2-F9DB67394A4E}"/>
              </a:ext>
            </a:extLst>
          </p:cNvPr>
          <p:cNvSpPr/>
          <p:nvPr userDrawn="1"/>
        </p:nvSpPr>
        <p:spPr>
          <a:xfrm>
            <a:off x="2136000" y="1526602"/>
            <a:ext cx="7920000" cy="3804797"/>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0" tIns="360000" rIns="360000" bIns="360000" rtlCol="0" anchor="ctr" anchorCtr="0">
            <a:noAutofit/>
          </a:bodyPr>
          <a:lstStyle/>
          <a:p>
            <a:pPr marL="0" indent="0" algn="ctr">
              <a:spcBef>
                <a:spcPts val="600"/>
              </a:spcBef>
              <a:buFont typeface="Wingdings" panose="05000000000000000000" pitchFamily="2" charset="2"/>
              <a:buNone/>
            </a:pPr>
            <a:r>
              <a:rPr lang="de-DE" sz="3600" noProof="0" dirty="0">
                <a:solidFill>
                  <a:srgbClr val="FFFF00"/>
                </a:solidFill>
              </a:rPr>
              <a:t>Aus Gründen der Lesbarkeit sind Diagramme und Tabellen auf dem Vanguard-Hintergrund nicht zulässig. Bitte wechseln Sie zu einer der beiden anderen Layout-Versionen (Haze oder </a:t>
            </a:r>
            <a:r>
              <a:rPr lang="de-DE" sz="3600" noProof="0" dirty="0" err="1">
                <a:solidFill>
                  <a:srgbClr val="FFFF00"/>
                </a:solidFill>
              </a:rPr>
              <a:t>Charcoal</a:t>
            </a:r>
            <a:r>
              <a:rPr lang="de-DE" sz="3600" noProof="0" dirty="0">
                <a:solidFill>
                  <a:srgbClr val="FFFF00"/>
                </a:solidFill>
              </a:rPr>
              <a:t>).</a:t>
            </a:r>
          </a:p>
        </p:txBody>
      </p:sp>
    </p:spTree>
    <p:extLst>
      <p:ext uri="{BB962C8B-B14F-4D97-AF65-F5344CB8AC3E}">
        <p14:creationId xmlns:p14="http://schemas.microsoft.com/office/powerpoint/2010/main" val="315407725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 Titel und zwei Diagramme">
    <p:spTree>
      <p:nvGrpSpPr>
        <p:cNvPr id="1" name=""/>
        <p:cNvGrpSpPr/>
        <p:nvPr/>
      </p:nvGrpSpPr>
      <p:grpSpPr>
        <a:xfrm>
          <a:off x="0" y="0"/>
          <a:ext cx="0" cy="0"/>
          <a:chOff x="0" y="0"/>
          <a:chExt cx="0" cy="0"/>
        </a:xfrm>
      </p:grpSpPr>
      <p:sp>
        <p:nvSpPr>
          <p:cNvPr id="10" name="Chart Placeholder 9">
            <a:extLst>
              <a:ext uri="{FF2B5EF4-FFF2-40B4-BE49-F238E27FC236}">
                <a16:creationId xmlns:a16="http://schemas.microsoft.com/office/drawing/2014/main" id="{68E2BF02-3E71-B4D3-9100-115FCA029DE0}"/>
              </a:ext>
            </a:extLst>
          </p:cNvPr>
          <p:cNvSpPr>
            <a:spLocks noGrp="1"/>
          </p:cNvSpPr>
          <p:nvPr>
            <p:ph type="chart" sz="quarter" idx="16"/>
          </p:nvPr>
        </p:nvSpPr>
        <p:spPr bwMode="invGray">
          <a:xfrm>
            <a:off x="407368" y="2384884"/>
            <a:ext cx="5472000" cy="3564000"/>
          </a:xfrm>
        </p:spPr>
        <p:txBody>
          <a:bodyPr tIns="648000" anchor="ctr"/>
          <a:lstStyle>
            <a:lvl1pPr algn="ctr">
              <a:spcBef>
                <a:spcPts val="0"/>
              </a:spcBef>
              <a:defRPr sz="1600" b="0"/>
            </a:lvl1pPr>
          </a:lstStyle>
          <a:p>
            <a:r>
              <a:rPr lang="de-DE" noProof="0" dirty="0"/>
              <a:t>Diagramm durch Klicken auf Symbol hinzufügen</a:t>
            </a:r>
          </a:p>
        </p:txBody>
      </p:sp>
      <p:sp>
        <p:nvSpPr>
          <p:cNvPr id="14" name="Chart Placeholder 9">
            <a:extLst>
              <a:ext uri="{FF2B5EF4-FFF2-40B4-BE49-F238E27FC236}">
                <a16:creationId xmlns:a16="http://schemas.microsoft.com/office/drawing/2014/main" id="{3B6BA9E7-0268-DDE7-1A78-D4421DD3388E}"/>
              </a:ext>
            </a:extLst>
          </p:cNvPr>
          <p:cNvSpPr>
            <a:spLocks noGrp="1"/>
          </p:cNvSpPr>
          <p:nvPr>
            <p:ph type="chart" sz="quarter" idx="20"/>
          </p:nvPr>
        </p:nvSpPr>
        <p:spPr bwMode="invGray">
          <a:xfrm>
            <a:off x="6312024" y="2384884"/>
            <a:ext cx="5472000" cy="3564000"/>
          </a:xfrm>
        </p:spPr>
        <p:txBody>
          <a:bodyPr tIns="648000" anchor="ctr"/>
          <a:lstStyle>
            <a:lvl1pPr algn="ctr">
              <a:spcBef>
                <a:spcPts val="0"/>
              </a:spcBef>
              <a:defRPr sz="1600" b="0"/>
            </a:lvl1pPr>
          </a:lstStyle>
          <a:p>
            <a:r>
              <a:rPr lang="de-DE" noProof="0" dirty="0"/>
              <a:t>Diagramm durch Klicken auf Symbol hinzufügen</a:t>
            </a:r>
          </a:p>
        </p:txBody>
      </p:sp>
      <p:sp>
        <p:nvSpPr>
          <p:cNvPr id="2" name="Title 1">
            <a:extLst>
              <a:ext uri="{FF2B5EF4-FFF2-40B4-BE49-F238E27FC236}">
                <a16:creationId xmlns:a16="http://schemas.microsoft.com/office/drawing/2014/main" id="{8F8572F5-E83A-3E87-215C-6FDF1BCF28E6}"/>
              </a:ext>
            </a:extLst>
          </p:cNvPr>
          <p:cNvSpPr>
            <a:spLocks noGrp="1"/>
          </p:cNvSpPr>
          <p:nvPr>
            <p:ph type="title" hasCustomPrompt="1"/>
          </p:nvPr>
        </p:nvSpPr>
        <p:spPr bwMode="invGray">
          <a:xfrm>
            <a:off x="407368" y="224644"/>
            <a:ext cx="10512000" cy="997196"/>
          </a:xfrm>
        </p:spPr>
        <p:txBody>
          <a:bodyPr/>
          <a:lstStyle/>
          <a:p>
            <a:r>
              <a:rPr lang="de-DE" noProof="0"/>
              <a:t>Folientitel durch Klicken bearbeiten </a:t>
            </a:r>
            <a:br>
              <a:rPr lang="de-DE" noProof="0"/>
            </a:br>
            <a:r>
              <a:rPr lang="de-DE" noProof="0"/>
              <a:t>(maximal zweizeilig)</a:t>
            </a:r>
          </a:p>
        </p:txBody>
      </p:sp>
      <p:sp>
        <p:nvSpPr>
          <p:cNvPr id="3" name="Footer Placeholder 2">
            <a:extLst>
              <a:ext uri="{FF2B5EF4-FFF2-40B4-BE49-F238E27FC236}">
                <a16:creationId xmlns:a16="http://schemas.microsoft.com/office/drawing/2014/main" id="{380B7BAE-6840-9842-1720-11CF2479686A}"/>
              </a:ext>
            </a:extLst>
          </p:cNvPr>
          <p:cNvSpPr>
            <a:spLocks noGrp="1"/>
          </p:cNvSpPr>
          <p:nvPr>
            <p:ph type="ftr" sz="quarter" idx="10"/>
          </p:nvPr>
        </p:nvSpPr>
        <p:spPr bwMode="invGray"/>
        <p:txBody>
          <a:bodyPr/>
          <a:lstStyle/>
          <a:p>
            <a:r>
              <a:rPr lang="de-DE" noProof="0"/>
              <a:t>Hier steht der übergeordnete Präsentationstitel (Einfügen → Kopf- und Fußzeile)</a:t>
            </a:r>
          </a:p>
        </p:txBody>
      </p:sp>
      <p:sp>
        <p:nvSpPr>
          <p:cNvPr id="4" name="Slide Number Placeholder 3">
            <a:extLst>
              <a:ext uri="{FF2B5EF4-FFF2-40B4-BE49-F238E27FC236}">
                <a16:creationId xmlns:a16="http://schemas.microsoft.com/office/drawing/2014/main" id="{51B88120-E8B7-C426-477A-56804F99DB5C}"/>
              </a:ext>
            </a:extLst>
          </p:cNvPr>
          <p:cNvSpPr>
            <a:spLocks noGrp="1"/>
          </p:cNvSpPr>
          <p:nvPr>
            <p:ph type="sldNum" sz="quarter" idx="11"/>
          </p:nvPr>
        </p:nvSpPr>
        <p:spPr bwMode="invGray"/>
        <p:txBody>
          <a:bodyPr/>
          <a:lstStyle/>
          <a:p>
            <a:fld id="{5438FF58-A5B1-455A-BA0C-D8E0E4C71076}" type="slidenum">
              <a:rPr lang="de-DE" noProof="0" smtClean="0"/>
              <a:pPr/>
              <a:t>‹#›</a:t>
            </a:fld>
            <a:endParaRPr lang="de-DE" noProof="0"/>
          </a:p>
        </p:txBody>
      </p:sp>
      <p:sp>
        <p:nvSpPr>
          <p:cNvPr id="7" name="Text Placeholder 10">
            <a:extLst>
              <a:ext uri="{FF2B5EF4-FFF2-40B4-BE49-F238E27FC236}">
                <a16:creationId xmlns:a16="http://schemas.microsoft.com/office/drawing/2014/main" id="{1280BB9E-AC72-3000-B234-C1B92BEA6BD1}"/>
              </a:ext>
            </a:extLst>
          </p:cNvPr>
          <p:cNvSpPr>
            <a:spLocks noGrp="1"/>
          </p:cNvSpPr>
          <p:nvPr>
            <p:ph type="body" sz="quarter" idx="13" hasCustomPrompt="1"/>
          </p:nvPr>
        </p:nvSpPr>
        <p:spPr bwMode="invGray">
          <a:xfrm>
            <a:off x="407368" y="1592796"/>
            <a:ext cx="5472000" cy="307777"/>
          </a:xfrm>
        </p:spPr>
        <p:txBody>
          <a:bodyPr wrap="square">
            <a:spAutoFit/>
          </a:bodyPr>
          <a:lstStyle>
            <a:lvl1pPr marL="0" indent="0">
              <a:spcBef>
                <a:spcPts val="0"/>
              </a:spcBef>
              <a:buFont typeface="Skeena" panose="020B0604020202020204" pitchFamily="34" charset="0"/>
              <a:buNone/>
              <a:defRPr sz="2000" b="1">
                <a:solidFill>
                  <a:schemeClr val="bg1"/>
                </a:solidFill>
              </a:defRPr>
            </a:lvl1pPr>
            <a:lvl2pPr marL="0" indent="0">
              <a:spcBef>
                <a:spcPts val="0"/>
              </a:spcBef>
              <a:buFont typeface="Skeena" panose="020B0604020202020204" pitchFamily="34" charset="0"/>
              <a:buNone/>
              <a:defRPr sz="2000" b="1">
                <a:solidFill>
                  <a:schemeClr val="bg1"/>
                </a:solidFill>
              </a:defRPr>
            </a:lvl2pPr>
            <a:lvl3pPr marL="0" indent="0">
              <a:spcBef>
                <a:spcPts val="0"/>
              </a:spcBef>
              <a:buNone/>
              <a:defRPr sz="2000" b="1">
                <a:solidFill>
                  <a:schemeClr val="bg1"/>
                </a:solidFill>
              </a:defRPr>
            </a:lvl3pPr>
            <a:lvl4pPr marL="0" indent="0">
              <a:spcBef>
                <a:spcPts val="0"/>
              </a:spcBef>
              <a:buNone/>
              <a:defRPr sz="2000" b="1">
                <a:solidFill>
                  <a:schemeClr val="bg1"/>
                </a:solidFill>
              </a:defRPr>
            </a:lvl4pPr>
            <a:lvl5pPr marL="0" indent="0">
              <a:spcBef>
                <a:spcPts val="0"/>
              </a:spcBef>
              <a:buNone/>
              <a:defRPr sz="2000" b="1">
                <a:solidFill>
                  <a:schemeClr val="bg1"/>
                </a:solidFill>
              </a:defRPr>
            </a:lvl5pPr>
            <a:lvl6pPr marL="0" indent="0">
              <a:spcBef>
                <a:spcPts val="0"/>
              </a:spcBef>
              <a:buNone/>
              <a:defRPr sz="2000" b="1">
                <a:solidFill>
                  <a:schemeClr val="bg1"/>
                </a:solidFill>
              </a:defRPr>
            </a:lvl6pPr>
            <a:lvl7pPr marL="0" indent="0">
              <a:spcBef>
                <a:spcPts val="0"/>
              </a:spcBef>
              <a:buNone/>
              <a:defRPr sz="2000" b="1">
                <a:solidFill>
                  <a:schemeClr val="bg1"/>
                </a:solidFill>
              </a:defRPr>
            </a:lvl7pPr>
            <a:lvl8pPr marL="0" indent="0">
              <a:spcBef>
                <a:spcPts val="0"/>
              </a:spcBef>
              <a:buNone/>
              <a:defRPr sz="2000" b="1">
                <a:solidFill>
                  <a:schemeClr val="bg1"/>
                </a:solidFill>
              </a:defRPr>
            </a:lvl8pPr>
            <a:lvl9pPr marL="0" indent="0">
              <a:spcBef>
                <a:spcPts val="0"/>
              </a:spcBef>
              <a:buNone/>
              <a:defRPr sz="2000" b="1">
                <a:solidFill>
                  <a:schemeClr val="bg1"/>
                </a:solidFill>
              </a:defRPr>
            </a:lvl9pPr>
          </a:lstStyle>
          <a:p>
            <a:pPr lvl="0"/>
            <a:r>
              <a:rPr lang="de-DE" noProof="0"/>
              <a:t>Diagrammtitel durch Klicken bearbeiten</a:t>
            </a:r>
          </a:p>
        </p:txBody>
      </p:sp>
      <p:sp>
        <p:nvSpPr>
          <p:cNvPr id="8" name="Text Placeholder 10">
            <a:extLst>
              <a:ext uri="{FF2B5EF4-FFF2-40B4-BE49-F238E27FC236}">
                <a16:creationId xmlns:a16="http://schemas.microsoft.com/office/drawing/2014/main" id="{223E0DB9-8137-0846-98A4-7A44669C000F}"/>
              </a:ext>
            </a:extLst>
          </p:cNvPr>
          <p:cNvSpPr>
            <a:spLocks noGrp="1"/>
          </p:cNvSpPr>
          <p:nvPr>
            <p:ph type="body" sz="quarter" idx="14" hasCustomPrompt="1"/>
          </p:nvPr>
        </p:nvSpPr>
        <p:spPr bwMode="invGray">
          <a:xfrm>
            <a:off x="407368" y="1975122"/>
            <a:ext cx="5472000" cy="276999"/>
          </a:xfrm>
        </p:spPr>
        <p:txBody>
          <a:bodyPr wrap="square">
            <a:spAutoFit/>
          </a:bodyPr>
          <a:lstStyle>
            <a:lvl1pPr marL="0" indent="0">
              <a:spcBef>
                <a:spcPts val="0"/>
              </a:spcBef>
              <a:buFont typeface="Skeena" panose="020B0604020202020204" pitchFamily="34" charset="0"/>
              <a:buNone/>
              <a:defRPr sz="1800" b="0">
                <a:solidFill>
                  <a:schemeClr val="bg1"/>
                </a:solidFill>
              </a:defRPr>
            </a:lvl1pPr>
            <a:lvl2pPr marL="0" indent="0">
              <a:spcBef>
                <a:spcPts val="0"/>
              </a:spcBef>
              <a:buFont typeface="Skeena" panose="020B0604020202020204" pitchFamily="34" charset="0"/>
              <a:buNone/>
              <a:defRPr sz="1800" b="0">
                <a:solidFill>
                  <a:schemeClr val="bg1"/>
                </a:solidFill>
              </a:defRPr>
            </a:lvl2pPr>
            <a:lvl3pPr marL="0" indent="0">
              <a:spcBef>
                <a:spcPts val="0"/>
              </a:spcBef>
              <a:buNone/>
              <a:defRPr sz="1800" b="0">
                <a:solidFill>
                  <a:schemeClr val="bg1"/>
                </a:solidFill>
              </a:defRPr>
            </a:lvl3pPr>
            <a:lvl4pPr marL="0" indent="0">
              <a:spcBef>
                <a:spcPts val="0"/>
              </a:spcBef>
              <a:buNone/>
              <a:defRPr sz="1800" b="0">
                <a:solidFill>
                  <a:schemeClr val="bg1"/>
                </a:solidFill>
              </a:defRPr>
            </a:lvl4pPr>
            <a:lvl5pPr marL="0" indent="0">
              <a:spcBef>
                <a:spcPts val="0"/>
              </a:spcBef>
              <a:buNone/>
              <a:defRPr sz="1800" b="0">
                <a:solidFill>
                  <a:schemeClr val="bg1"/>
                </a:solidFill>
              </a:defRPr>
            </a:lvl5pPr>
            <a:lvl6pPr marL="0" indent="0">
              <a:spcBef>
                <a:spcPts val="0"/>
              </a:spcBef>
              <a:buNone/>
              <a:defRPr sz="1800" b="0">
                <a:solidFill>
                  <a:schemeClr val="bg1"/>
                </a:solidFill>
              </a:defRPr>
            </a:lvl6pPr>
            <a:lvl7pPr marL="0" indent="0">
              <a:spcBef>
                <a:spcPts val="0"/>
              </a:spcBef>
              <a:buNone/>
              <a:defRPr sz="1800" b="0">
                <a:solidFill>
                  <a:schemeClr val="bg1"/>
                </a:solidFill>
              </a:defRPr>
            </a:lvl7pPr>
            <a:lvl8pPr marL="0" indent="0">
              <a:spcBef>
                <a:spcPts val="0"/>
              </a:spcBef>
              <a:buNone/>
              <a:defRPr sz="1800" b="0">
                <a:solidFill>
                  <a:schemeClr val="bg1"/>
                </a:solidFill>
              </a:defRPr>
            </a:lvl8pPr>
            <a:lvl9pPr marL="0" indent="0">
              <a:spcBef>
                <a:spcPts val="0"/>
              </a:spcBef>
              <a:buNone/>
              <a:defRPr sz="1800" b="0">
                <a:solidFill>
                  <a:schemeClr val="bg1"/>
                </a:solidFill>
              </a:defRPr>
            </a:lvl9pPr>
          </a:lstStyle>
          <a:p>
            <a:pPr lvl="0"/>
            <a:r>
              <a:rPr lang="de-DE" noProof="0"/>
              <a:t>Werteinheit durch Klicken bearbeiten</a:t>
            </a:r>
            <a:endParaRPr lang="de-DE" noProof="0" dirty="0"/>
          </a:p>
        </p:txBody>
      </p:sp>
      <p:sp>
        <p:nvSpPr>
          <p:cNvPr id="9" name="Text Placeholder 10">
            <a:extLst>
              <a:ext uri="{FF2B5EF4-FFF2-40B4-BE49-F238E27FC236}">
                <a16:creationId xmlns:a16="http://schemas.microsoft.com/office/drawing/2014/main" id="{F04793D8-BEC5-A481-5DFB-9D9D90CDC927}"/>
              </a:ext>
            </a:extLst>
          </p:cNvPr>
          <p:cNvSpPr>
            <a:spLocks noGrp="1"/>
          </p:cNvSpPr>
          <p:nvPr>
            <p:ph type="body" sz="quarter" idx="15" hasCustomPrompt="1"/>
          </p:nvPr>
        </p:nvSpPr>
        <p:spPr bwMode="invGray">
          <a:xfrm>
            <a:off x="407368" y="6082908"/>
            <a:ext cx="5472000" cy="153888"/>
          </a:xfrm>
        </p:spPr>
        <p:txBody>
          <a:bodyPr wrap="square" anchor="b">
            <a:spAutoFit/>
          </a:bodyPr>
          <a:lstStyle>
            <a:lvl1pPr marL="0" indent="0">
              <a:spcBef>
                <a:spcPts val="0"/>
              </a:spcBef>
              <a:buFont typeface="Skeena" panose="020B0604020202020204" pitchFamily="34" charset="0"/>
              <a:buNone/>
              <a:defRPr sz="1000" b="0">
                <a:solidFill>
                  <a:schemeClr val="bg1"/>
                </a:solidFill>
              </a:defRPr>
            </a:lvl1pPr>
            <a:lvl2pPr marL="0" indent="0">
              <a:spcBef>
                <a:spcPts val="0"/>
              </a:spcBef>
              <a:buFont typeface="Skeena" panose="020B0604020202020204" pitchFamily="34" charset="0"/>
              <a:buNone/>
              <a:defRPr sz="1000" b="0">
                <a:solidFill>
                  <a:schemeClr val="bg1"/>
                </a:solidFill>
              </a:defRPr>
            </a:lvl2pPr>
            <a:lvl3pPr marL="0" indent="0">
              <a:spcBef>
                <a:spcPts val="0"/>
              </a:spcBef>
              <a:buNone/>
              <a:defRPr sz="1000" b="0">
                <a:solidFill>
                  <a:schemeClr val="bg1"/>
                </a:solidFill>
              </a:defRPr>
            </a:lvl3pPr>
            <a:lvl4pPr marL="0" indent="0">
              <a:spcBef>
                <a:spcPts val="0"/>
              </a:spcBef>
              <a:buNone/>
              <a:defRPr sz="1000" b="0">
                <a:solidFill>
                  <a:schemeClr val="bg1"/>
                </a:solidFill>
              </a:defRPr>
            </a:lvl4pPr>
            <a:lvl5pPr marL="0" indent="0">
              <a:spcBef>
                <a:spcPts val="0"/>
              </a:spcBef>
              <a:buNone/>
              <a:defRPr sz="1000" b="0">
                <a:solidFill>
                  <a:schemeClr val="bg1"/>
                </a:solidFill>
              </a:defRPr>
            </a:lvl5pPr>
            <a:lvl6pPr marL="0" indent="0">
              <a:spcBef>
                <a:spcPts val="0"/>
              </a:spcBef>
              <a:buNone/>
              <a:defRPr sz="1000" b="0">
                <a:solidFill>
                  <a:schemeClr val="bg1"/>
                </a:solidFill>
              </a:defRPr>
            </a:lvl6pPr>
            <a:lvl7pPr marL="0" indent="0">
              <a:spcBef>
                <a:spcPts val="0"/>
              </a:spcBef>
              <a:buNone/>
              <a:defRPr sz="1000" b="0">
                <a:solidFill>
                  <a:schemeClr val="bg1"/>
                </a:solidFill>
              </a:defRPr>
            </a:lvl7pPr>
            <a:lvl8pPr marL="0" indent="0">
              <a:spcBef>
                <a:spcPts val="0"/>
              </a:spcBef>
              <a:buNone/>
              <a:defRPr sz="1000" b="0">
                <a:solidFill>
                  <a:schemeClr val="bg1"/>
                </a:solidFill>
              </a:defRPr>
            </a:lvl8pPr>
            <a:lvl9pPr marL="0" indent="0">
              <a:spcBef>
                <a:spcPts val="0"/>
              </a:spcBef>
              <a:buNone/>
              <a:defRPr sz="1000" b="0">
                <a:solidFill>
                  <a:schemeClr val="bg1"/>
                </a:solidFill>
              </a:defRPr>
            </a:lvl9pPr>
          </a:lstStyle>
          <a:p>
            <a:pPr lvl="0"/>
            <a:r>
              <a:rPr lang="de-DE" noProof="0"/>
              <a:t>Fußnote/Quellenangabe durch Klicken bearbeiten</a:t>
            </a:r>
            <a:endParaRPr lang="de-DE" noProof="0" dirty="0"/>
          </a:p>
        </p:txBody>
      </p:sp>
      <p:sp>
        <p:nvSpPr>
          <p:cNvPr id="11" name="Text Placeholder 10">
            <a:extLst>
              <a:ext uri="{FF2B5EF4-FFF2-40B4-BE49-F238E27FC236}">
                <a16:creationId xmlns:a16="http://schemas.microsoft.com/office/drawing/2014/main" id="{2FFAF3E6-0CA2-E2D4-5C5D-FF9ACFB418B2}"/>
              </a:ext>
            </a:extLst>
          </p:cNvPr>
          <p:cNvSpPr>
            <a:spLocks noGrp="1"/>
          </p:cNvSpPr>
          <p:nvPr>
            <p:ph type="body" sz="quarter" idx="17" hasCustomPrompt="1"/>
          </p:nvPr>
        </p:nvSpPr>
        <p:spPr bwMode="invGray">
          <a:xfrm>
            <a:off x="6312024" y="1592796"/>
            <a:ext cx="5472000" cy="307777"/>
          </a:xfrm>
        </p:spPr>
        <p:txBody>
          <a:bodyPr wrap="square">
            <a:spAutoFit/>
          </a:bodyPr>
          <a:lstStyle>
            <a:lvl1pPr marL="0" indent="0">
              <a:spcBef>
                <a:spcPts val="0"/>
              </a:spcBef>
              <a:buFont typeface="Skeena" panose="020B0604020202020204" pitchFamily="34" charset="0"/>
              <a:buNone/>
              <a:defRPr sz="2000" b="1">
                <a:solidFill>
                  <a:schemeClr val="bg1"/>
                </a:solidFill>
              </a:defRPr>
            </a:lvl1pPr>
            <a:lvl2pPr marL="0" indent="0">
              <a:spcBef>
                <a:spcPts val="0"/>
              </a:spcBef>
              <a:buFont typeface="Skeena" panose="020B0604020202020204" pitchFamily="34" charset="0"/>
              <a:buNone/>
              <a:defRPr sz="2000" b="1">
                <a:solidFill>
                  <a:schemeClr val="bg1"/>
                </a:solidFill>
              </a:defRPr>
            </a:lvl2pPr>
            <a:lvl3pPr marL="0" indent="0">
              <a:spcBef>
                <a:spcPts val="0"/>
              </a:spcBef>
              <a:buNone/>
              <a:defRPr sz="2000" b="1">
                <a:solidFill>
                  <a:schemeClr val="bg1"/>
                </a:solidFill>
              </a:defRPr>
            </a:lvl3pPr>
            <a:lvl4pPr marL="0" indent="0">
              <a:spcBef>
                <a:spcPts val="0"/>
              </a:spcBef>
              <a:buNone/>
              <a:defRPr sz="2000" b="1">
                <a:solidFill>
                  <a:schemeClr val="bg1"/>
                </a:solidFill>
              </a:defRPr>
            </a:lvl4pPr>
            <a:lvl5pPr marL="0" indent="0">
              <a:spcBef>
                <a:spcPts val="0"/>
              </a:spcBef>
              <a:buNone/>
              <a:defRPr sz="2000" b="1">
                <a:solidFill>
                  <a:schemeClr val="bg1"/>
                </a:solidFill>
              </a:defRPr>
            </a:lvl5pPr>
            <a:lvl6pPr marL="0" indent="0">
              <a:spcBef>
                <a:spcPts val="0"/>
              </a:spcBef>
              <a:buNone/>
              <a:defRPr sz="2000" b="1">
                <a:solidFill>
                  <a:schemeClr val="bg1"/>
                </a:solidFill>
              </a:defRPr>
            </a:lvl6pPr>
            <a:lvl7pPr marL="0" indent="0">
              <a:spcBef>
                <a:spcPts val="0"/>
              </a:spcBef>
              <a:buNone/>
              <a:defRPr sz="2000" b="1">
                <a:solidFill>
                  <a:schemeClr val="bg1"/>
                </a:solidFill>
              </a:defRPr>
            </a:lvl7pPr>
            <a:lvl8pPr marL="0" indent="0">
              <a:spcBef>
                <a:spcPts val="0"/>
              </a:spcBef>
              <a:buNone/>
              <a:defRPr sz="2000" b="1">
                <a:solidFill>
                  <a:schemeClr val="bg1"/>
                </a:solidFill>
              </a:defRPr>
            </a:lvl8pPr>
            <a:lvl9pPr marL="0" indent="0">
              <a:spcBef>
                <a:spcPts val="0"/>
              </a:spcBef>
              <a:buNone/>
              <a:defRPr sz="2000" b="1">
                <a:solidFill>
                  <a:schemeClr val="bg1"/>
                </a:solidFill>
              </a:defRPr>
            </a:lvl9pPr>
          </a:lstStyle>
          <a:p>
            <a:pPr lvl="0"/>
            <a:r>
              <a:rPr lang="de-DE" noProof="0"/>
              <a:t>Diagrammtitel durch Klicken bearbeiten</a:t>
            </a:r>
          </a:p>
        </p:txBody>
      </p:sp>
      <p:sp>
        <p:nvSpPr>
          <p:cNvPr id="12" name="Text Placeholder 10">
            <a:extLst>
              <a:ext uri="{FF2B5EF4-FFF2-40B4-BE49-F238E27FC236}">
                <a16:creationId xmlns:a16="http://schemas.microsoft.com/office/drawing/2014/main" id="{6FE1FF6C-9788-8F66-12C0-AF4F2BD68E45}"/>
              </a:ext>
            </a:extLst>
          </p:cNvPr>
          <p:cNvSpPr>
            <a:spLocks noGrp="1"/>
          </p:cNvSpPr>
          <p:nvPr>
            <p:ph type="body" sz="quarter" idx="18" hasCustomPrompt="1"/>
          </p:nvPr>
        </p:nvSpPr>
        <p:spPr bwMode="invGray">
          <a:xfrm>
            <a:off x="6312024" y="1975122"/>
            <a:ext cx="5472000" cy="276999"/>
          </a:xfrm>
        </p:spPr>
        <p:txBody>
          <a:bodyPr wrap="square">
            <a:spAutoFit/>
          </a:bodyPr>
          <a:lstStyle>
            <a:lvl1pPr marL="0" indent="0">
              <a:spcBef>
                <a:spcPts val="0"/>
              </a:spcBef>
              <a:buFont typeface="Skeena" panose="020B0604020202020204" pitchFamily="34" charset="0"/>
              <a:buNone/>
              <a:defRPr sz="1800" b="0">
                <a:solidFill>
                  <a:schemeClr val="bg1"/>
                </a:solidFill>
              </a:defRPr>
            </a:lvl1pPr>
            <a:lvl2pPr marL="0" indent="0">
              <a:spcBef>
                <a:spcPts val="0"/>
              </a:spcBef>
              <a:buFont typeface="Skeena" panose="020B0604020202020204" pitchFamily="34" charset="0"/>
              <a:buNone/>
              <a:defRPr sz="1800" b="0">
                <a:solidFill>
                  <a:schemeClr val="bg1"/>
                </a:solidFill>
              </a:defRPr>
            </a:lvl2pPr>
            <a:lvl3pPr marL="0" indent="0">
              <a:spcBef>
                <a:spcPts val="0"/>
              </a:spcBef>
              <a:buNone/>
              <a:defRPr sz="1800" b="0">
                <a:solidFill>
                  <a:schemeClr val="bg1"/>
                </a:solidFill>
              </a:defRPr>
            </a:lvl3pPr>
            <a:lvl4pPr marL="0" indent="0">
              <a:spcBef>
                <a:spcPts val="0"/>
              </a:spcBef>
              <a:buNone/>
              <a:defRPr sz="1800" b="0">
                <a:solidFill>
                  <a:schemeClr val="bg1"/>
                </a:solidFill>
              </a:defRPr>
            </a:lvl4pPr>
            <a:lvl5pPr marL="0" indent="0">
              <a:spcBef>
                <a:spcPts val="0"/>
              </a:spcBef>
              <a:buNone/>
              <a:defRPr sz="1800" b="0">
                <a:solidFill>
                  <a:schemeClr val="bg1"/>
                </a:solidFill>
              </a:defRPr>
            </a:lvl5pPr>
            <a:lvl6pPr marL="0" indent="0">
              <a:spcBef>
                <a:spcPts val="0"/>
              </a:spcBef>
              <a:buNone/>
              <a:defRPr sz="1800" b="0">
                <a:solidFill>
                  <a:schemeClr val="bg1"/>
                </a:solidFill>
              </a:defRPr>
            </a:lvl6pPr>
            <a:lvl7pPr marL="0" indent="0">
              <a:spcBef>
                <a:spcPts val="0"/>
              </a:spcBef>
              <a:buNone/>
              <a:defRPr sz="1800" b="0">
                <a:solidFill>
                  <a:schemeClr val="bg1"/>
                </a:solidFill>
              </a:defRPr>
            </a:lvl7pPr>
            <a:lvl8pPr marL="0" indent="0">
              <a:spcBef>
                <a:spcPts val="0"/>
              </a:spcBef>
              <a:buNone/>
              <a:defRPr sz="1800" b="0">
                <a:solidFill>
                  <a:schemeClr val="bg1"/>
                </a:solidFill>
              </a:defRPr>
            </a:lvl8pPr>
            <a:lvl9pPr marL="0" indent="0">
              <a:spcBef>
                <a:spcPts val="0"/>
              </a:spcBef>
              <a:buNone/>
              <a:defRPr sz="1800" b="0">
                <a:solidFill>
                  <a:schemeClr val="bg1"/>
                </a:solidFill>
              </a:defRPr>
            </a:lvl9pPr>
          </a:lstStyle>
          <a:p>
            <a:pPr lvl="0"/>
            <a:r>
              <a:rPr lang="de-DE" noProof="0"/>
              <a:t>Werteinheit durch Klicken bearbeiten</a:t>
            </a:r>
            <a:endParaRPr lang="de-DE" noProof="0" dirty="0"/>
          </a:p>
        </p:txBody>
      </p:sp>
      <p:sp>
        <p:nvSpPr>
          <p:cNvPr id="13" name="Text Placeholder 10">
            <a:extLst>
              <a:ext uri="{FF2B5EF4-FFF2-40B4-BE49-F238E27FC236}">
                <a16:creationId xmlns:a16="http://schemas.microsoft.com/office/drawing/2014/main" id="{9E701A8C-48E4-09D5-C05A-588B4E43CB14}"/>
              </a:ext>
            </a:extLst>
          </p:cNvPr>
          <p:cNvSpPr>
            <a:spLocks noGrp="1"/>
          </p:cNvSpPr>
          <p:nvPr>
            <p:ph type="body" sz="quarter" idx="19" hasCustomPrompt="1"/>
          </p:nvPr>
        </p:nvSpPr>
        <p:spPr bwMode="invGray">
          <a:xfrm>
            <a:off x="6312024" y="6082908"/>
            <a:ext cx="5472000" cy="153888"/>
          </a:xfrm>
        </p:spPr>
        <p:txBody>
          <a:bodyPr wrap="square" anchor="b">
            <a:spAutoFit/>
          </a:bodyPr>
          <a:lstStyle>
            <a:lvl1pPr marL="0" indent="0">
              <a:spcBef>
                <a:spcPts val="0"/>
              </a:spcBef>
              <a:buFont typeface="Skeena" panose="020B0604020202020204" pitchFamily="34" charset="0"/>
              <a:buNone/>
              <a:defRPr sz="1000" b="0">
                <a:solidFill>
                  <a:schemeClr val="bg1"/>
                </a:solidFill>
              </a:defRPr>
            </a:lvl1pPr>
            <a:lvl2pPr marL="0" indent="0">
              <a:spcBef>
                <a:spcPts val="0"/>
              </a:spcBef>
              <a:buFont typeface="Skeena" panose="020B0604020202020204" pitchFamily="34" charset="0"/>
              <a:buNone/>
              <a:defRPr sz="1000" b="0">
                <a:solidFill>
                  <a:schemeClr val="bg1"/>
                </a:solidFill>
              </a:defRPr>
            </a:lvl2pPr>
            <a:lvl3pPr marL="0" indent="0">
              <a:spcBef>
                <a:spcPts val="0"/>
              </a:spcBef>
              <a:buNone/>
              <a:defRPr sz="1000" b="0">
                <a:solidFill>
                  <a:schemeClr val="bg1"/>
                </a:solidFill>
              </a:defRPr>
            </a:lvl3pPr>
            <a:lvl4pPr marL="0" indent="0">
              <a:spcBef>
                <a:spcPts val="0"/>
              </a:spcBef>
              <a:buNone/>
              <a:defRPr sz="1000" b="0">
                <a:solidFill>
                  <a:schemeClr val="bg1"/>
                </a:solidFill>
              </a:defRPr>
            </a:lvl4pPr>
            <a:lvl5pPr marL="0" indent="0">
              <a:spcBef>
                <a:spcPts val="0"/>
              </a:spcBef>
              <a:buNone/>
              <a:defRPr sz="1000" b="0">
                <a:solidFill>
                  <a:schemeClr val="bg1"/>
                </a:solidFill>
              </a:defRPr>
            </a:lvl5pPr>
            <a:lvl6pPr marL="0" indent="0">
              <a:spcBef>
                <a:spcPts val="0"/>
              </a:spcBef>
              <a:buNone/>
              <a:defRPr sz="1000" b="0">
                <a:solidFill>
                  <a:schemeClr val="bg1"/>
                </a:solidFill>
              </a:defRPr>
            </a:lvl6pPr>
            <a:lvl7pPr marL="0" indent="0">
              <a:spcBef>
                <a:spcPts val="0"/>
              </a:spcBef>
              <a:buNone/>
              <a:defRPr sz="1000" b="0">
                <a:solidFill>
                  <a:schemeClr val="bg1"/>
                </a:solidFill>
              </a:defRPr>
            </a:lvl7pPr>
            <a:lvl8pPr marL="0" indent="0">
              <a:spcBef>
                <a:spcPts val="0"/>
              </a:spcBef>
              <a:buNone/>
              <a:defRPr sz="1000" b="0">
                <a:solidFill>
                  <a:schemeClr val="bg1"/>
                </a:solidFill>
              </a:defRPr>
            </a:lvl8pPr>
            <a:lvl9pPr marL="0" indent="0">
              <a:spcBef>
                <a:spcPts val="0"/>
              </a:spcBef>
              <a:buNone/>
              <a:defRPr sz="1000" b="0">
                <a:solidFill>
                  <a:schemeClr val="bg1"/>
                </a:solidFill>
              </a:defRPr>
            </a:lvl9pPr>
          </a:lstStyle>
          <a:p>
            <a:pPr lvl="0"/>
            <a:r>
              <a:rPr lang="de-DE" noProof="0"/>
              <a:t>Fußnote/Quellenangabe durch Klicken bearbeiten</a:t>
            </a:r>
          </a:p>
        </p:txBody>
      </p:sp>
      <p:sp>
        <p:nvSpPr>
          <p:cNvPr id="6" name="Rechteck 5">
            <a:extLst>
              <a:ext uri="{FF2B5EF4-FFF2-40B4-BE49-F238E27FC236}">
                <a16:creationId xmlns:a16="http://schemas.microsoft.com/office/drawing/2014/main" id="{F52EAE06-250C-55A8-1A6B-8D10DEC00CD5}"/>
              </a:ext>
            </a:extLst>
          </p:cNvPr>
          <p:cNvSpPr/>
          <p:nvPr userDrawn="1"/>
        </p:nvSpPr>
        <p:spPr>
          <a:xfrm>
            <a:off x="2136000" y="1526602"/>
            <a:ext cx="7920000" cy="3804797"/>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0" tIns="360000" rIns="360000" bIns="360000" rtlCol="0" anchor="ctr" anchorCtr="0">
            <a:noAutofit/>
          </a:bodyPr>
          <a:lstStyle/>
          <a:p>
            <a:pPr marL="0" indent="0" algn="ctr">
              <a:spcBef>
                <a:spcPts val="600"/>
              </a:spcBef>
              <a:buFont typeface="Wingdings" panose="05000000000000000000" pitchFamily="2" charset="2"/>
              <a:buNone/>
            </a:pPr>
            <a:r>
              <a:rPr lang="de-DE" sz="3600" noProof="0" dirty="0">
                <a:solidFill>
                  <a:srgbClr val="FFFF00"/>
                </a:solidFill>
              </a:rPr>
              <a:t>Aus Gründen der Lesbarkeit sind Diagramme und Tabellen auf dem Vanguard-Hintergrund nicht zulässig. Bitte wechseln Sie zu einer der beiden anderen Layout-Versionen (Haze oder </a:t>
            </a:r>
            <a:r>
              <a:rPr lang="de-DE" sz="3600" noProof="0" dirty="0" err="1">
                <a:solidFill>
                  <a:srgbClr val="FFFF00"/>
                </a:solidFill>
              </a:rPr>
              <a:t>Charcoal</a:t>
            </a:r>
            <a:r>
              <a:rPr lang="de-DE" sz="3600" noProof="0" dirty="0">
                <a:solidFill>
                  <a:srgbClr val="FFFF00"/>
                </a:solidFill>
              </a:rPr>
              <a:t>).</a:t>
            </a:r>
          </a:p>
        </p:txBody>
      </p:sp>
    </p:spTree>
    <p:extLst>
      <p:ext uri="{BB962C8B-B14F-4D97-AF65-F5344CB8AC3E}">
        <p14:creationId xmlns:p14="http://schemas.microsoft.com/office/powerpoint/2010/main" val="66619889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 Titel, Text und Diagramm (rechts)">
    <p:spTree>
      <p:nvGrpSpPr>
        <p:cNvPr id="1" name=""/>
        <p:cNvGrpSpPr/>
        <p:nvPr/>
      </p:nvGrpSpPr>
      <p:grpSpPr>
        <a:xfrm>
          <a:off x="0" y="0"/>
          <a:ext cx="0" cy="0"/>
          <a:chOff x="0" y="0"/>
          <a:chExt cx="0" cy="0"/>
        </a:xfrm>
      </p:grpSpPr>
      <p:sp>
        <p:nvSpPr>
          <p:cNvPr id="10" name="Chart Placeholder 9">
            <a:extLst>
              <a:ext uri="{FF2B5EF4-FFF2-40B4-BE49-F238E27FC236}">
                <a16:creationId xmlns:a16="http://schemas.microsoft.com/office/drawing/2014/main" id="{68E2BF02-3E71-B4D3-9100-115FCA029DE0}"/>
              </a:ext>
            </a:extLst>
          </p:cNvPr>
          <p:cNvSpPr>
            <a:spLocks noGrp="1"/>
          </p:cNvSpPr>
          <p:nvPr>
            <p:ph type="chart" sz="quarter" idx="16"/>
          </p:nvPr>
        </p:nvSpPr>
        <p:spPr bwMode="invGray">
          <a:xfrm>
            <a:off x="6312024" y="2384884"/>
            <a:ext cx="5472000" cy="3564000"/>
          </a:xfrm>
        </p:spPr>
        <p:txBody>
          <a:bodyPr tIns="648000" anchor="ctr"/>
          <a:lstStyle>
            <a:lvl1pPr algn="ctr">
              <a:spcBef>
                <a:spcPts val="0"/>
              </a:spcBef>
              <a:defRPr sz="1600" b="0"/>
            </a:lvl1pPr>
          </a:lstStyle>
          <a:p>
            <a:r>
              <a:rPr lang="de-DE" noProof="0" dirty="0"/>
              <a:t>Diagramm durch Klicken auf Symbol hinzufügen</a:t>
            </a:r>
          </a:p>
        </p:txBody>
      </p:sp>
      <p:sp>
        <p:nvSpPr>
          <p:cNvPr id="2" name="Title 1">
            <a:extLst>
              <a:ext uri="{FF2B5EF4-FFF2-40B4-BE49-F238E27FC236}">
                <a16:creationId xmlns:a16="http://schemas.microsoft.com/office/drawing/2014/main" id="{8F8572F5-E83A-3E87-215C-6FDF1BCF28E6}"/>
              </a:ext>
            </a:extLst>
          </p:cNvPr>
          <p:cNvSpPr>
            <a:spLocks noGrp="1"/>
          </p:cNvSpPr>
          <p:nvPr>
            <p:ph type="title" hasCustomPrompt="1"/>
          </p:nvPr>
        </p:nvSpPr>
        <p:spPr bwMode="invGray"/>
        <p:txBody>
          <a:bodyPr/>
          <a:lstStyle/>
          <a:p>
            <a:r>
              <a:rPr lang="de-DE" noProof="0"/>
              <a:t>Folientitel durch Klicken bearbeiten </a:t>
            </a:r>
            <a:br>
              <a:rPr lang="de-DE" noProof="0"/>
            </a:br>
            <a:r>
              <a:rPr lang="de-DE" noProof="0"/>
              <a:t>(maximal zweizeilig)</a:t>
            </a:r>
          </a:p>
        </p:txBody>
      </p:sp>
      <p:sp>
        <p:nvSpPr>
          <p:cNvPr id="3" name="Footer Placeholder 2">
            <a:extLst>
              <a:ext uri="{FF2B5EF4-FFF2-40B4-BE49-F238E27FC236}">
                <a16:creationId xmlns:a16="http://schemas.microsoft.com/office/drawing/2014/main" id="{380B7BAE-6840-9842-1720-11CF2479686A}"/>
              </a:ext>
            </a:extLst>
          </p:cNvPr>
          <p:cNvSpPr>
            <a:spLocks noGrp="1"/>
          </p:cNvSpPr>
          <p:nvPr>
            <p:ph type="ftr" sz="quarter" idx="10"/>
          </p:nvPr>
        </p:nvSpPr>
        <p:spPr bwMode="invGray"/>
        <p:txBody>
          <a:bodyPr/>
          <a:lstStyle/>
          <a:p>
            <a:r>
              <a:rPr lang="de-DE" noProof="0"/>
              <a:t>Hier steht der übergeordnete Präsentationstitel (Einfügen → Kopf- und Fußzeile)</a:t>
            </a:r>
          </a:p>
        </p:txBody>
      </p:sp>
      <p:sp>
        <p:nvSpPr>
          <p:cNvPr id="4" name="Slide Number Placeholder 3">
            <a:extLst>
              <a:ext uri="{FF2B5EF4-FFF2-40B4-BE49-F238E27FC236}">
                <a16:creationId xmlns:a16="http://schemas.microsoft.com/office/drawing/2014/main" id="{51B88120-E8B7-C426-477A-56804F99DB5C}"/>
              </a:ext>
            </a:extLst>
          </p:cNvPr>
          <p:cNvSpPr>
            <a:spLocks noGrp="1"/>
          </p:cNvSpPr>
          <p:nvPr>
            <p:ph type="sldNum" sz="quarter" idx="11"/>
          </p:nvPr>
        </p:nvSpPr>
        <p:spPr bwMode="invGray"/>
        <p:txBody>
          <a:bodyPr/>
          <a:lstStyle/>
          <a:p>
            <a:fld id="{5438FF58-A5B1-455A-BA0C-D8E0E4C71076}" type="slidenum">
              <a:rPr lang="de-DE" noProof="0" smtClean="0"/>
              <a:pPr/>
              <a:t>‹#›</a:t>
            </a:fld>
            <a:endParaRPr lang="de-DE" noProof="0"/>
          </a:p>
        </p:txBody>
      </p:sp>
      <p:sp>
        <p:nvSpPr>
          <p:cNvPr id="6" name="Text Placeholder 5">
            <a:extLst>
              <a:ext uri="{FF2B5EF4-FFF2-40B4-BE49-F238E27FC236}">
                <a16:creationId xmlns:a16="http://schemas.microsoft.com/office/drawing/2014/main" id="{1437442A-2E2B-60D6-57CD-158E4565F415}"/>
              </a:ext>
            </a:extLst>
          </p:cNvPr>
          <p:cNvSpPr>
            <a:spLocks noGrp="1"/>
          </p:cNvSpPr>
          <p:nvPr>
            <p:ph type="body" sz="quarter" idx="12" hasCustomPrompt="1"/>
          </p:nvPr>
        </p:nvSpPr>
        <p:spPr bwMode="invGray">
          <a:xfrm>
            <a:off x="407368" y="1592796"/>
            <a:ext cx="5472732" cy="4644000"/>
          </a:xfrm>
        </p:spPr>
        <p:txBody>
          <a:body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sp>
        <p:nvSpPr>
          <p:cNvPr id="7" name="Text Placeholder 10">
            <a:extLst>
              <a:ext uri="{FF2B5EF4-FFF2-40B4-BE49-F238E27FC236}">
                <a16:creationId xmlns:a16="http://schemas.microsoft.com/office/drawing/2014/main" id="{1280BB9E-AC72-3000-B234-C1B92BEA6BD1}"/>
              </a:ext>
            </a:extLst>
          </p:cNvPr>
          <p:cNvSpPr>
            <a:spLocks noGrp="1"/>
          </p:cNvSpPr>
          <p:nvPr>
            <p:ph type="body" sz="quarter" idx="13" hasCustomPrompt="1"/>
          </p:nvPr>
        </p:nvSpPr>
        <p:spPr bwMode="invGray">
          <a:xfrm>
            <a:off x="6312024" y="1592796"/>
            <a:ext cx="5472000" cy="307777"/>
          </a:xfrm>
        </p:spPr>
        <p:txBody>
          <a:bodyPr wrap="square">
            <a:spAutoFit/>
          </a:bodyPr>
          <a:lstStyle>
            <a:lvl1pPr marL="0" indent="0">
              <a:spcBef>
                <a:spcPts val="0"/>
              </a:spcBef>
              <a:buFont typeface="Skeena" panose="020B0604020202020204" pitchFamily="34" charset="0"/>
              <a:buNone/>
              <a:defRPr sz="2000" b="1">
                <a:solidFill>
                  <a:schemeClr val="bg1"/>
                </a:solidFill>
              </a:defRPr>
            </a:lvl1pPr>
            <a:lvl2pPr marL="0" indent="0">
              <a:spcBef>
                <a:spcPts val="0"/>
              </a:spcBef>
              <a:buFont typeface="Skeena" panose="020B0604020202020204" pitchFamily="34" charset="0"/>
              <a:buNone/>
              <a:defRPr sz="2000" b="1">
                <a:solidFill>
                  <a:schemeClr val="bg1"/>
                </a:solidFill>
              </a:defRPr>
            </a:lvl2pPr>
            <a:lvl3pPr marL="0" indent="0">
              <a:spcBef>
                <a:spcPts val="0"/>
              </a:spcBef>
              <a:buNone/>
              <a:defRPr sz="2000" b="1">
                <a:solidFill>
                  <a:schemeClr val="bg1"/>
                </a:solidFill>
              </a:defRPr>
            </a:lvl3pPr>
            <a:lvl4pPr marL="0" indent="0">
              <a:spcBef>
                <a:spcPts val="0"/>
              </a:spcBef>
              <a:buNone/>
              <a:defRPr sz="2000" b="1">
                <a:solidFill>
                  <a:schemeClr val="bg1"/>
                </a:solidFill>
              </a:defRPr>
            </a:lvl4pPr>
            <a:lvl5pPr marL="0" indent="0">
              <a:spcBef>
                <a:spcPts val="0"/>
              </a:spcBef>
              <a:buNone/>
              <a:defRPr sz="2000" b="1">
                <a:solidFill>
                  <a:schemeClr val="bg1"/>
                </a:solidFill>
              </a:defRPr>
            </a:lvl5pPr>
            <a:lvl6pPr marL="0" indent="0">
              <a:spcBef>
                <a:spcPts val="0"/>
              </a:spcBef>
              <a:buNone/>
              <a:defRPr sz="2000" b="1">
                <a:solidFill>
                  <a:schemeClr val="bg1"/>
                </a:solidFill>
              </a:defRPr>
            </a:lvl6pPr>
            <a:lvl7pPr marL="0" indent="0">
              <a:spcBef>
                <a:spcPts val="0"/>
              </a:spcBef>
              <a:buNone/>
              <a:defRPr sz="2000" b="1">
                <a:solidFill>
                  <a:schemeClr val="bg1"/>
                </a:solidFill>
              </a:defRPr>
            </a:lvl7pPr>
            <a:lvl8pPr marL="0" indent="0">
              <a:spcBef>
                <a:spcPts val="0"/>
              </a:spcBef>
              <a:buNone/>
              <a:defRPr sz="2000" b="1">
                <a:solidFill>
                  <a:schemeClr val="bg1"/>
                </a:solidFill>
              </a:defRPr>
            </a:lvl8pPr>
            <a:lvl9pPr marL="0" indent="0">
              <a:spcBef>
                <a:spcPts val="0"/>
              </a:spcBef>
              <a:buNone/>
              <a:defRPr sz="2000" b="1">
                <a:solidFill>
                  <a:schemeClr val="bg1"/>
                </a:solidFill>
              </a:defRPr>
            </a:lvl9pPr>
          </a:lstStyle>
          <a:p>
            <a:pPr lvl="0"/>
            <a:r>
              <a:rPr lang="de-DE" noProof="0"/>
              <a:t>Diagrammtitel durch Klicken bearbeiten</a:t>
            </a:r>
          </a:p>
        </p:txBody>
      </p:sp>
      <p:sp>
        <p:nvSpPr>
          <p:cNvPr id="8" name="Text Placeholder 10">
            <a:extLst>
              <a:ext uri="{FF2B5EF4-FFF2-40B4-BE49-F238E27FC236}">
                <a16:creationId xmlns:a16="http://schemas.microsoft.com/office/drawing/2014/main" id="{223E0DB9-8137-0846-98A4-7A44669C000F}"/>
              </a:ext>
            </a:extLst>
          </p:cNvPr>
          <p:cNvSpPr>
            <a:spLocks noGrp="1"/>
          </p:cNvSpPr>
          <p:nvPr>
            <p:ph type="body" sz="quarter" idx="14" hasCustomPrompt="1"/>
          </p:nvPr>
        </p:nvSpPr>
        <p:spPr bwMode="invGray">
          <a:xfrm>
            <a:off x="6312024" y="1975122"/>
            <a:ext cx="5472000" cy="276999"/>
          </a:xfrm>
        </p:spPr>
        <p:txBody>
          <a:bodyPr wrap="square">
            <a:spAutoFit/>
          </a:bodyPr>
          <a:lstStyle>
            <a:lvl1pPr marL="0" indent="0">
              <a:spcBef>
                <a:spcPts val="0"/>
              </a:spcBef>
              <a:buFont typeface="Skeena" panose="020B0604020202020204" pitchFamily="34" charset="0"/>
              <a:buNone/>
              <a:defRPr sz="1800" b="0">
                <a:solidFill>
                  <a:schemeClr val="bg1"/>
                </a:solidFill>
              </a:defRPr>
            </a:lvl1pPr>
            <a:lvl2pPr marL="0" indent="0">
              <a:spcBef>
                <a:spcPts val="0"/>
              </a:spcBef>
              <a:buFont typeface="Skeena" panose="020B0604020202020204" pitchFamily="34" charset="0"/>
              <a:buNone/>
              <a:defRPr sz="1800" b="0">
                <a:solidFill>
                  <a:schemeClr val="bg1"/>
                </a:solidFill>
              </a:defRPr>
            </a:lvl2pPr>
            <a:lvl3pPr marL="0" indent="0">
              <a:spcBef>
                <a:spcPts val="0"/>
              </a:spcBef>
              <a:buNone/>
              <a:defRPr sz="1800" b="0">
                <a:solidFill>
                  <a:schemeClr val="bg1"/>
                </a:solidFill>
              </a:defRPr>
            </a:lvl3pPr>
            <a:lvl4pPr marL="0" indent="0">
              <a:spcBef>
                <a:spcPts val="0"/>
              </a:spcBef>
              <a:buNone/>
              <a:defRPr sz="1800" b="0">
                <a:solidFill>
                  <a:schemeClr val="bg1"/>
                </a:solidFill>
              </a:defRPr>
            </a:lvl4pPr>
            <a:lvl5pPr marL="0" indent="0">
              <a:spcBef>
                <a:spcPts val="0"/>
              </a:spcBef>
              <a:buNone/>
              <a:defRPr sz="1800" b="0">
                <a:solidFill>
                  <a:schemeClr val="bg1"/>
                </a:solidFill>
              </a:defRPr>
            </a:lvl5pPr>
            <a:lvl6pPr marL="0" indent="0">
              <a:spcBef>
                <a:spcPts val="0"/>
              </a:spcBef>
              <a:buNone/>
              <a:defRPr sz="1800" b="0">
                <a:solidFill>
                  <a:schemeClr val="bg1"/>
                </a:solidFill>
              </a:defRPr>
            </a:lvl6pPr>
            <a:lvl7pPr marL="0" indent="0">
              <a:spcBef>
                <a:spcPts val="0"/>
              </a:spcBef>
              <a:buNone/>
              <a:defRPr sz="1800" b="0">
                <a:solidFill>
                  <a:schemeClr val="bg1"/>
                </a:solidFill>
              </a:defRPr>
            </a:lvl7pPr>
            <a:lvl8pPr marL="0" indent="0">
              <a:spcBef>
                <a:spcPts val="0"/>
              </a:spcBef>
              <a:buNone/>
              <a:defRPr sz="1800" b="0">
                <a:solidFill>
                  <a:schemeClr val="bg1"/>
                </a:solidFill>
              </a:defRPr>
            </a:lvl8pPr>
            <a:lvl9pPr marL="0" indent="0">
              <a:spcBef>
                <a:spcPts val="0"/>
              </a:spcBef>
              <a:buNone/>
              <a:defRPr sz="1800" b="0">
                <a:solidFill>
                  <a:schemeClr val="bg1"/>
                </a:solidFill>
              </a:defRPr>
            </a:lvl9pPr>
          </a:lstStyle>
          <a:p>
            <a:pPr lvl="0"/>
            <a:r>
              <a:rPr lang="de-DE" noProof="0"/>
              <a:t>Werteinheit durch Klicken bearbeiten</a:t>
            </a:r>
            <a:endParaRPr lang="de-DE" noProof="0" dirty="0"/>
          </a:p>
        </p:txBody>
      </p:sp>
      <p:sp>
        <p:nvSpPr>
          <p:cNvPr id="9" name="Text Placeholder 10">
            <a:extLst>
              <a:ext uri="{FF2B5EF4-FFF2-40B4-BE49-F238E27FC236}">
                <a16:creationId xmlns:a16="http://schemas.microsoft.com/office/drawing/2014/main" id="{F04793D8-BEC5-A481-5DFB-9D9D90CDC927}"/>
              </a:ext>
            </a:extLst>
          </p:cNvPr>
          <p:cNvSpPr>
            <a:spLocks noGrp="1"/>
          </p:cNvSpPr>
          <p:nvPr>
            <p:ph type="body" sz="quarter" idx="15" hasCustomPrompt="1"/>
          </p:nvPr>
        </p:nvSpPr>
        <p:spPr bwMode="invGray">
          <a:xfrm>
            <a:off x="6312024" y="6082908"/>
            <a:ext cx="5472000" cy="153888"/>
          </a:xfrm>
        </p:spPr>
        <p:txBody>
          <a:bodyPr wrap="square" anchor="b">
            <a:spAutoFit/>
          </a:bodyPr>
          <a:lstStyle>
            <a:lvl1pPr marL="0" indent="0">
              <a:spcBef>
                <a:spcPts val="0"/>
              </a:spcBef>
              <a:buFont typeface="Skeena" panose="020B0604020202020204" pitchFamily="34" charset="0"/>
              <a:buNone/>
              <a:defRPr sz="1000" b="0">
                <a:solidFill>
                  <a:schemeClr val="bg1"/>
                </a:solidFill>
              </a:defRPr>
            </a:lvl1pPr>
            <a:lvl2pPr marL="0" indent="0">
              <a:spcBef>
                <a:spcPts val="0"/>
              </a:spcBef>
              <a:buFont typeface="Skeena" panose="020B0604020202020204" pitchFamily="34" charset="0"/>
              <a:buNone/>
              <a:defRPr sz="1000" b="0">
                <a:solidFill>
                  <a:schemeClr val="bg1"/>
                </a:solidFill>
              </a:defRPr>
            </a:lvl2pPr>
            <a:lvl3pPr marL="0" indent="0">
              <a:spcBef>
                <a:spcPts val="0"/>
              </a:spcBef>
              <a:buNone/>
              <a:defRPr sz="1000" b="0">
                <a:solidFill>
                  <a:schemeClr val="bg1"/>
                </a:solidFill>
              </a:defRPr>
            </a:lvl3pPr>
            <a:lvl4pPr marL="0" indent="0">
              <a:spcBef>
                <a:spcPts val="0"/>
              </a:spcBef>
              <a:buNone/>
              <a:defRPr sz="1000" b="0">
                <a:solidFill>
                  <a:schemeClr val="bg1"/>
                </a:solidFill>
              </a:defRPr>
            </a:lvl4pPr>
            <a:lvl5pPr marL="0" indent="0">
              <a:spcBef>
                <a:spcPts val="0"/>
              </a:spcBef>
              <a:buNone/>
              <a:defRPr sz="1000" b="0">
                <a:solidFill>
                  <a:schemeClr val="bg1"/>
                </a:solidFill>
              </a:defRPr>
            </a:lvl5pPr>
            <a:lvl6pPr marL="0" indent="0">
              <a:spcBef>
                <a:spcPts val="0"/>
              </a:spcBef>
              <a:buNone/>
              <a:defRPr sz="1000" b="0">
                <a:solidFill>
                  <a:schemeClr val="bg1"/>
                </a:solidFill>
              </a:defRPr>
            </a:lvl6pPr>
            <a:lvl7pPr marL="0" indent="0">
              <a:spcBef>
                <a:spcPts val="0"/>
              </a:spcBef>
              <a:buNone/>
              <a:defRPr sz="1000" b="0">
                <a:solidFill>
                  <a:schemeClr val="bg1"/>
                </a:solidFill>
              </a:defRPr>
            </a:lvl7pPr>
            <a:lvl8pPr marL="0" indent="0">
              <a:spcBef>
                <a:spcPts val="0"/>
              </a:spcBef>
              <a:buNone/>
              <a:defRPr sz="1000" b="0">
                <a:solidFill>
                  <a:schemeClr val="bg1"/>
                </a:solidFill>
              </a:defRPr>
            </a:lvl8pPr>
            <a:lvl9pPr marL="0" indent="0">
              <a:spcBef>
                <a:spcPts val="0"/>
              </a:spcBef>
              <a:buNone/>
              <a:defRPr sz="1000" b="0">
                <a:solidFill>
                  <a:schemeClr val="bg1"/>
                </a:solidFill>
              </a:defRPr>
            </a:lvl9pPr>
          </a:lstStyle>
          <a:p>
            <a:pPr lvl="0"/>
            <a:r>
              <a:rPr lang="de-DE" noProof="0"/>
              <a:t>Fußnote/Quellenangabe durch Klicken bearbeiten</a:t>
            </a:r>
          </a:p>
        </p:txBody>
      </p:sp>
      <p:sp>
        <p:nvSpPr>
          <p:cNvPr id="11" name="Rechteck 10">
            <a:extLst>
              <a:ext uri="{FF2B5EF4-FFF2-40B4-BE49-F238E27FC236}">
                <a16:creationId xmlns:a16="http://schemas.microsoft.com/office/drawing/2014/main" id="{9CD57FFE-5E3A-F854-37D4-6E5A368228A7}"/>
              </a:ext>
            </a:extLst>
          </p:cNvPr>
          <p:cNvSpPr/>
          <p:nvPr userDrawn="1"/>
        </p:nvSpPr>
        <p:spPr>
          <a:xfrm>
            <a:off x="2136000" y="1526602"/>
            <a:ext cx="7920000" cy="3804797"/>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0" tIns="360000" rIns="360000" bIns="360000" rtlCol="0" anchor="ctr" anchorCtr="0">
            <a:noAutofit/>
          </a:bodyPr>
          <a:lstStyle/>
          <a:p>
            <a:pPr marL="0" indent="0" algn="ctr">
              <a:spcBef>
                <a:spcPts val="600"/>
              </a:spcBef>
              <a:buFont typeface="Wingdings" panose="05000000000000000000" pitchFamily="2" charset="2"/>
              <a:buNone/>
            </a:pPr>
            <a:r>
              <a:rPr lang="de-DE" sz="3600" noProof="0" dirty="0">
                <a:solidFill>
                  <a:srgbClr val="FFFF00"/>
                </a:solidFill>
              </a:rPr>
              <a:t>Aus Gründen der Lesbarkeit sind Diagramme und Tabellen auf dem Vanguard-Hintergrund nicht zulässig. Bitte wechseln Sie zu einer der beiden anderen Layout-Versionen (Haze oder </a:t>
            </a:r>
            <a:r>
              <a:rPr lang="de-DE" sz="3600" noProof="0" dirty="0" err="1">
                <a:solidFill>
                  <a:srgbClr val="FFFF00"/>
                </a:solidFill>
              </a:rPr>
              <a:t>Charcoal</a:t>
            </a:r>
            <a:r>
              <a:rPr lang="de-DE" sz="3600" noProof="0" dirty="0">
                <a:solidFill>
                  <a:srgbClr val="FFFF00"/>
                </a:solidFill>
              </a:rPr>
              <a:t>).</a:t>
            </a:r>
          </a:p>
        </p:txBody>
      </p:sp>
    </p:spTree>
    <p:extLst>
      <p:ext uri="{BB962C8B-B14F-4D97-AF65-F5344CB8AC3E}">
        <p14:creationId xmlns:p14="http://schemas.microsoft.com/office/powerpoint/2010/main" val="49033505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 Titel, Text und Diagramm (links)">
    <p:spTree>
      <p:nvGrpSpPr>
        <p:cNvPr id="1" name=""/>
        <p:cNvGrpSpPr/>
        <p:nvPr/>
      </p:nvGrpSpPr>
      <p:grpSpPr>
        <a:xfrm>
          <a:off x="0" y="0"/>
          <a:ext cx="0" cy="0"/>
          <a:chOff x="0" y="0"/>
          <a:chExt cx="0" cy="0"/>
        </a:xfrm>
      </p:grpSpPr>
      <p:sp>
        <p:nvSpPr>
          <p:cNvPr id="10" name="Chart Placeholder 9">
            <a:extLst>
              <a:ext uri="{FF2B5EF4-FFF2-40B4-BE49-F238E27FC236}">
                <a16:creationId xmlns:a16="http://schemas.microsoft.com/office/drawing/2014/main" id="{68E2BF02-3E71-B4D3-9100-115FCA029DE0}"/>
              </a:ext>
            </a:extLst>
          </p:cNvPr>
          <p:cNvSpPr>
            <a:spLocks noGrp="1"/>
          </p:cNvSpPr>
          <p:nvPr>
            <p:ph type="chart" sz="quarter" idx="16"/>
          </p:nvPr>
        </p:nvSpPr>
        <p:spPr bwMode="invGray">
          <a:xfrm>
            <a:off x="407368" y="2384884"/>
            <a:ext cx="5472000" cy="3564000"/>
          </a:xfrm>
        </p:spPr>
        <p:txBody>
          <a:bodyPr tIns="648000" anchor="ctr"/>
          <a:lstStyle>
            <a:lvl1pPr algn="ctr">
              <a:spcBef>
                <a:spcPts val="0"/>
              </a:spcBef>
              <a:defRPr sz="1600" b="0"/>
            </a:lvl1pPr>
          </a:lstStyle>
          <a:p>
            <a:r>
              <a:rPr lang="de-DE" noProof="0" dirty="0"/>
              <a:t>Diagramm durch Klicken auf Symbol hinzufügen</a:t>
            </a:r>
          </a:p>
        </p:txBody>
      </p:sp>
      <p:sp>
        <p:nvSpPr>
          <p:cNvPr id="2" name="Title 1">
            <a:extLst>
              <a:ext uri="{FF2B5EF4-FFF2-40B4-BE49-F238E27FC236}">
                <a16:creationId xmlns:a16="http://schemas.microsoft.com/office/drawing/2014/main" id="{8F8572F5-E83A-3E87-215C-6FDF1BCF28E6}"/>
              </a:ext>
            </a:extLst>
          </p:cNvPr>
          <p:cNvSpPr>
            <a:spLocks noGrp="1"/>
          </p:cNvSpPr>
          <p:nvPr>
            <p:ph type="title" hasCustomPrompt="1"/>
          </p:nvPr>
        </p:nvSpPr>
        <p:spPr bwMode="invGray">
          <a:xfrm>
            <a:off x="407368" y="224644"/>
            <a:ext cx="10512000" cy="997196"/>
          </a:xfrm>
        </p:spPr>
        <p:txBody>
          <a:bodyPr/>
          <a:lstStyle/>
          <a:p>
            <a:r>
              <a:rPr lang="de-DE" noProof="0"/>
              <a:t>Folientitel durch Klicken bearbeiten </a:t>
            </a:r>
            <a:br>
              <a:rPr lang="de-DE" noProof="0"/>
            </a:br>
            <a:r>
              <a:rPr lang="de-DE" noProof="0"/>
              <a:t>(maximal zweizeilig)</a:t>
            </a:r>
          </a:p>
        </p:txBody>
      </p:sp>
      <p:sp>
        <p:nvSpPr>
          <p:cNvPr id="3" name="Footer Placeholder 2">
            <a:extLst>
              <a:ext uri="{FF2B5EF4-FFF2-40B4-BE49-F238E27FC236}">
                <a16:creationId xmlns:a16="http://schemas.microsoft.com/office/drawing/2014/main" id="{380B7BAE-6840-9842-1720-11CF2479686A}"/>
              </a:ext>
            </a:extLst>
          </p:cNvPr>
          <p:cNvSpPr>
            <a:spLocks noGrp="1"/>
          </p:cNvSpPr>
          <p:nvPr>
            <p:ph type="ftr" sz="quarter" idx="10"/>
          </p:nvPr>
        </p:nvSpPr>
        <p:spPr bwMode="invGray"/>
        <p:txBody>
          <a:bodyPr/>
          <a:lstStyle/>
          <a:p>
            <a:r>
              <a:rPr lang="de-DE" noProof="0"/>
              <a:t>Hier steht der übergeordnete Präsentationstitel (Einfügen → Kopf- und Fußzeile)</a:t>
            </a:r>
          </a:p>
        </p:txBody>
      </p:sp>
      <p:sp>
        <p:nvSpPr>
          <p:cNvPr id="4" name="Slide Number Placeholder 3">
            <a:extLst>
              <a:ext uri="{FF2B5EF4-FFF2-40B4-BE49-F238E27FC236}">
                <a16:creationId xmlns:a16="http://schemas.microsoft.com/office/drawing/2014/main" id="{51B88120-E8B7-C426-477A-56804F99DB5C}"/>
              </a:ext>
            </a:extLst>
          </p:cNvPr>
          <p:cNvSpPr>
            <a:spLocks noGrp="1"/>
          </p:cNvSpPr>
          <p:nvPr>
            <p:ph type="sldNum" sz="quarter" idx="11"/>
          </p:nvPr>
        </p:nvSpPr>
        <p:spPr bwMode="invGray"/>
        <p:txBody>
          <a:bodyPr/>
          <a:lstStyle/>
          <a:p>
            <a:fld id="{5438FF58-A5B1-455A-BA0C-D8E0E4C71076}" type="slidenum">
              <a:rPr lang="de-DE" noProof="0" smtClean="0"/>
              <a:pPr/>
              <a:t>‹#›</a:t>
            </a:fld>
            <a:endParaRPr lang="de-DE" noProof="0"/>
          </a:p>
        </p:txBody>
      </p:sp>
      <p:sp>
        <p:nvSpPr>
          <p:cNvPr id="6" name="Text Placeholder 5">
            <a:extLst>
              <a:ext uri="{FF2B5EF4-FFF2-40B4-BE49-F238E27FC236}">
                <a16:creationId xmlns:a16="http://schemas.microsoft.com/office/drawing/2014/main" id="{1437442A-2E2B-60D6-57CD-158E4565F415}"/>
              </a:ext>
            </a:extLst>
          </p:cNvPr>
          <p:cNvSpPr>
            <a:spLocks noGrp="1"/>
          </p:cNvSpPr>
          <p:nvPr>
            <p:ph type="body" sz="quarter" idx="12" hasCustomPrompt="1"/>
          </p:nvPr>
        </p:nvSpPr>
        <p:spPr bwMode="invGray">
          <a:xfrm>
            <a:off x="6312024" y="1592796"/>
            <a:ext cx="5472732" cy="4644000"/>
          </a:xfrm>
        </p:spPr>
        <p:txBody>
          <a:body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sp>
        <p:nvSpPr>
          <p:cNvPr id="7" name="Text Placeholder 10">
            <a:extLst>
              <a:ext uri="{FF2B5EF4-FFF2-40B4-BE49-F238E27FC236}">
                <a16:creationId xmlns:a16="http://schemas.microsoft.com/office/drawing/2014/main" id="{1280BB9E-AC72-3000-B234-C1B92BEA6BD1}"/>
              </a:ext>
            </a:extLst>
          </p:cNvPr>
          <p:cNvSpPr>
            <a:spLocks noGrp="1"/>
          </p:cNvSpPr>
          <p:nvPr>
            <p:ph type="body" sz="quarter" idx="13" hasCustomPrompt="1"/>
          </p:nvPr>
        </p:nvSpPr>
        <p:spPr bwMode="invGray">
          <a:xfrm>
            <a:off x="407368" y="1592796"/>
            <a:ext cx="5472000" cy="307777"/>
          </a:xfrm>
        </p:spPr>
        <p:txBody>
          <a:bodyPr wrap="square">
            <a:spAutoFit/>
          </a:bodyPr>
          <a:lstStyle>
            <a:lvl1pPr marL="0" indent="0">
              <a:spcBef>
                <a:spcPts val="0"/>
              </a:spcBef>
              <a:buFont typeface="Skeena" panose="020B0604020202020204" pitchFamily="34" charset="0"/>
              <a:buNone/>
              <a:defRPr sz="2000" b="1">
                <a:solidFill>
                  <a:schemeClr val="bg1"/>
                </a:solidFill>
              </a:defRPr>
            </a:lvl1pPr>
            <a:lvl2pPr marL="0" indent="0">
              <a:spcBef>
                <a:spcPts val="0"/>
              </a:spcBef>
              <a:buFont typeface="Skeena" panose="020B0604020202020204" pitchFamily="34" charset="0"/>
              <a:buNone/>
              <a:defRPr sz="2000" b="1">
                <a:solidFill>
                  <a:schemeClr val="bg1"/>
                </a:solidFill>
              </a:defRPr>
            </a:lvl2pPr>
            <a:lvl3pPr marL="0" indent="0">
              <a:spcBef>
                <a:spcPts val="0"/>
              </a:spcBef>
              <a:buNone/>
              <a:defRPr sz="2000" b="1">
                <a:solidFill>
                  <a:schemeClr val="bg1"/>
                </a:solidFill>
              </a:defRPr>
            </a:lvl3pPr>
            <a:lvl4pPr marL="0" indent="0">
              <a:spcBef>
                <a:spcPts val="0"/>
              </a:spcBef>
              <a:buNone/>
              <a:defRPr sz="2000" b="1">
                <a:solidFill>
                  <a:schemeClr val="bg1"/>
                </a:solidFill>
              </a:defRPr>
            </a:lvl4pPr>
            <a:lvl5pPr marL="0" indent="0">
              <a:spcBef>
                <a:spcPts val="0"/>
              </a:spcBef>
              <a:buNone/>
              <a:defRPr sz="2000" b="1">
                <a:solidFill>
                  <a:schemeClr val="bg1"/>
                </a:solidFill>
              </a:defRPr>
            </a:lvl5pPr>
            <a:lvl6pPr marL="0" indent="0">
              <a:spcBef>
                <a:spcPts val="0"/>
              </a:spcBef>
              <a:buNone/>
              <a:defRPr sz="2000" b="1">
                <a:solidFill>
                  <a:schemeClr val="bg1"/>
                </a:solidFill>
              </a:defRPr>
            </a:lvl6pPr>
            <a:lvl7pPr marL="0" indent="0">
              <a:spcBef>
                <a:spcPts val="0"/>
              </a:spcBef>
              <a:buNone/>
              <a:defRPr sz="2000" b="1">
                <a:solidFill>
                  <a:schemeClr val="bg1"/>
                </a:solidFill>
              </a:defRPr>
            </a:lvl7pPr>
            <a:lvl8pPr marL="0" indent="0">
              <a:spcBef>
                <a:spcPts val="0"/>
              </a:spcBef>
              <a:buNone/>
              <a:defRPr sz="2000" b="1">
                <a:solidFill>
                  <a:schemeClr val="bg1"/>
                </a:solidFill>
              </a:defRPr>
            </a:lvl8pPr>
            <a:lvl9pPr marL="0" indent="0">
              <a:spcBef>
                <a:spcPts val="0"/>
              </a:spcBef>
              <a:buNone/>
              <a:defRPr sz="2000" b="1">
                <a:solidFill>
                  <a:schemeClr val="bg1"/>
                </a:solidFill>
              </a:defRPr>
            </a:lvl9pPr>
          </a:lstStyle>
          <a:p>
            <a:pPr lvl="0"/>
            <a:r>
              <a:rPr lang="de-DE" noProof="0"/>
              <a:t>Diagrammtitel durch Klicken bearbeiten</a:t>
            </a:r>
          </a:p>
        </p:txBody>
      </p:sp>
      <p:sp>
        <p:nvSpPr>
          <p:cNvPr id="8" name="Text Placeholder 10">
            <a:extLst>
              <a:ext uri="{FF2B5EF4-FFF2-40B4-BE49-F238E27FC236}">
                <a16:creationId xmlns:a16="http://schemas.microsoft.com/office/drawing/2014/main" id="{223E0DB9-8137-0846-98A4-7A44669C000F}"/>
              </a:ext>
            </a:extLst>
          </p:cNvPr>
          <p:cNvSpPr>
            <a:spLocks noGrp="1"/>
          </p:cNvSpPr>
          <p:nvPr>
            <p:ph type="body" sz="quarter" idx="14" hasCustomPrompt="1"/>
          </p:nvPr>
        </p:nvSpPr>
        <p:spPr bwMode="invGray">
          <a:xfrm>
            <a:off x="407368" y="1975122"/>
            <a:ext cx="5472000" cy="276999"/>
          </a:xfrm>
        </p:spPr>
        <p:txBody>
          <a:bodyPr wrap="square">
            <a:spAutoFit/>
          </a:bodyPr>
          <a:lstStyle>
            <a:lvl1pPr marL="0" indent="0">
              <a:spcBef>
                <a:spcPts val="0"/>
              </a:spcBef>
              <a:buFont typeface="Skeena" panose="020B0604020202020204" pitchFamily="34" charset="0"/>
              <a:buNone/>
              <a:defRPr sz="1800" b="0">
                <a:solidFill>
                  <a:schemeClr val="bg1"/>
                </a:solidFill>
              </a:defRPr>
            </a:lvl1pPr>
            <a:lvl2pPr marL="0" indent="0">
              <a:spcBef>
                <a:spcPts val="0"/>
              </a:spcBef>
              <a:buFont typeface="Skeena" panose="020B0604020202020204" pitchFamily="34" charset="0"/>
              <a:buNone/>
              <a:defRPr sz="1800" b="0">
                <a:solidFill>
                  <a:schemeClr val="bg1"/>
                </a:solidFill>
              </a:defRPr>
            </a:lvl2pPr>
            <a:lvl3pPr marL="0" indent="0">
              <a:spcBef>
                <a:spcPts val="0"/>
              </a:spcBef>
              <a:buNone/>
              <a:defRPr sz="1800" b="0">
                <a:solidFill>
                  <a:schemeClr val="bg1"/>
                </a:solidFill>
              </a:defRPr>
            </a:lvl3pPr>
            <a:lvl4pPr marL="0" indent="0">
              <a:spcBef>
                <a:spcPts val="0"/>
              </a:spcBef>
              <a:buNone/>
              <a:defRPr sz="1800" b="0">
                <a:solidFill>
                  <a:schemeClr val="bg1"/>
                </a:solidFill>
              </a:defRPr>
            </a:lvl4pPr>
            <a:lvl5pPr marL="0" indent="0">
              <a:spcBef>
                <a:spcPts val="0"/>
              </a:spcBef>
              <a:buNone/>
              <a:defRPr sz="1800" b="0">
                <a:solidFill>
                  <a:schemeClr val="bg1"/>
                </a:solidFill>
              </a:defRPr>
            </a:lvl5pPr>
            <a:lvl6pPr marL="0" indent="0">
              <a:spcBef>
                <a:spcPts val="0"/>
              </a:spcBef>
              <a:buNone/>
              <a:defRPr sz="1800" b="0">
                <a:solidFill>
                  <a:schemeClr val="bg1"/>
                </a:solidFill>
              </a:defRPr>
            </a:lvl6pPr>
            <a:lvl7pPr marL="0" indent="0">
              <a:spcBef>
                <a:spcPts val="0"/>
              </a:spcBef>
              <a:buNone/>
              <a:defRPr sz="1800" b="0">
                <a:solidFill>
                  <a:schemeClr val="bg1"/>
                </a:solidFill>
              </a:defRPr>
            </a:lvl7pPr>
            <a:lvl8pPr marL="0" indent="0">
              <a:spcBef>
                <a:spcPts val="0"/>
              </a:spcBef>
              <a:buNone/>
              <a:defRPr sz="1800" b="0">
                <a:solidFill>
                  <a:schemeClr val="bg1"/>
                </a:solidFill>
              </a:defRPr>
            </a:lvl8pPr>
            <a:lvl9pPr marL="0" indent="0">
              <a:spcBef>
                <a:spcPts val="0"/>
              </a:spcBef>
              <a:buNone/>
              <a:defRPr sz="1800" b="0">
                <a:solidFill>
                  <a:schemeClr val="bg1"/>
                </a:solidFill>
              </a:defRPr>
            </a:lvl9pPr>
          </a:lstStyle>
          <a:p>
            <a:pPr lvl="0"/>
            <a:r>
              <a:rPr lang="de-DE" noProof="0"/>
              <a:t>Werteinheit durch Klicken bearbeiten</a:t>
            </a:r>
          </a:p>
        </p:txBody>
      </p:sp>
      <p:sp>
        <p:nvSpPr>
          <p:cNvPr id="9" name="Text Placeholder 10">
            <a:extLst>
              <a:ext uri="{FF2B5EF4-FFF2-40B4-BE49-F238E27FC236}">
                <a16:creationId xmlns:a16="http://schemas.microsoft.com/office/drawing/2014/main" id="{F04793D8-BEC5-A481-5DFB-9D9D90CDC927}"/>
              </a:ext>
            </a:extLst>
          </p:cNvPr>
          <p:cNvSpPr>
            <a:spLocks noGrp="1"/>
          </p:cNvSpPr>
          <p:nvPr>
            <p:ph type="body" sz="quarter" idx="15" hasCustomPrompt="1"/>
          </p:nvPr>
        </p:nvSpPr>
        <p:spPr bwMode="invGray">
          <a:xfrm>
            <a:off x="407368" y="6082908"/>
            <a:ext cx="5472000" cy="153888"/>
          </a:xfrm>
        </p:spPr>
        <p:txBody>
          <a:bodyPr wrap="square" anchor="b">
            <a:spAutoFit/>
          </a:bodyPr>
          <a:lstStyle>
            <a:lvl1pPr marL="0" indent="0">
              <a:spcBef>
                <a:spcPts val="0"/>
              </a:spcBef>
              <a:buFont typeface="Skeena" panose="020B0604020202020204" pitchFamily="34" charset="0"/>
              <a:buNone/>
              <a:defRPr sz="1000" b="0">
                <a:solidFill>
                  <a:schemeClr val="bg1"/>
                </a:solidFill>
              </a:defRPr>
            </a:lvl1pPr>
            <a:lvl2pPr marL="0" indent="0">
              <a:spcBef>
                <a:spcPts val="0"/>
              </a:spcBef>
              <a:buFont typeface="Skeena" panose="020B0604020202020204" pitchFamily="34" charset="0"/>
              <a:buNone/>
              <a:defRPr sz="1000" b="0">
                <a:solidFill>
                  <a:schemeClr val="bg1"/>
                </a:solidFill>
              </a:defRPr>
            </a:lvl2pPr>
            <a:lvl3pPr marL="0" indent="0">
              <a:spcBef>
                <a:spcPts val="0"/>
              </a:spcBef>
              <a:buNone/>
              <a:defRPr sz="1000" b="0">
                <a:solidFill>
                  <a:schemeClr val="bg1"/>
                </a:solidFill>
              </a:defRPr>
            </a:lvl3pPr>
            <a:lvl4pPr marL="0" indent="0">
              <a:spcBef>
                <a:spcPts val="0"/>
              </a:spcBef>
              <a:buNone/>
              <a:defRPr sz="1000" b="0">
                <a:solidFill>
                  <a:schemeClr val="bg1"/>
                </a:solidFill>
              </a:defRPr>
            </a:lvl4pPr>
            <a:lvl5pPr marL="0" indent="0">
              <a:spcBef>
                <a:spcPts val="0"/>
              </a:spcBef>
              <a:buNone/>
              <a:defRPr sz="1000" b="0">
                <a:solidFill>
                  <a:schemeClr val="bg1"/>
                </a:solidFill>
              </a:defRPr>
            </a:lvl5pPr>
            <a:lvl6pPr marL="0" indent="0">
              <a:spcBef>
                <a:spcPts val="0"/>
              </a:spcBef>
              <a:buNone/>
              <a:defRPr sz="1000" b="0">
                <a:solidFill>
                  <a:schemeClr val="bg1"/>
                </a:solidFill>
              </a:defRPr>
            </a:lvl6pPr>
            <a:lvl7pPr marL="0" indent="0">
              <a:spcBef>
                <a:spcPts val="0"/>
              </a:spcBef>
              <a:buNone/>
              <a:defRPr sz="1000" b="0">
                <a:solidFill>
                  <a:schemeClr val="bg1"/>
                </a:solidFill>
              </a:defRPr>
            </a:lvl7pPr>
            <a:lvl8pPr marL="0" indent="0">
              <a:spcBef>
                <a:spcPts val="0"/>
              </a:spcBef>
              <a:buNone/>
              <a:defRPr sz="1000" b="0">
                <a:solidFill>
                  <a:schemeClr val="bg1"/>
                </a:solidFill>
              </a:defRPr>
            </a:lvl8pPr>
            <a:lvl9pPr marL="0" indent="0">
              <a:spcBef>
                <a:spcPts val="0"/>
              </a:spcBef>
              <a:buNone/>
              <a:defRPr sz="1000" b="0">
                <a:solidFill>
                  <a:schemeClr val="bg1"/>
                </a:solidFill>
              </a:defRPr>
            </a:lvl9pPr>
          </a:lstStyle>
          <a:p>
            <a:pPr lvl="0"/>
            <a:r>
              <a:rPr lang="de-DE" noProof="0"/>
              <a:t>Fußnote/Quellenangabe durch Klicken bearbeiten</a:t>
            </a:r>
            <a:endParaRPr lang="de-DE" noProof="0" dirty="0"/>
          </a:p>
        </p:txBody>
      </p:sp>
      <p:sp>
        <p:nvSpPr>
          <p:cNvPr id="5" name="Rechteck 4">
            <a:extLst>
              <a:ext uri="{FF2B5EF4-FFF2-40B4-BE49-F238E27FC236}">
                <a16:creationId xmlns:a16="http://schemas.microsoft.com/office/drawing/2014/main" id="{682F8C3F-1678-644A-5E92-120D778CA598}"/>
              </a:ext>
            </a:extLst>
          </p:cNvPr>
          <p:cNvSpPr/>
          <p:nvPr userDrawn="1"/>
        </p:nvSpPr>
        <p:spPr>
          <a:xfrm>
            <a:off x="2136000" y="1526602"/>
            <a:ext cx="7920000" cy="3804797"/>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0" tIns="360000" rIns="360000" bIns="360000" rtlCol="0" anchor="ctr" anchorCtr="0">
            <a:noAutofit/>
          </a:bodyPr>
          <a:lstStyle/>
          <a:p>
            <a:pPr marL="0" indent="0" algn="ctr">
              <a:spcBef>
                <a:spcPts val="600"/>
              </a:spcBef>
              <a:buFont typeface="Wingdings" panose="05000000000000000000" pitchFamily="2" charset="2"/>
              <a:buNone/>
            </a:pPr>
            <a:r>
              <a:rPr lang="de-DE" sz="3600" noProof="0" dirty="0">
                <a:solidFill>
                  <a:srgbClr val="FFFF00"/>
                </a:solidFill>
              </a:rPr>
              <a:t>Aus Gründen der Lesbarkeit sind Diagramme und Tabellen auf dem Vanguard-Hintergrund nicht zulässig. Bitte wechseln Sie zu einer der beiden anderen Layout-Versionen (Haze oder </a:t>
            </a:r>
            <a:r>
              <a:rPr lang="de-DE" sz="3600" noProof="0" dirty="0" err="1">
                <a:solidFill>
                  <a:srgbClr val="FFFF00"/>
                </a:solidFill>
              </a:rPr>
              <a:t>Charcoal</a:t>
            </a:r>
            <a:r>
              <a:rPr lang="de-DE" sz="3600" noProof="0" dirty="0">
                <a:solidFill>
                  <a:srgbClr val="FFFF00"/>
                </a:solidFill>
              </a:rPr>
              <a:t>).</a:t>
            </a:r>
          </a:p>
        </p:txBody>
      </p:sp>
    </p:spTree>
    <p:extLst>
      <p:ext uri="{BB962C8B-B14F-4D97-AF65-F5344CB8AC3E}">
        <p14:creationId xmlns:p14="http://schemas.microsoft.com/office/powerpoint/2010/main" val="109372421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 Titel, zwei Bilder u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572F5-E83A-3E87-215C-6FDF1BCF28E6}"/>
              </a:ext>
            </a:extLst>
          </p:cNvPr>
          <p:cNvSpPr>
            <a:spLocks noGrp="1"/>
          </p:cNvSpPr>
          <p:nvPr>
            <p:ph type="title" hasCustomPrompt="1"/>
          </p:nvPr>
        </p:nvSpPr>
        <p:spPr bwMode="invGray"/>
        <p:txBody>
          <a:bodyPr/>
          <a:lstStyle/>
          <a:p>
            <a:r>
              <a:rPr lang="de-DE" noProof="0"/>
              <a:t>Folientitel durch Klicken bearbeiten </a:t>
            </a:r>
            <a:br>
              <a:rPr lang="de-DE" noProof="0"/>
            </a:br>
            <a:r>
              <a:rPr lang="de-DE" noProof="0"/>
              <a:t>(maximal zweizeilig)</a:t>
            </a:r>
          </a:p>
        </p:txBody>
      </p:sp>
      <p:sp>
        <p:nvSpPr>
          <p:cNvPr id="3" name="Footer Placeholder 2">
            <a:extLst>
              <a:ext uri="{FF2B5EF4-FFF2-40B4-BE49-F238E27FC236}">
                <a16:creationId xmlns:a16="http://schemas.microsoft.com/office/drawing/2014/main" id="{380B7BAE-6840-9842-1720-11CF2479686A}"/>
              </a:ext>
            </a:extLst>
          </p:cNvPr>
          <p:cNvSpPr>
            <a:spLocks noGrp="1"/>
          </p:cNvSpPr>
          <p:nvPr>
            <p:ph type="ftr" sz="quarter" idx="10"/>
          </p:nvPr>
        </p:nvSpPr>
        <p:spPr bwMode="invGray"/>
        <p:txBody>
          <a:bodyPr/>
          <a:lstStyle/>
          <a:p>
            <a:r>
              <a:rPr lang="de-DE" noProof="0"/>
              <a:t>Hier steht der übergeordnete Präsentationstitel (Einfügen → Kopf- und Fußzeile)</a:t>
            </a:r>
          </a:p>
        </p:txBody>
      </p:sp>
      <p:sp>
        <p:nvSpPr>
          <p:cNvPr id="4" name="Slide Number Placeholder 3">
            <a:extLst>
              <a:ext uri="{FF2B5EF4-FFF2-40B4-BE49-F238E27FC236}">
                <a16:creationId xmlns:a16="http://schemas.microsoft.com/office/drawing/2014/main" id="{51B88120-E8B7-C426-477A-56804F99DB5C}"/>
              </a:ext>
            </a:extLst>
          </p:cNvPr>
          <p:cNvSpPr>
            <a:spLocks noGrp="1"/>
          </p:cNvSpPr>
          <p:nvPr>
            <p:ph type="sldNum" sz="quarter" idx="11"/>
          </p:nvPr>
        </p:nvSpPr>
        <p:spPr bwMode="invGray"/>
        <p:txBody>
          <a:bodyPr/>
          <a:lstStyle/>
          <a:p>
            <a:fld id="{5438FF58-A5B1-455A-BA0C-D8E0E4C71076}" type="slidenum">
              <a:rPr lang="de-DE" noProof="0" smtClean="0"/>
              <a:pPr/>
              <a:t>‹#›</a:t>
            </a:fld>
            <a:endParaRPr lang="de-DE" noProof="0"/>
          </a:p>
        </p:txBody>
      </p:sp>
      <p:sp>
        <p:nvSpPr>
          <p:cNvPr id="6" name="Text Placeholder 5">
            <a:extLst>
              <a:ext uri="{FF2B5EF4-FFF2-40B4-BE49-F238E27FC236}">
                <a16:creationId xmlns:a16="http://schemas.microsoft.com/office/drawing/2014/main" id="{1437442A-2E2B-60D6-57CD-158E4565F415}"/>
              </a:ext>
            </a:extLst>
          </p:cNvPr>
          <p:cNvSpPr>
            <a:spLocks noGrp="1"/>
          </p:cNvSpPr>
          <p:nvPr>
            <p:ph type="body" sz="quarter" idx="12" hasCustomPrompt="1"/>
          </p:nvPr>
        </p:nvSpPr>
        <p:spPr bwMode="invGray">
          <a:xfrm>
            <a:off x="623392" y="4293096"/>
            <a:ext cx="5256000" cy="1944000"/>
          </a:xfrm>
        </p:spPr>
        <p:txBody>
          <a:body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sp>
        <p:nvSpPr>
          <p:cNvPr id="7" name="Text Placeholder 5">
            <a:extLst>
              <a:ext uri="{FF2B5EF4-FFF2-40B4-BE49-F238E27FC236}">
                <a16:creationId xmlns:a16="http://schemas.microsoft.com/office/drawing/2014/main" id="{37B0818A-E3C0-1D55-0E64-308082D2B018}"/>
              </a:ext>
            </a:extLst>
          </p:cNvPr>
          <p:cNvSpPr>
            <a:spLocks noGrp="1"/>
          </p:cNvSpPr>
          <p:nvPr>
            <p:ph type="body" sz="quarter" idx="13" hasCustomPrompt="1"/>
          </p:nvPr>
        </p:nvSpPr>
        <p:spPr bwMode="invGray">
          <a:xfrm>
            <a:off x="6528048" y="4293096"/>
            <a:ext cx="5256000" cy="1944000"/>
          </a:xfrm>
        </p:spPr>
        <p:txBody>
          <a:body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grpSp>
        <p:nvGrpSpPr>
          <p:cNvPr id="8" name="Group 7">
            <a:extLst>
              <a:ext uri="{FF2B5EF4-FFF2-40B4-BE49-F238E27FC236}">
                <a16:creationId xmlns:a16="http://schemas.microsoft.com/office/drawing/2014/main" id="{83C19E4C-8AA9-ADC8-FE35-0F298ED87393}"/>
              </a:ext>
            </a:extLst>
          </p:cNvPr>
          <p:cNvGrpSpPr>
            <a:grpSpLocks noChangeAspect="1"/>
          </p:cNvGrpSpPr>
          <p:nvPr userDrawn="1"/>
        </p:nvGrpSpPr>
        <p:grpSpPr bwMode="invGray">
          <a:xfrm>
            <a:off x="407368" y="1592796"/>
            <a:ext cx="936000" cy="936000"/>
            <a:chOff x="5118212" y="1097010"/>
            <a:chExt cx="3600000" cy="3600000"/>
          </a:xfrm>
          <a:solidFill>
            <a:schemeClr val="accent3"/>
          </a:solidFill>
        </p:grpSpPr>
        <p:sp>
          <p:nvSpPr>
            <p:cNvPr id="9" name="Rectangle 8">
              <a:extLst>
                <a:ext uri="{FF2B5EF4-FFF2-40B4-BE49-F238E27FC236}">
                  <a16:creationId xmlns:a16="http://schemas.microsoft.com/office/drawing/2014/main" id="{85481458-525F-E24E-227B-CB047B711BBF}"/>
                </a:ext>
              </a:extLst>
            </p:cNvPr>
            <p:cNvSpPr>
              <a:spLocks noChangeAspect="1"/>
            </p:cNvSpPr>
            <p:nvPr userDrawn="1"/>
          </p:nvSpPr>
          <p:spPr bwMode="invGray">
            <a:xfrm>
              <a:off x="5946212" y="1097010"/>
              <a:ext cx="2772000" cy="82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10" name="Rectangle 9">
              <a:extLst>
                <a:ext uri="{FF2B5EF4-FFF2-40B4-BE49-F238E27FC236}">
                  <a16:creationId xmlns:a16="http://schemas.microsoft.com/office/drawing/2014/main" id="{9DEF3AF9-5EA4-CD45-4617-53FACEA677A7}"/>
                </a:ext>
              </a:extLst>
            </p:cNvPr>
            <p:cNvSpPr>
              <a:spLocks noChangeAspect="1"/>
            </p:cNvSpPr>
            <p:nvPr userDrawn="1"/>
          </p:nvSpPr>
          <p:spPr bwMode="invGray">
            <a:xfrm>
              <a:off x="5118212" y="1925010"/>
              <a:ext cx="828000" cy="277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sp>
        <p:nvSpPr>
          <p:cNvPr id="11" name="Picture Placeholder 17">
            <a:extLst>
              <a:ext uri="{FF2B5EF4-FFF2-40B4-BE49-F238E27FC236}">
                <a16:creationId xmlns:a16="http://schemas.microsoft.com/office/drawing/2014/main" id="{90701D0C-4058-1049-7ABB-7DCB4171444B}"/>
              </a:ext>
            </a:extLst>
          </p:cNvPr>
          <p:cNvSpPr>
            <a:spLocks noGrp="1"/>
          </p:cNvSpPr>
          <p:nvPr>
            <p:ph type="pic" sz="quarter" idx="22"/>
          </p:nvPr>
        </p:nvSpPr>
        <p:spPr bwMode="invGray">
          <a:xfrm>
            <a:off x="623392" y="1808820"/>
            <a:ext cx="5256000" cy="2340000"/>
          </a:xfrm>
        </p:spPr>
        <p:txBody>
          <a:bodyPr tIns="648000" anchor="ctr"/>
          <a:lstStyle>
            <a:lvl1pPr algn="ctr">
              <a:spcBef>
                <a:spcPts val="0"/>
              </a:spcBef>
              <a:defRPr sz="1600" b="0"/>
            </a:lvl1pPr>
          </a:lstStyle>
          <a:p>
            <a:r>
              <a:rPr lang="de-DE" noProof="0" dirty="0"/>
              <a:t>Bild durch Klicken auf Symbol hinzufügen</a:t>
            </a:r>
          </a:p>
        </p:txBody>
      </p:sp>
      <p:grpSp>
        <p:nvGrpSpPr>
          <p:cNvPr id="12" name="Group 11">
            <a:extLst>
              <a:ext uri="{FF2B5EF4-FFF2-40B4-BE49-F238E27FC236}">
                <a16:creationId xmlns:a16="http://schemas.microsoft.com/office/drawing/2014/main" id="{3C25D79E-09E4-6A2C-3DD6-89BCC16CC4A5}"/>
              </a:ext>
            </a:extLst>
          </p:cNvPr>
          <p:cNvGrpSpPr>
            <a:grpSpLocks noChangeAspect="1"/>
          </p:cNvGrpSpPr>
          <p:nvPr userDrawn="1"/>
        </p:nvGrpSpPr>
        <p:grpSpPr bwMode="invGray">
          <a:xfrm>
            <a:off x="6312024" y="1592796"/>
            <a:ext cx="936000" cy="936000"/>
            <a:chOff x="5118212" y="1097010"/>
            <a:chExt cx="3600000" cy="3600000"/>
          </a:xfrm>
          <a:solidFill>
            <a:schemeClr val="accent3"/>
          </a:solidFill>
        </p:grpSpPr>
        <p:sp>
          <p:nvSpPr>
            <p:cNvPr id="13" name="Rectangle 12">
              <a:extLst>
                <a:ext uri="{FF2B5EF4-FFF2-40B4-BE49-F238E27FC236}">
                  <a16:creationId xmlns:a16="http://schemas.microsoft.com/office/drawing/2014/main" id="{788115FF-B3BE-E934-53FD-9DD7AE33AB98}"/>
                </a:ext>
              </a:extLst>
            </p:cNvPr>
            <p:cNvSpPr>
              <a:spLocks noChangeAspect="1"/>
            </p:cNvSpPr>
            <p:nvPr userDrawn="1"/>
          </p:nvSpPr>
          <p:spPr bwMode="invGray">
            <a:xfrm>
              <a:off x="5946212" y="1097010"/>
              <a:ext cx="2772000" cy="82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14" name="Rectangle 13">
              <a:extLst>
                <a:ext uri="{FF2B5EF4-FFF2-40B4-BE49-F238E27FC236}">
                  <a16:creationId xmlns:a16="http://schemas.microsoft.com/office/drawing/2014/main" id="{D1A18DEE-D4B6-2E62-64AE-04FAA7CC814C}"/>
                </a:ext>
              </a:extLst>
            </p:cNvPr>
            <p:cNvSpPr>
              <a:spLocks noChangeAspect="1"/>
            </p:cNvSpPr>
            <p:nvPr userDrawn="1"/>
          </p:nvSpPr>
          <p:spPr bwMode="invGray">
            <a:xfrm>
              <a:off x="5118212" y="1925010"/>
              <a:ext cx="828000" cy="277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sp>
        <p:nvSpPr>
          <p:cNvPr id="15" name="Picture Placeholder 17">
            <a:extLst>
              <a:ext uri="{FF2B5EF4-FFF2-40B4-BE49-F238E27FC236}">
                <a16:creationId xmlns:a16="http://schemas.microsoft.com/office/drawing/2014/main" id="{578F7282-AC96-8E5B-BF09-0355E428912C}"/>
              </a:ext>
            </a:extLst>
          </p:cNvPr>
          <p:cNvSpPr>
            <a:spLocks noGrp="1"/>
          </p:cNvSpPr>
          <p:nvPr>
            <p:ph type="pic" sz="quarter" idx="23"/>
          </p:nvPr>
        </p:nvSpPr>
        <p:spPr bwMode="invGray">
          <a:xfrm>
            <a:off x="6528048" y="1808820"/>
            <a:ext cx="5256000" cy="2340000"/>
          </a:xfrm>
        </p:spPr>
        <p:txBody>
          <a:bodyPr tIns="648000" anchor="ctr"/>
          <a:lstStyle>
            <a:lvl1pPr algn="ctr">
              <a:spcBef>
                <a:spcPts val="0"/>
              </a:spcBef>
              <a:defRPr sz="1600" b="0"/>
            </a:lvl1pPr>
          </a:lstStyle>
          <a:p>
            <a:r>
              <a:rPr lang="de-DE" noProof="0" dirty="0"/>
              <a:t>Bild durch Klicken auf Symbol hinzufügen</a:t>
            </a:r>
          </a:p>
        </p:txBody>
      </p:sp>
    </p:spTree>
    <p:extLst>
      <p:ext uri="{BB962C8B-B14F-4D97-AF65-F5344CB8AC3E}">
        <p14:creationId xmlns:p14="http://schemas.microsoft.com/office/powerpoint/2010/main" val="106835199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 Titel, drei Bilder u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572F5-E83A-3E87-215C-6FDF1BCF28E6}"/>
              </a:ext>
            </a:extLst>
          </p:cNvPr>
          <p:cNvSpPr>
            <a:spLocks noGrp="1"/>
          </p:cNvSpPr>
          <p:nvPr>
            <p:ph type="title" hasCustomPrompt="1"/>
          </p:nvPr>
        </p:nvSpPr>
        <p:spPr bwMode="invGray"/>
        <p:txBody>
          <a:bodyPr/>
          <a:lstStyle/>
          <a:p>
            <a:r>
              <a:rPr lang="de-DE" noProof="0"/>
              <a:t>Folientitel durch Klicken bearbeiten </a:t>
            </a:r>
            <a:br>
              <a:rPr lang="de-DE" noProof="0"/>
            </a:br>
            <a:r>
              <a:rPr lang="de-DE" noProof="0"/>
              <a:t>(maximal zweizeilig)</a:t>
            </a:r>
          </a:p>
        </p:txBody>
      </p:sp>
      <p:sp>
        <p:nvSpPr>
          <p:cNvPr id="3" name="Footer Placeholder 2">
            <a:extLst>
              <a:ext uri="{FF2B5EF4-FFF2-40B4-BE49-F238E27FC236}">
                <a16:creationId xmlns:a16="http://schemas.microsoft.com/office/drawing/2014/main" id="{380B7BAE-6840-9842-1720-11CF2479686A}"/>
              </a:ext>
            </a:extLst>
          </p:cNvPr>
          <p:cNvSpPr>
            <a:spLocks noGrp="1"/>
          </p:cNvSpPr>
          <p:nvPr>
            <p:ph type="ftr" sz="quarter" idx="10"/>
          </p:nvPr>
        </p:nvSpPr>
        <p:spPr bwMode="invGray"/>
        <p:txBody>
          <a:bodyPr/>
          <a:lstStyle/>
          <a:p>
            <a:r>
              <a:rPr lang="de-DE" noProof="0"/>
              <a:t>Hier steht der übergeordnete Präsentationstitel (Einfügen → Kopf- und Fußzeile)</a:t>
            </a:r>
          </a:p>
        </p:txBody>
      </p:sp>
      <p:sp>
        <p:nvSpPr>
          <p:cNvPr id="4" name="Slide Number Placeholder 3">
            <a:extLst>
              <a:ext uri="{FF2B5EF4-FFF2-40B4-BE49-F238E27FC236}">
                <a16:creationId xmlns:a16="http://schemas.microsoft.com/office/drawing/2014/main" id="{51B88120-E8B7-C426-477A-56804F99DB5C}"/>
              </a:ext>
            </a:extLst>
          </p:cNvPr>
          <p:cNvSpPr>
            <a:spLocks noGrp="1"/>
          </p:cNvSpPr>
          <p:nvPr>
            <p:ph type="sldNum" sz="quarter" idx="11"/>
          </p:nvPr>
        </p:nvSpPr>
        <p:spPr bwMode="invGray"/>
        <p:txBody>
          <a:bodyPr/>
          <a:lstStyle/>
          <a:p>
            <a:fld id="{5438FF58-A5B1-455A-BA0C-D8E0E4C71076}" type="slidenum">
              <a:rPr lang="de-DE" noProof="0" smtClean="0"/>
              <a:pPr/>
              <a:t>‹#›</a:t>
            </a:fld>
            <a:endParaRPr lang="de-DE" noProof="0"/>
          </a:p>
        </p:txBody>
      </p:sp>
      <p:sp>
        <p:nvSpPr>
          <p:cNvPr id="6" name="Text Placeholder 5">
            <a:extLst>
              <a:ext uri="{FF2B5EF4-FFF2-40B4-BE49-F238E27FC236}">
                <a16:creationId xmlns:a16="http://schemas.microsoft.com/office/drawing/2014/main" id="{1437442A-2E2B-60D6-57CD-158E4565F415}"/>
              </a:ext>
            </a:extLst>
          </p:cNvPr>
          <p:cNvSpPr>
            <a:spLocks noGrp="1"/>
          </p:cNvSpPr>
          <p:nvPr>
            <p:ph type="body" sz="quarter" idx="12" hasCustomPrompt="1"/>
          </p:nvPr>
        </p:nvSpPr>
        <p:spPr bwMode="invGray">
          <a:xfrm>
            <a:off x="623392" y="4293096"/>
            <a:ext cx="3312000" cy="1944000"/>
          </a:xfrm>
        </p:spPr>
        <p:txBody>
          <a:body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sp>
        <p:nvSpPr>
          <p:cNvPr id="7" name="Text Placeholder 5">
            <a:extLst>
              <a:ext uri="{FF2B5EF4-FFF2-40B4-BE49-F238E27FC236}">
                <a16:creationId xmlns:a16="http://schemas.microsoft.com/office/drawing/2014/main" id="{37B0818A-E3C0-1D55-0E64-308082D2B018}"/>
              </a:ext>
            </a:extLst>
          </p:cNvPr>
          <p:cNvSpPr>
            <a:spLocks noGrp="1"/>
          </p:cNvSpPr>
          <p:nvPr>
            <p:ph type="body" sz="quarter" idx="13" hasCustomPrompt="1"/>
          </p:nvPr>
        </p:nvSpPr>
        <p:spPr bwMode="invGray">
          <a:xfrm>
            <a:off x="4547828" y="4293096"/>
            <a:ext cx="3312000" cy="1944000"/>
          </a:xfrm>
        </p:spPr>
        <p:txBody>
          <a:body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sp>
        <p:nvSpPr>
          <p:cNvPr id="8" name="Text Placeholder 5">
            <a:extLst>
              <a:ext uri="{FF2B5EF4-FFF2-40B4-BE49-F238E27FC236}">
                <a16:creationId xmlns:a16="http://schemas.microsoft.com/office/drawing/2014/main" id="{A001225D-F57A-2BE4-19C6-E010F5189400}"/>
              </a:ext>
            </a:extLst>
          </p:cNvPr>
          <p:cNvSpPr>
            <a:spLocks noGrp="1"/>
          </p:cNvSpPr>
          <p:nvPr>
            <p:ph type="body" sz="quarter" idx="14" hasCustomPrompt="1"/>
          </p:nvPr>
        </p:nvSpPr>
        <p:spPr bwMode="invGray">
          <a:xfrm>
            <a:off x="8472264" y="4293096"/>
            <a:ext cx="3312000" cy="1944000"/>
          </a:xfrm>
        </p:spPr>
        <p:txBody>
          <a:body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grpSp>
        <p:nvGrpSpPr>
          <p:cNvPr id="9" name="Group 8">
            <a:extLst>
              <a:ext uri="{FF2B5EF4-FFF2-40B4-BE49-F238E27FC236}">
                <a16:creationId xmlns:a16="http://schemas.microsoft.com/office/drawing/2014/main" id="{0EDA1AB8-5EE2-5CC0-D6A7-AC19A6DC2D9A}"/>
              </a:ext>
            </a:extLst>
          </p:cNvPr>
          <p:cNvGrpSpPr>
            <a:grpSpLocks noChangeAspect="1"/>
          </p:cNvGrpSpPr>
          <p:nvPr userDrawn="1"/>
        </p:nvGrpSpPr>
        <p:grpSpPr bwMode="invGray">
          <a:xfrm>
            <a:off x="407368" y="1592796"/>
            <a:ext cx="936000" cy="936000"/>
            <a:chOff x="5118212" y="1097010"/>
            <a:chExt cx="3600000" cy="3600000"/>
          </a:xfrm>
          <a:solidFill>
            <a:schemeClr val="accent3"/>
          </a:solidFill>
        </p:grpSpPr>
        <p:sp>
          <p:nvSpPr>
            <p:cNvPr id="10" name="Rectangle 9">
              <a:extLst>
                <a:ext uri="{FF2B5EF4-FFF2-40B4-BE49-F238E27FC236}">
                  <a16:creationId xmlns:a16="http://schemas.microsoft.com/office/drawing/2014/main" id="{4DEC224A-84D5-E297-A9D1-4D9856F4785C}"/>
                </a:ext>
              </a:extLst>
            </p:cNvPr>
            <p:cNvSpPr>
              <a:spLocks noChangeAspect="1"/>
            </p:cNvSpPr>
            <p:nvPr userDrawn="1"/>
          </p:nvSpPr>
          <p:spPr bwMode="invGray">
            <a:xfrm>
              <a:off x="5946212" y="1097010"/>
              <a:ext cx="2772000" cy="82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11" name="Rectangle 10">
              <a:extLst>
                <a:ext uri="{FF2B5EF4-FFF2-40B4-BE49-F238E27FC236}">
                  <a16:creationId xmlns:a16="http://schemas.microsoft.com/office/drawing/2014/main" id="{A64CF66D-DBB8-6438-DBF5-DAAD681BB9E0}"/>
                </a:ext>
              </a:extLst>
            </p:cNvPr>
            <p:cNvSpPr>
              <a:spLocks noChangeAspect="1"/>
            </p:cNvSpPr>
            <p:nvPr userDrawn="1"/>
          </p:nvSpPr>
          <p:spPr bwMode="invGray">
            <a:xfrm>
              <a:off x="5118212" y="1925010"/>
              <a:ext cx="828000" cy="277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sp>
        <p:nvSpPr>
          <p:cNvPr id="12" name="Picture Placeholder 17">
            <a:extLst>
              <a:ext uri="{FF2B5EF4-FFF2-40B4-BE49-F238E27FC236}">
                <a16:creationId xmlns:a16="http://schemas.microsoft.com/office/drawing/2014/main" id="{D0FF1E68-B844-DAB0-D531-6B027695C65C}"/>
              </a:ext>
            </a:extLst>
          </p:cNvPr>
          <p:cNvSpPr>
            <a:spLocks noGrp="1"/>
          </p:cNvSpPr>
          <p:nvPr>
            <p:ph type="pic" sz="quarter" idx="22"/>
          </p:nvPr>
        </p:nvSpPr>
        <p:spPr bwMode="invGray">
          <a:xfrm>
            <a:off x="623392" y="1808820"/>
            <a:ext cx="3312000" cy="2340000"/>
          </a:xfrm>
        </p:spPr>
        <p:txBody>
          <a:bodyPr tIns="648000" anchor="ctr"/>
          <a:lstStyle>
            <a:lvl1pPr algn="ctr">
              <a:spcBef>
                <a:spcPts val="0"/>
              </a:spcBef>
              <a:defRPr sz="1600" b="0"/>
            </a:lvl1pPr>
          </a:lstStyle>
          <a:p>
            <a:r>
              <a:rPr lang="de-DE" noProof="0" dirty="0"/>
              <a:t>Bild durch Klicken auf Symbol hinzufügen</a:t>
            </a:r>
          </a:p>
        </p:txBody>
      </p:sp>
      <p:grpSp>
        <p:nvGrpSpPr>
          <p:cNvPr id="13" name="Group 12">
            <a:extLst>
              <a:ext uri="{FF2B5EF4-FFF2-40B4-BE49-F238E27FC236}">
                <a16:creationId xmlns:a16="http://schemas.microsoft.com/office/drawing/2014/main" id="{7E99224A-E3BD-EC33-33BA-132FE333B0BC}"/>
              </a:ext>
            </a:extLst>
          </p:cNvPr>
          <p:cNvGrpSpPr>
            <a:grpSpLocks noChangeAspect="1"/>
          </p:cNvGrpSpPr>
          <p:nvPr userDrawn="1"/>
        </p:nvGrpSpPr>
        <p:grpSpPr bwMode="invGray">
          <a:xfrm>
            <a:off x="4331804" y="1592796"/>
            <a:ext cx="936000" cy="936000"/>
            <a:chOff x="5118212" y="1097010"/>
            <a:chExt cx="3600000" cy="3600000"/>
          </a:xfrm>
          <a:solidFill>
            <a:schemeClr val="accent3"/>
          </a:solidFill>
        </p:grpSpPr>
        <p:sp>
          <p:nvSpPr>
            <p:cNvPr id="14" name="Rectangle 13">
              <a:extLst>
                <a:ext uri="{FF2B5EF4-FFF2-40B4-BE49-F238E27FC236}">
                  <a16:creationId xmlns:a16="http://schemas.microsoft.com/office/drawing/2014/main" id="{AFEC5F41-C51A-8737-086D-A4D748D53762}"/>
                </a:ext>
              </a:extLst>
            </p:cNvPr>
            <p:cNvSpPr>
              <a:spLocks noChangeAspect="1"/>
            </p:cNvSpPr>
            <p:nvPr userDrawn="1"/>
          </p:nvSpPr>
          <p:spPr bwMode="invGray">
            <a:xfrm>
              <a:off x="5946212" y="1097010"/>
              <a:ext cx="2772000" cy="82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15" name="Rectangle 14">
              <a:extLst>
                <a:ext uri="{FF2B5EF4-FFF2-40B4-BE49-F238E27FC236}">
                  <a16:creationId xmlns:a16="http://schemas.microsoft.com/office/drawing/2014/main" id="{0562F66B-AE82-396A-78BA-B8A9A8345A15}"/>
                </a:ext>
              </a:extLst>
            </p:cNvPr>
            <p:cNvSpPr>
              <a:spLocks noChangeAspect="1"/>
            </p:cNvSpPr>
            <p:nvPr userDrawn="1"/>
          </p:nvSpPr>
          <p:spPr bwMode="invGray">
            <a:xfrm>
              <a:off x="5118212" y="1925010"/>
              <a:ext cx="828000" cy="277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sp>
        <p:nvSpPr>
          <p:cNvPr id="16" name="Picture Placeholder 17">
            <a:extLst>
              <a:ext uri="{FF2B5EF4-FFF2-40B4-BE49-F238E27FC236}">
                <a16:creationId xmlns:a16="http://schemas.microsoft.com/office/drawing/2014/main" id="{9CBB4DE4-768F-5C0A-F00E-947CC2FEC04C}"/>
              </a:ext>
            </a:extLst>
          </p:cNvPr>
          <p:cNvSpPr>
            <a:spLocks noGrp="1"/>
          </p:cNvSpPr>
          <p:nvPr>
            <p:ph type="pic" sz="quarter" idx="23"/>
          </p:nvPr>
        </p:nvSpPr>
        <p:spPr bwMode="invGray">
          <a:xfrm>
            <a:off x="4547828" y="1808820"/>
            <a:ext cx="3312000" cy="2340000"/>
          </a:xfrm>
        </p:spPr>
        <p:txBody>
          <a:bodyPr tIns="648000" anchor="ctr"/>
          <a:lstStyle>
            <a:lvl1pPr algn="ctr">
              <a:spcBef>
                <a:spcPts val="0"/>
              </a:spcBef>
              <a:defRPr sz="1600" b="0"/>
            </a:lvl1pPr>
          </a:lstStyle>
          <a:p>
            <a:r>
              <a:rPr lang="de-DE" noProof="0" dirty="0"/>
              <a:t>Bild durch Klicken auf Symbol hinzufügen</a:t>
            </a:r>
          </a:p>
        </p:txBody>
      </p:sp>
      <p:grpSp>
        <p:nvGrpSpPr>
          <p:cNvPr id="17" name="Group 16">
            <a:extLst>
              <a:ext uri="{FF2B5EF4-FFF2-40B4-BE49-F238E27FC236}">
                <a16:creationId xmlns:a16="http://schemas.microsoft.com/office/drawing/2014/main" id="{C83D7117-3194-F352-2EAF-412D22C04BA8}"/>
              </a:ext>
            </a:extLst>
          </p:cNvPr>
          <p:cNvGrpSpPr>
            <a:grpSpLocks noChangeAspect="1"/>
          </p:cNvGrpSpPr>
          <p:nvPr userDrawn="1"/>
        </p:nvGrpSpPr>
        <p:grpSpPr bwMode="invGray">
          <a:xfrm>
            <a:off x="8256240" y="1592796"/>
            <a:ext cx="936000" cy="936000"/>
            <a:chOff x="5118212" y="1097010"/>
            <a:chExt cx="3600000" cy="3600000"/>
          </a:xfrm>
          <a:solidFill>
            <a:schemeClr val="accent3"/>
          </a:solidFill>
        </p:grpSpPr>
        <p:sp>
          <p:nvSpPr>
            <p:cNvPr id="18" name="Rectangle 17">
              <a:extLst>
                <a:ext uri="{FF2B5EF4-FFF2-40B4-BE49-F238E27FC236}">
                  <a16:creationId xmlns:a16="http://schemas.microsoft.com/office/drawing/2014/main" id="{FE446E7A-81BD-EEBD-E35D-016FA5D4734B}"/>
                </a:ext>
              </a:extLst>
            </p:cNvPr>
            <p:cNvSpPr>
              <a:spLocks noChangeAspect="1"/>
            </p:cNvSpPr>
            <p:nvPr userDrawn="1"/>
          </p:nvSpPr>
          <p:spPr bwMode="invGray">
            <a:xfrm>
              <a:off x="5946212" y="1097010"/>
              <a:ext cx="2772000" cy="82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19" name="Rectangle 18">
              <a:extLst>
                <a:ext uri="{FF2B5EF4-FFF2-40B4-BE49-F238E27FC236}">
                  <a16:creationId xmlns:a16="http://schemas.microsoft.com/office/drawing/2014/main" id="{0D7DFF23-8BE1-5F21-623F-554DF0764BD6}"/>
                </a:ext>
              </a:extLst>
            </p:cNvPr>
            <p:cNvSpPr>
              <a:spLocks noChangeAspect="1"/>
            </p:cNvSpPr>
            <p:nvPr userDrawn="1"/>
          </p:nvSpPr>
          <p:spPr bwMode="invGray">
            <a:xfrm>
              <a:off x="5118212" y="1925010"/>
              <a:ext cx="828000" cy="277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sp>
        <p:nvSpPr>
          <p:cNvPr id="20" name="Picture Placeholder 17">
            <a:extLst>
              <a:ext uri="{FF2B5EF4-FFF2-40B4-BE49-F238E27FC236}">
                <a16:creationId xmlns:a16="http://schemas.microsoft.com/office/drawing/2014/main" id="{67BE0188-7B1D-1AF3-FAC1-AC1ECF26E398}"/>
              </a:ext>
            </a:extLst>
          </p:cNvPr>
          <p:cNvSpPr>
            <a:spLocks noGrp="1"/>
          </p:cNvSpPr>
          <p:nvPr>
            <p:ph type="pic" sz="quarter" idx="24"/>
          </p:nvPr>
        </p:nvSpPr>
        <p:spPr bwMode="invGray">
          <a:xfrm>
            <a:off x="8472264" y="1808820"/>
            <a:ext cx="3312000" cy="2340000"/>
          </a:xfrm>
        </p:spPr>
        <p:txBody>
          <a:bodyPr tIns="648000" anchor="ctr"/>
          <a:lstStyle>
            <a:lvl1pPr algn="ctr">
              <a:spcBef>
                <a:spcPts val="0"/>
              </a:spcBef>
              <a:defRPr sz="1600" b="0"/>
            </a:lvl1pPr>
          </a:lstStyle>
          <a:p>
            <a:r>
              <a:rPr lang="de-DE" noProof="0" dirty="0"/>
              <a:t>Bild durch Klicken auf Symbol hinzufügen</a:t>
            </a:r>
          </a:p>
        </p:txBody>
      </p:sp>
    </p:spTree>
    <p:extLst>
      <p:ext uri="{BB962C8B-B14F-4D97-AF65-F5344CB8AC3E}">
        <p14:creationId xmlns:p14="http://schemas.microsoft.com/office/powerpoint/2010/main" val="363157227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 Titel, Text und Bild (Mit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572F5-E83A-3E87-215C-6FDF1BCF28E6}"/>
              </a:ext>
            </a:extLst>
          </p:cNvPr>
          <p:cNvSpPr>
            <a:spLocks noGrp="1"/>
          </p:cNvSpPr>
          <p:nvPr>
            <p:ph type="title" hasCustomPrompt="1"/>
          </p:nvPr>
        </p:nvSpPr>
        <p:spPr bwMode="invGray"/>
        <p:txBody>
          <a:bodyPr/>
          <a:lstStyle/>
          <a:p>
            <a:r>
              <a:rPr lang="de-DE" noProof="0"/>
              <a:t>Folientitel durch Klicken bearbeiten </a:t>
            </a:r>
            <a:br>
              <a:rPr lang="de-DE" noProof="0"/>
            </a:br>
            <a:r>
              <a:rPr lang="de-DE" noProof="0"/>
              <a:t>(maximal zweizeilig)</a:t>
            </a:r>
          </a:p>
        </p:txBody>
      </p:sp>
      <p:sp>
        <p:nvSpPr>
          <p:cNvPr id="3" name="Footer Placeholder 2">
            <a:extLst>
              <a:ext uri="{FF2B5EF4-FFF2-40B4-BE49-F238E27FC236}">
                <a16:creationId xmlns:a16="http://schemas.microsoft.com/office/drawing/2014/main" id="{380B7BAE-6840-9842-1720-11CF2479686A}"/>
              </a:ext>
            </a:extLst>
          </p:cNvPr>
          <p:cNvSpPr>
            <a:spLocks noGrp="1"/>
          </p:cNvSpPr>
          <p:nvPr>
            <p:ph type="ftr" sz="quarter" idx="10"/>
          </p:nvPr>
        </p:nvSpPr>
        <p:spPr bwMode="invGray"/>
        <p:txBody>
          <a:bodyPr/>
          <a:lstStyle/>
          <a:p>
            <a:r>
              <a:rPr lang="de-DE" noProof="0"/>
              <a:t>Hier steht der übergeordnete Präsentationstitel (Einfügen → Kopf- und Fußzeile)</a:t>
            </a:r>
          </a:p>
        </p:txBody>
      </p:sp>
      <p:sp>
        <p:nvSpPr>
          <p:cNvPr id="4" name="Slide Number Placeholder 3">
            <a:extLst>
              <a:ext uri="{FF2B5EF4-FFF2-40B4-BE49-F238E27FC236}">
                <a16:creationId xmlns:a16="http://schemas.microsoft.com/office/drawing/2014/main" id="{51B88120-E8B7-C426-477A-56804F99DB5C}"/>
              </a:ext>
            </a:extLst>
          </p:cNvPr>
          <p:cNvSpPr>
            <a:spLocks noGrp="1"/>
          </p:cNvSpPr>
          <p:nvPr>
            <p:ph type="sldNum" sz="quarter" idx="11"/>
          </p:nvPr>
        </p:nvSpPr>
        <p:spPr bwMode="invGray"/>
        <p:txBody>
          <a:bodyPr/>
          <a:lstStyle/>
          <a:p>
            <a:fld id="{5438FF58-A5B1-455A-BA0C-D8E0E4C71076}" type="slidenum">
              <a:rPr lang="de-DE" noProof="0" smtClean="0"/>
              <a:pPr/>
              <a:t>‹#›</a:t>
            </a:fld>
            <a:endParaRPr lang="de-DE" noProof="0"/>
          </a:p>
        </p:txBody>
      </p:sp>
      <p:sp>
        <p:nvSpPr>
          <p:cNvPr id="6" name="Text Placeholder 5">
            <a:extLst>
              <a:ext uri="{FF2B5EF4-FFF2-40B4-BE49-F238E27FC236}">
                <a16:creationId xmlns:a16="http://schemas.microsoft.com/office/drawing/2014/main" id="{1437442A-2E2B-60D6-57CD-158E4565F415}"/>
              </a:ext>
            </a:extLst>
          </p:cNvPr>
          <p:cNvSpPr>
            <a:spLocks noGrp="1"/>
          </p:cNvSpPr>
          <p:nvPr>
            <p:ph type="body" sz="quarter" idx="12" hasCustomPrompt="1"/>
          </p:nvPr>
        </p:nvSpPr>
        <p:spPr bwMode="invGray">
          <a:xfrm>
            <a:off x="407988" y="1592263"/>
            <a:ext cx="3528000" cy="4644000"/>
          </a:xfrm>
        </p:spPr>
        <p:txBody>
          <a:body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sp>
        <p:nvSpPr>
          <p:cNvPr id="7" name="Text Placeholder 5">
            <a:extLst>
              <a:ext uri="{FF2B5EF4-FFF2-40B4-BE49-F238E27FC236}">
                <a16:creationId xmlns:a16="http://schemas.microsoft.com/office/drawing/2014/main" id="{37B0818A-E3C0-1D55-0E64-308082D2B018}"/>
              </a:ext>
            </a:extLst>
          </p:cNvPr>
          <p:cNvSpPr>
            <a:spLocks noGrp="1"/>
          </p:cNvSpPr>
          <p:nvPr>
            <p:ph type="body" sz="quarter" idx="13" hasCustomPrompt="1"/>
          </p:nvPr>
        </p:nvSpPr>
        <p:spPr bwMode="invGray">
          <a:xfrm>
            <a:off x="8256240" y="1592796"/>
            <a:ext cx="3528000" cy="4644000"/>
          </a:xfrm>
        </p:spPr>
        <p:txBody>
          <a:body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grpSp>
        <p:nvGrpSpPr>
          <p:cNvPr id="8" name="Group 7">
            <a:extLst>
              <a:ext uri="{FF2B5EF4-FFF2-40B4-BE49-F238E27FC236}">
                <a16:creationId xmlns:a16="http://schemas.microsoft.com/office/drawing/2014/main" id="{83C19E4C-8AA9-ADC8-FE35-0F298ED87393}"/>
              </a:ext>
            </a:extLst>
          </p:cNvPr>
          <p:cNvGrpSpPr>
            <a:grpSpLocks noChangeAspect="1"/>
          </p:cNvGrpSpPr>
          <p:nvPr userDrawn="1"/>
        </p:nvGrpSpPr>
        <p:grpSpPr bwMode="invGray">
          <a:xfrm>
            <a:off x="4331804" y="1592796"/>
            <a:ext cx="936000" cy="936000"/>
            <a:chOff x="5118212" y="1097010"/>
            <a:chExt cx="3600000" cy="3600000"/>
          </a:xfrm>
          <a:solidFill>
            <a:schemeClr val="accent3"/>
          </a:solidFill>
        </p:grpSpPr>
        <p:sp>
          <p:nvSpPr>
            <p:cNvPr id="9" name="Rectangle 8">
              <a:extLst>
                <a:ext uri="{FF2B5EF4-FFF2-40B4-BE49-F238E27FC236}">
                  <a16:creationId xmlns:a16="http://schemas.microsoft.com/office/drawing/2014/main" id="{85481458-525F-E24E-227B-CB047B711BBF}"/>
                </a:ext>
              </a:extLst>
            </p:cNvPr>
            <p:cNvSpPr>
              <a:spLocks noChangeAspect="1"/>
            </p:cNvSpPr>
            <p:nvPr userDrawn="1"/>
          </p:nvSpPr>
          <p:spPr bwMode="invGray">
            <a:xfrm>
              <a:off x="5946212" y="1097010"/>
              <a:ext cx="2772000" cy="82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10" name="Rectangle 9">
              <a:extLst>
                <a:ext uri="{FF2B5EF4-FFF2-40B4-BE49-F238E27FC236}">
                  <a16:creationId xmlns:a16="http://schemas.microsoft.com/office/drawing/2014/main" id="{9DEF3AF9-5EA4-CD45-4617-53FACEA677A7}"/>
                </a:ext>
              </a:extLst>
            </p:cNvPr>
            <p:cNvSpPr>
              <a:spLocks noChangeAspect="1"/>
            </p:cNvSpPr>
            <p:nvPr userDrawn="1"/>
          </p:nvSpPr>
          <p:spPr bwMode="invGray">
            <a:xfrm>
              <a:off x="5118212" y="1925010"/>
              <a:ext cx="828000" cy="277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sp>
        <p:nvSpPr>
          <p:cNvPr id="11" name="Picture Placeholder 17">
            <a:extLst>
              <a:ext uri="{FF2B5EF4-FFF2-40B4-BE49-F238E27FC236}">
                <a16:creationId xmlns:a16="http://schemas.microsoft.com/office/drawing/2014/main" id="{90701D0C-4058-1049-7ABB-7DCB4171444B}"/>
              </a:ext>
            </a:extLst>
          </p:cNvPr>
          <p:cNvSpPr>
            <a:spLocks noGrp="1"/>
          </p:cNvSpPr>
          <p:nvPr>
            <p:ph type="pic" sz="quarter" idx="22"/>
          </p:nvPr>
        </p:nvSpPr>
        <p:spPr bwMode="invGray">
          <a:xfrm>
            <a:off x="4547828" y="1808819"/>
            <a:ext cx="3312000" cy="4428000"/>
          </a:xfrm>
        </p:spPr>
        <p:txBody>
          <a:bodyPr tIns="648000" anchor="ctr"/>
          <a:lstStyle>
            <a:lvl1pPr algn="ctr">
              <a:spcBef>
                <a:spcPts val="0"/>
              </a:spcBef>
              <a:defRPr sz="1600" b="0"/>
            </a:lvl1pPr>
          </a:lstStyle>
          <a:p>
            <a:r>
              <a:rPr lang="de-DE" noProof="0" dirty="0"/>
              <a:t>Bild durch Klicken auf Symbol hinzufügen</a:t>
            </a:r>
          </a:p>
        </p:txBody>
      </p:sp>
    </p:spTree>
    <p:extLst>
      <p:ext uri="{BB962C8B-B14F-4D97-AF65-F5344CB8AC3E}">
        <p14:creationId xmlns:p14="http://schemas.microsoft.com/office/powerpoint/2010/main" val="183043880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 Titel, Text und Bild (rech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572F5-E83A-3E87-215C-6FDF1BCF28E6}"/>
              </a:ext>
            </a:extLst>
          </p:cNvPr>
          <p:cNvSpPr>
            <a:spLocks noGrp="1"/>
          </p:cNvSpPr>
          <p:nvPr>
            <p:ph type="title" hasCustomPrompt="1"/>
          </p:nvPr>
        </p:nvSpPr>
        <p:spPr bwMode="invGray"/>
        <p:txBody>
          <a:bodyPr/>
          <a:lstStyle/>
          <a:p>
            <a:r>
              <a:rPr lang="de-DE" noProof="0"/>
              <a:t>Folientitel durch Klicken bearbeiten </a:t>
            </a:r>
            <a:br>
              <a:rPr lang="de-DE" noProof="0"/>
            </a:br>
            <a:r>
              <a:rPr lang="de-DE" noProof="0"/>
              <a:t>(maximal zweizeilig)</a:t>
            </a:r>
          </a:p>
        </p:txBody>
      </p:sp>
      <p:sp>
        <p:nvSpPr>
          <p:cNvPr id="3" name="Footer Placeholder 2">
            <a:extLst>
              <a:ext uri="{FF2B5EF4-FFF2-40B4-BE49-F238E27FC236}">
                <a16:creationId xmlns:a16="http://schemas.microsoft.com/office/drawing/2014/main" id="{380B7BAE-6840-9842-1720-11CF2479686A}"/>
              </a:ext>
            </a:extLst>
          </p:cNvPr>
          <p:cNvSpPr>
            <a:spLocks noGrp="1"/>
          </p:cNvSpPr>
          <p:nvPr>
            <p:ph type="ftr" sz="quarter" idx="10"/>
          </p:nvPr>
        </p:nvSpPr>
        <p:spPr bwMode="invGray"/>
        <p:txBody>
          <a:bodyPr/>
          <a:lstStyle/>
          <a:p>
            <a:r>
              <a:rPr lang="de-DE" noProof="0"/>
              <a:t>Hier steht der übergeordnete Präsentationstitel (Einfügen → Kopf- und Fußzeile)</a:t>
            </a:r>
          </a:p>
        </p:txBody>
      </p:sp>
      <p:sp>
        <p:nvSpPr>
          <p:cNvPr id="4" name="Slide Number Placeholder 3">
            <a:extLst>
              <a:ext uri="{FF2B5EF4-FFF2-40B4-BE49-F238E27FC236}">
                <a16:creationId xmlns:a16="http://schemas.microsoft.com/office/drawing/2014/main" id="{51B88120-E8B7-C426-477A-56804F99DB5C}"/>
              </a:ext>
            </a:extLst>
          </p:cNvPr>
          <p:cNvSpPr>
            <a:spLocks noGrp="1"/>
          </p:cNvSpPr>
          <p:nvPr>
            <p:ph type="sldNum" sz="quarter" idx="11"/>
          </p:nvPr>
        </p:nvSpPr>
        <p:spPr bwMode="invGray"/>
        <p:txBody>
          <a:bodyPr/>
          <a:lstStyle/>
          <a:p>
            <a:fld id="{5438FF58-A5B1-455A-BA0C-D8E0E4C71076}" type="slidenum">
              <a:rPr lang="de-DE" noProof="0" smtClean="0"/>
              <a:pPr/>
              <a:t>‹#›</a:t>
            </a:fld>
            <a:endParaRPr lang="de-DE" noProof="0"/>
          </a:p>
        </p:txBody>
      </p:sp>
      <p:sp>
        <p:nvSpPr>
          <p:cNvPr id="6" name="Text Placeholder 5">
            <a:extLst>
              <a:ext uri="{FF2B5EF4-FFF2-40B4-BE49-F238E27FC236}">
                <a16:creationId xmlns:a16="http://schemas.microsoft.com/office/drawing/2014/main" id="{1437442A-2E2B-60D6-57CD-158E4565F415}"/>
              </a:ext>
            </a:extLst>
          </p:cNvPr>
          <p:cNvSpPr>
            <a:spLocks noGrp="1"/>
          </p:cNvSpPr>
          <p:nvPr>
            <p:ph type="body" sz="quarter" idx="12" hasCustomPrompt="1"/>
          </p:nvPr>
        </p:nvSpPr>
        <p:spPr bwMode="invGray">
          <a:xfrm>
            <a:off x="407988" y="1592263"/>
            <a:ext cx="3528000" cy="4644000"/>
          </a:xfrm>
        </p:spPr>
        <p:txBody>
          <a:body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grpSp>
        <p:nvGrpSpPr>
          <p:cNvPr id="8" name="Group 7">
            <a:extLst>
              <a:ext uri="{FF2B5EF4-FFF2-40B4-BE49-F238E27FC236}">
                <a16:creationId xmlns:a16="http://schemas.microsoft.com/office/drawing/2014/main" id="{83C19E4C-8AA9-ADC8-FE35-0F298ED87393}"/>
              </a:ext>
            </a:extLst>
          </p:cNvPr>
          <p:cNvGrpSpPr>
            <a:grpSpLocks noChangeAspect="1"/>
          </p:cNvGrpSpPr>
          <p:nvPr userDrawn="1"/>
        </p:nvGrpSpPr>
        <p:grpSpPr bwMode="invGray">
          <a:xfrm>
            <a:off x="4331804" y="1592796"/>
            <a:ext cx="936000" cy="936000"/>
            <a:chOff x="5118212" y="1097010"/>
            <a:chExt cx="3600000" cy="3600000"/>
          </a:xfrm>
          <a:solidFill>
            <a:schemeClr val="accent3"/>
          </a:solidFill>
        </p:grpSpPr>
        <p:sp>
          <p:nvSpPr>
            <p:cNvPr id="9" name="Rectangle 8">
              <a:extLst>
                <a:ext uri="{FF2B5EF4-FFF2-40B4-BE49-F238E27FC236}">
                  <a16:creationId xmlns:a16="http://schemas.microsoft.com/office/drawing/2014/main" id="{85481458-525F-E24E-227B-CB047B711BBF}"/>
                </a:ext>
              </a:extLst>
            </p:cNvPr>
            <p:cNvSpPr>
              <a:spLocks noChangeAspect="1"/>
            </p:cNvSpPr>
            <p:nvPr userDrawn="1"/>
          </p:nvSpPr>
          <p:spPr bwMode="invGray">
            <a:xfrm>
              <a:off x="5946212" y="1097010"/>
              <a:ext cx="2772000" cy="82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10" name="Rectangle 9">
              <a:extLst>
                <a:ext uri="{FF2B5EF4-FFF2-40B4-BE49-F238E27FC236}">
                  <a16:creationId xmlns:a16="http://schemas.microsoft.com/office/drawing/2014/main" id="{9DEF3AF9-5EA4-CD45-4617-53FACEA677A7}"/>
                </a:ext>
              </a:extLst>
            </p:cNvPr>
            <p:cNvSpPr>
              <a:spLocks noChangeAspect="1"/>
            </p:cNvSpPr>
            <p:nvPr userDrawn="1"/>
          </p:nvSpPr>
          <p:spPr bwMode="invGray">
            <a:xfrm>
              <a:off x="5118212" y="1925010"/>
              <a:ext cx="828000" cy="277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sp>
        <p:nvSpPr>
          <p:cNvPr id="11" name="Picture Placeholder 17">
            <a:extLst>
              <a:ext uri="{FF2B5EF4-FFF2-40B4-BE49-F238E27FC236}">
                <a16:creationId xmlns:a16="http://schemas.microsoft.com/office/drawing/2014/main" id="{90701D0C-4058-1049-7ABB-7DCB4171444B}"/>
              </a:ext>
            </a:extLst>
          </p:cNvPr>
          <p:cNvSpPr>
            <a:spLocks noGrp="1"/>
          </p:cNvSpPr>
          <p:nvPr>
            <p:ph type="pic" sz="quarter" idx="22"/>
          </p:nvPr>
        </p:nvSpPr>
        <p:spPr bwMode="invGray">
          <a:xfrm>
            <a:off x="4547828" y="1808819"/>
            <a:ext cx="7236000" cy="4428000"/>
          </a:xfrm>
        </p:spPr>
        <p:txBody>
          <a:bodyPr tIns="648000" anchor="ctr"/>
          <a:lstStyle>
            <a:lvl1pPr algn="ctr">
              <a:spcBef>
                <a:spcPts val="0"/>
              </a:spcBef>
              <a:defRPr sz="1600" b="0"/>
            </a:lvl1pPr>
          </a:lstStyle>
          <a:p>
            <a:r>
              <a:rPr lang="de-DE" noProof="0" dirty="0"/>
              <a:t>Bild durch Klicken auf Symbol hinzufügen</a:t>
            </a:r>
          </a:p>
        </p:txBody>
      </p:sp>
    </p:spTree>
    <p:extLst>
      <p:ext uri="{BB962C8B-B14F-4D97-AF65-F5344CB8AC3E}">
        <p14:creationId xmlns:p14="http://schemas.microsoft.com/office/powerpoint/2010/main" val="38985154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 Titel, Text und Bild (link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572F5-E83A-3E87-215C-6FDF1BCF28E6}"/>
              </a:ext>
            </a:extLst>
          </p:cNvPr>
          <p:cNvSpPr>
            <a:spLocks noGrp="1"/>
          </p:cNvSpPr>
          <p:nvPr>
            <p:ph type="title" hasCustomPrompt="1"/>
          </p:nvPr>
        </p:nvSpPr>
        <p:spPr bwMode="invGray"/>
        <p:txBody>
          <a:bodyPr/>
          <a:lstStyle/>
          <a:p>
            <a:r>
              <a:rPr lang="de-DE" noProof="0"/>
              <a:t>Folientitel durch Klicken bearbeiten </a:t>
            </a:r>
            <a:br>
              <a:rPr lang="de-DE" noProof="0"/>
            </a:br>
            <a:r>
              <a:rPr lang="de-DE" noProof="0"/>
              <a:t>(maximal zweizeilig)</a:t>
            </a:r>
          </a:p>
        </p:txBody>
      </p:sp>
      <p:sp>
        <p:nvSpPr>
          <p:cNvPr id="3" name="Footer Placeholder 2">
            <a:extLst>
              <a:ext uri="{FF2B5EF4-FFF2-40B4-BE49-F238E27FC236}">
                <a16:creationId xmlns:a16="http://schemas.microsoft.com/office/drawing/2014/main" id="{380B7BAE-6840-9842-1720-11CF2479686A}"/>
              </a:ext>
            </a:extLst>
          </p:cNvPr>
          <p:cNvSpPr>
            <a:spLocks noGrp="1"/>
          </p:cNvSpPr>
          <p:nvPr>
            <p:ph type="ftr" sz="quarter" idx="10"/>
          </p:nvPr>
        </p:nvSpPr>
        <p:spPr bwMode="invGray"/>
        <p:txBody>
          <a:bodyPr/>
          <a:lstStyle/>
          <a:p>
            <a:r>
              <a:rPr lang="de-DE" noProof="0"/>
              <a:t>Hier steht der übergeordnete Präsentationstitel (Einfügen → Kopf- und Fußzeile)</a:t>
            </a:r>
          </a:p>
        </p:txBody>
      </p:sp>
      <p:sp>
        <p:nvSpPr>
          <p:cNvPr id="4" name="Slide Number Placeholder 3">
            <a:extLst>
              <a:ext uri="{FF2B5EF4-FFF2-40B4-BE49-F238E27FC236}">
                <a16:creationId xmlns:a16="http://schemas.microsoft.com/office/drawing/2014/main" id="{51B88120-E8B7-C426-477A-56804F99DB5C}"/>
              </a:ext>
            </a:extLst>
          </p:cNvPr>
          <p:cNvSpPr>
            <a:spLocks noGrp="1"/>
          </p:cNvSpPr>
          <p:nvPr>
            <p:ph type="sldNum" sz="quarter" idx="11"/>
          </p:nvPr>
        </p:nvSpPr>
        <p:spPr bwMode="invGray"/>
        <p:txBody>
          <a:bodyPr/>
          <a:lstStyle/>
          <a:p>
            <a:fld id="{5438FF58-A5B1-455A-BA0C-D8E0E4C71076}" type="slidenum">
              <a:rPr lang="de-DE" noProof="0" smtClean="0"/>
              <a:pPr/>
              <a:t>‹#›</a:t>
            </a:fld>
            <a:endParaRPr lang="de-DE" noProof="0"/>
          </a:p>
        </p:txBody>
      </p:sp>
      <p:sp>
        <p:nvSpPr>
          <p:cNvPr id="6" name="Text Placeholder 5">
            <a:extLst>
              <a:ext uri="{FF2B5EF4-FFF2-40B4-BE49-F238E27FC236}">
                <a16:creationId xmlns:a16="http://schemas.microsoft.com/office/drawing/2014/main" id="{1437442A-2E2B-60D6-57CD-158E4565F415}"/>
              </a:ext>
            </a:extLst>
          </p:cNvPr>
          <p:cNvSpPr>
            <a:spLocks noGrp="1"/>
          </p:cNvSpPr>
          <p:nvPr>
            <p:ph type="body" sz="quarter" idx="12" hasCustomPrompt="1"/>
          </p:nvPr>
        </p:nvSpPr>
        <p:spPr bwMode="invGray">
          <a:xfrm>
            <a:off x="8256240" y="1592263"/>
            <a:ext cx="3528000" cy="4644000"/>
          </a:xfrm>
        </p:spPr>
        <p:txBody>
          <a:body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grpSp>
        <p:nvGrpSpPr>
          <p:cNvPr id="8" name="Group 7">
            <a:extLst>
              <a:ext uri="{FF2B5EF4-FFF2-40B4-BE49-F238E27FC236}">
                <a16:creationId xmlns:a16="http://schemas.microsoft.com/office/drawing/2014/main" id="{83C19E4C-8AA9-ADC8-FE35-0F298ED87393}"/>
              </a:ext>
            </a:extLst>
          </p:cNvPr>
          <p:cNvGrpSpPr>
            <a:grpSpLocks noChangeAspect="1"/>
          </p:cNvGrpSpPr>
          <p:nvPr userDrawn="1"/>
        </p:nvGrpSpPr>
        <p:grpSpPr bwMode="invGray">
          <a:xfrm>
            <a:off x="407368" y="1592796"/>
            <a:ext cx="936000" cy="936000"/>
            <a:chOff x="5118212" y="1097010"/>
            <a:chExt cx="3600000" cy="3600000"/>
          </a:xfrm>
          <a:solidFill>
            <a:schemeClr val="accent3"/>
          </a:solidFill>
        </p:grpSpPr>
        <p:sp>
          <p:nvSpPr>
            <p:cNvPr id="9" name="Rectangle 8">
              <a:extLst>
                <a:ext uri="{FF2B5EF4-FFF2-40B4-BE49-F238E27FC236}">
                  <a16:creationId xmlns:a16="http://schemas.microsoft.com/office/drawing/2014/main" id="{85481458-525F-E24E-227B-CB047B711BBF}"/>
                </a:ext>
              </a:extLst>
            </p:cNvPr>
            <p:cNvSpPr>
              <a:spLocks noChangeAspect="1"/>
            </p:cNvSpPr>
            <p:nvPr userDrawn="1"/>
          </p:nvSpPr>
          <p:spPr bwMode="invGray">
            <a:xfrm>
              <a:off x="5946212" y="1097010"/>
              <a:ext cx="2772000" cy="82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10" name="Rectangle 9">
              <a:extLst>
                <a:ext uri="{FF2B5EF4-FFF2-40B4-BE49-F238E27FC236}">
                  <a16:creationId xmlns:a16="http://schemas.microsoft.com/office/drawing/2014/main" id="{9DEF3AF9-5EA4-CD45-4617-53FACEA677A7}"/>
                </a:ext>
              </a:extLst>
            </p:cNvPr>
            <p:cNvSpPr>
              <a:spLocks noChangeAspect="1"/>
            </p:cNvSpPr>
            <p:nvPr userDrawn="1"/>
          </p:nvSpPr>
          <p:spPr bwMode="invGray">
            <a:xfrm>
              <a:off x="5118212" y="1925010"/>
              <a:ext cx="828000" cy="277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sp>
        <p:nvSpPr>
          <p:cNvPr id="11" name="Picture Placeholder 17">
            <a:extLst>
              <a:ext uri="{FF2B5EF4-FFF2-40B4-BE49-F238E27FC236}">
                <a16:creationId xmlns:a16="http://schemas.microsoft.com/office/drawing/2014/main" id="{90701D0C-4058-1049-7ABB-7DCB4171444B}"/>
              </a:ext>
            </a:extLst>
          </p:cNvPr>
          <p:cNvSpPr>
            <a:spLocks noGrp="1"/>
          </p:cNvSpPr>
          <p:nvPr>
            <p:ph type="pic" sz="quarter" idx="22"/>
          </p:nvPr>
        </p:nvSpPr>
        <p:spPr bwMode="invGray">
          <a:xfrm>
            <a:off x="623392" y="1808819"/>
            <a:ext cx="7236000" cy="4428000"/>
          </a:xfrm>
        </p:spPr>
        <p:txBody>
          <a:bodyPr tIns="648000" anchor="ctr"/>
          <a:lstStyle>
            <a:lvl1pPr algn="ctr">
              <a:spcBef>
                <a:spcPts val="0"/>
              </a:spcBef>
              <a:defRPr sz="1600" b="0"/>
            </a:lvl1pPr>
          </a:lstStyle>
          <a:p>
            <a:r>
              <a:rPr lang="de-DE" noProof="0" dirty="0"/>
              <a:t>Bild durch Klicken auf Symbol hinzufügen</a:t>
            </a:r>
          </a:p>
        </p:txBody>
      </p:sp>
    </p:spTree>
    <p:extLst>
      <p:ext uri="{BB962C8B-B14F-4D97-AF65-F5344CB8AC3E}">
        <p14:creationId xmlns:p14="http://schemas.microsoft.com/office/powerpoint/2010/main" val="243479356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 Titel und Bi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572F5-E83A-3E87-215C-6FDF1BCF28E6}"/>
              </a:ext>
            </a:extLst>
          </p:cNvPr>
          <p:cNvSpPr>
            <a:spLocks noGrp="1"/>
          </p:cNvSpPr>
          <p:nvPr>
            <p:ph type="title" hasCustomPrompt="1"/>
          </p:nvPr>
        </p:nvSpPr>
        <p:spPr bwMode="invGray"/>
        <p:txBody>
          <a:bodyPr/>
          <a:lstStyle/>
          <a:p>
            <a:r>
              <a:rPr lang="de-DE" noProof="0"/>
              <a:t>Folientitel durch Klicken bearbeiten </a:t>
            </a:r>
            <a:br>
              <a:rPr lang="de-DE" noProof="0"/>
            </a:br>
            <a:r>
              <a:rPr lang="de-DE" noProof="0"/>
              <a:t>(maximal zweizeilig)</a:t>
            </a:r>
          </a:p>
        </p:txBody>
      </p:sp>
      <p:sp>
        <p:nvSpPr>
          <p:cNvPr id="3" name="Footer Placeholder 2">
            <a:extLst>
              <a:ext uri="{FF2B5EF4-FFF2-40B4-BE49-F238E27FC236}">
                <a16:creationId xmlns:a16="http://schemas.microsoft.com/office/drawing/2014/main" id="{380B7BAE-6840-9842-1720-11CF2479686A}"/>
              </a:ext>
            </a:extLst>
          </p:cNvPr>
          <p:cNvSpPr>
            <a:spLocks noGrp="1"/>
          </p:cNvSpPr>
          <p:nvPr>
            <p:ph type="ftr" sz="quarter" idx="10"/>
          </p:nvPr>
        </p:nvSpPr>
        <p:spPr bwMode="invGray"/>
        <p:txBody>
          <a:bodyPr/>
          <a:lstStyle/>
          <a:p>
            <a:r>
              <a:rPr lang="de-DE" noProof="0"/>
              <a:t>Hier steht der übergeordnete Präsentationstitel (Einfügen → Kopf- und Fußzeile)</a:t>
            </a:r>
          </a:p>
        </p:txBody>
      </p:sp>
      <p:sp>
        <p:nvSpPr>
          <p:cNvPr id="4" name="Slide Number Placeholder 3">
            <a:extLst>
              <a:ext uri="{FF2B5EF4-FFF2-40B4-BE49-F238E27FC236}">
                <a16:creationId xmlns:a16="http://schemas.microsoft.com/office/drawing/2014/main" id="{51B88120-E8B7-C426-477A-56804F99DB5C}"/>
              </a:ext>
            </a:extLst>
          </p:cNvPr>
          <p:cNvSpPr>
            <a:spLocks noGrp="1"/>
          </p:cNvSpPr>
          <p:nvPr>
            <p:ph type="sldNum" sz="quarter" idx="11"/>
          </p:nvPr>
        </p:nvSpPr>
        <p:spPr bwMode="invGray"/>
        <p:txBody>
          <a:bodyPr/>
          <a:lstStyle/>
          <a:p>
            <a:fld id="{5438FF58-A5B1-455A-BA0C-D8E0E4C71076}" type="slidenum">
              <a:rPr lang="de-DE" noProof="0" smtClean="0"/>
              <a:pPr/>
              <a:t>‹#›</a:t>
            </a:fld>
            <a:endParaRPr lang="de-DE" noProof="0"/>
          </a:p>
        </p:txBody>
      </p:sp>
      <p:grpSp>
        <p:nvGrpSpPr>
          <p:cNvPr id="8" name="Group 7">
            <a:extLst>
              <a:ext uri="{FF2B5EF4-FFF2-40B4-BE49-F238E27FC236}">
                <a16:creationId xmlns:a16="http://schemas.microsoft.com/office/drawing/2014/main" id="{83C19E4C-8AA9-ADC8-FE35-0F298ED87393}"/>
              </a:ext>
            </a:extLst>
          </p:cNvPr>
          <p:cNvGrpSpPr>
            <a:grpSpLocks noChangeAspect="1"/>
          </p:cNvGrpSpPr>
          <p:nvPr userDrawn="1"/>
        </p:nvGrpSpPr>
        <p:grpSpPr bwMode="invGray">
          <a:xfrm>
            <a:off x="407368" y="1592796"/>
            <a:ext cx="936000" cy="936000"/>
            <a:chOff x="5118212" y="1097010"/>
            <a:chExt cx="3600000" cy="3600000"/>
          </a:xfrm>
          <a:solidFill>
            <a:schemeClr val="accent3"/>
          </a:solidFill>
        </p:grpSpPr>
        <p:sp>
          <p:nvSpPr>
            <p:cNvPr id="9" name="Rectangle 8">
              <a:extLst>
                <a:ext uri="{FF2B5EF4-FFF2-40B4-BE49-F238E27FC236}">
                  <a16:creationId xmlns:a16="http://schemas.microsoft.com/office/drawing/2014/main" id="{85481458-525F-E24E-227B-CB047B711BBF}"/>
                </a:ext>
              </a:extLst>
            </p:cNvPr>
            <p:cNvSpPr>
              <a:spLocks noChangeAspect="1"/>
            </p:cNvSpPr>
            <p:nvPr userDrawn="1"/>
          </p:nvSpPr>
          <p:spPr bwMode="invGray">
            <a:xfrm>
              <a:off x="5946212" y="1097010"/>
              <a:ext cx="2772000" cy="82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10" name="Rectangle 9">
              <a:extLst>
                <a:ext uri="{FF2B5EF4-FFF2-40B4-BE49-F238E27FC236}">
                  <a16:creationId xmlns:a16="http://schemas.microsoft.com/office/drawing/2014/main" id="{9DEF3AF9-5EA4-CD45-4617-53FACEA677A7}"/>
                </a:ext>
              </a:extLst>
            </p:cNvPr>
            <p:cNvSpPr>
              <a:spLocks noChangeAspect="1"/>
            </p:cNvSpPr>
            <p:nvPr userDrawn="1"/>
          </p:nvSpPr>
          <p:spPr bwMode="invGray">
            <a:xfrm>
              <a:off x="5118212" y="1925010"/>
              <a:ext cx="828000" cy="277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sp>
        <p:nvSpPr>
          <p:cNvPr id="11" name="Picture Placeholder 17">
            <a:extLst>
              <a:ext uri="{FF2B5EF4-FFF2-40B4-BE49-F238E27FC236}">
                <a16:creationId xmlns:a16="http://schemas.microsoft.com/office/drawing/2014/main" id="{90701D0C-4058-1049-7ABB-7DCB4171444B}"/>
              </a:ext>
            </a:extLst>
          </p:cNvPr>
          <p:cNvSpPr>
            <a:spLocks noGrp="1"/>
          </p:cNvSpPr>
          <p:nvPr>
            <p:ph type="pic" sz="quarter" idx="22"/>
          </p:nvPr>
        </p:nvSpPr>
        <p:spPr bwMode="invGray">
          <a:xfrm>
            <a:off x="623392" y="1808819"/>
            <a:ext cx="11160000" cy="4428000"/>
          </a:xfrm>
        </p:spPr>
        <p:txBody>
          <a:bodyPr tIns="648000" anchor="ctr"/>
          <a:lstStyle>
            <a:lvl1pPr algn="ctr">
              <a:spcBef>
                <a:spcPts val="0"/>
              </a:spcBef>
              <a:defRPr sz="1600" b="0"/>
            </a:lvl1pPr>
          </a:lstStyle>
          <a:p>
            <a:r>
              <a:rPr lang="de-DE" noProof="0" dirty="0"/>
              <a:t>Bild durch Klicken auf Symbol hinzufügen</a:t>
            </a:r>
          </a:p>
        </p:txBody>
      </p:sp>
    </p:spTree>
    <p:extLst>
      <p:ext uri="{BB962C8B-B14F-4D97-AF65-F5344CB8AC3E}">
        <p14:creationId xmlns:p14="http://schemas.microsoft.com/office/powerpoint/2010/main" val="72183340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 Bild vollflächig">
    <p:spTree>
      <p:nvGrpSpPr>
        <p:cNvPr id="1" name=""/>
        <p:cNvGrpSpPr/>
        <p:nvPr/>
      </p:nvGrpSpPr>
      <p:grpSpPr>
        <a:xfrm>
          <a:off x="0" y="0"/>
          <a:ext cx="0" cy="0"/>
          <a:chOff x="0" y="0"/>
          <a:chExt cx="0" cy="0"/>
        </a:xfrm>
      </p:grpSpPr>
      <p:sp>
        <p:nvSpPr>
          <p:cNvPr id="11" name="Picture Placeholder 17">
            <a:extLst>
              <a:ext uri="{FF2B5EF4-FFF2-40B4-BE49-F238E27FC236}">
                <a16:creationId xmlns:a16="http://schemas.microsoft.com/office/drawing/2014/main" id="{90701D0C-4058-1049-7ABB-7DCB4171444B}"/>
              </a:ext>
            </a:extLst>
          </p:cNvPr>
          <p:cNvSpPr>
            <a:spLocks noGrp="1"/>
          </p:cNvSpPr>
          <p:nvPr>
            <p:ph type="pic" sz="quarter" idx="22"/>
          </p:nvPr>
        </p:nvSpPr>
        <p:spPr bwMode="invGray">
          <a:xfrm>
            <a:off x="0" y="0"/>
            <a:ext cx="12192000" cy="6858000"/>
          </a:xfrm>
        </p:spPr>
        <p:txBody>
          <a:bodyPr tIns="648000" anchor="ctr"/>
          <a:lstStyle>
            <a:lvl1pPr algn="ctr">
              <a:spcBef>
                <a:spcPts val="0"/>
              </a:spcBef>
              <a:defRPr sz="1600" b="0"/>
            </a:lvl1pPr>
          </a:lstStyle>
          <a:p>
            <a:r>
              <a:rPr lang="de-DE" noProof="0" dirty="0"/>
              <a:t>Bild durch Klicken auf Symbol hinzufügen</a:t>
            </a:r>
          </a:p>
        </p:txBody>
      </p:sp>
    </p:spTree>
    <p:extLst>
      <p:ext uri="{BB962C8B-B14F-4D97-AF65-F5344CB8AC3E}">
        <p14:creationId xmlns:p14="http://schemas.microsoft.com/office/powerpoint/2010/main" val="56960693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 Aussage/ Zitat/Fazit">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5F6CCEE-3609-A3D9-710C-B1A619E74966}"/>
              </a:ext>
            </a:extLst>
          </p:cNvPr>
          <p:cNvGrpSpPr>
            <a:grpSpLocks noChangeAspect="1"/>
          </p:cNvGrpSpPr>
          <p:nvPr userDrawn="1"/>
        </p:nvGrpSpPr>
        <p:grpSpPr bwMode="invGray">
          <a:xfrm>
            <a:off x="1227360" y="1228476"/>
            <a:ext cx="1584000" cy="1584000"/>
            <a:chOff x="5118212" y="1087283"/>
            <a:chExt cx="3600000" cy="3600000"/>
          </a:xfrm>
          <a:solidFill>
            <a:schemeClr val="accent3"/>
          </a:solidFill>
        </p:grpSpPr>
        <p:sp>
          <p:nvSpPr>
            <p:cNvPr id="10" name="Rectangle 9">
              <a:extLst>
                <a:ext uri="{FF2B5EF4-FFF2-40B4-BE49-F238E27FC236}">
                  <a16:creationId xmlns:a16="http://schemas.microsoft.com/office/drawing/2014/main" id="{2E84438C-56F6-5D61-6F97-13660B1104A4}"/>
                </a:ext>
              </a:extLst>
            </p:cNvPr>
            <p:cNvSpPr>
              <a:spLocks noChangeAspect="1"/>
            </p:cNvSpPr>
            <p:nvPr userDrawn="1"/>
          </p:nvSpPr>
          <p:spPr bwMode="invGray">
            <a:xfrm>
              <a:off x="5946212" y="1087283"/>
              <a:ext cx="2772000" cy="82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11" name="Rectangle 10">
              <a:extLst>
                <a:ext uri="{FF2B5EF4-FFF2-40B4-BE49-F238E27FC236}">
                  <a16:creationId xmlns:a16="http://schemas.microsoft.com/office/drawing/2014/main" id="{FCC4A094-E408-14E3-8E55-1185E70C60EB}"/>
                </a:ext>
              </a:extLst>
            </p:cNvPr>
            <p:cNvSpPr>
              <a:spLocks noChangeAspect="1"/>
            </p:cNvSpPr>
            <p:nvPr userDrawn="1"/>
          </p:nvSpPr>
          <p:spPr bwMode="invGray">
            <a:xfrm>
              <a:off x="5118212" y="1915283"/>
              <a:ext cx="828000" cy="277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sp>
        <p:nvSpPr>
          <p:cNvPr id="12" name="Text Placeholder 10">
            <a:extLst>
              <a:ext uri="{FF2B5EF4-FFF2-40B4-BE49-F238E27FC236}">
                <a16:creationId xmlns:a16="http://schemas.microsoft.com/office/drawing/2014/main" id="{D0ACBE4F-5B28-6C7B-A6C8-6865AC6F033D}"/>
              </a:ext>
            </a:extLst>
          </p:cNvPr>
          <p:cNvSpPr>
            <a:spLocks noGrp="1"/>
          </p:cNvSpPr>
          <p:nvPr>
            <p:ph type="body" sz="quarter" idx="12" hasCustomPrompt="1"/>
          </p:nvPr>
        </p:nvSpPr>
        <p:spPr bwMode="invGray">
          <a:xfrm>
            <a:off x="1956000" y="1957116"/>
            <a:ext cx="8280000" cy="2659190"/>
          </a:xfrm>
        </p:spPr>
        <p:txBody>
          <a:bodyPr wrap="square" anchor="t">
            <a:spAutoFit/>
          </a:bodyPr>
          <a:lstStyle>
            <a:lvl1pPr marL="0" indent="0" algn="ctr">
              <a:lnSpc>
                <a:spcPct val="90000"/>
              </a:lnSpc>
              <a:spcBef>
                <a:spcPts val="0"/>
              </a:spcBef>
              <a:buFont typeface="Skeena" panose="020B0604020202020204" pitchFamily="34" charset="0"/>
              <a:buNone/>
              <a:defRPr sz="4800" b="1">
                <a:solidFill>
                  <a:schemeClr val="bg1"/>
                </a:solidFill>
              </a:defRPr>
            </a:lvl1pPr>
            <a:lvl2pPr marL="0" indent="0" algn="ctr">
              <a:lnSpc>
                <a:spcPct val="90000"/>
              </a:lnSpc>
              <a:spcBef>
                <a:spcPts val="0"/>
              </a:spcBef>
              <a:buFont typeface="Skeena" panose="020B0604020202020204" pitchFamily="34" charset="0"/>
              <a:buNone/>
              <a:defRPr sz="4800" b="1">
                <a:solidFill>
                  <a:schemeClr val="bg1"/>
                </a:solidFill>
              </a:defRPr>
            </a:lvl2pPr>
            <a:lvl3pPr marL="0" indent="0" algn="ctr">
              <a:lnSpc>
                <a:spcPct val="90000"/>
              </a:lnSpc>
              <a:spcBef>
                <a:spcPts val="0"/>
              </a:spcBef>
              <a:buNone/>
              <a:defRPr sz="4800" b="1">
                <a:solidFill>
                  <a:schemeClr val="bg1"/>
                </a:solidFill>
              </a:defRPr>
            </a:lvl3pPr>
            <a:lvl4pPr marL="0" indent="0" algn="ctr">
              <a:lnSpc>
                <a:spcPct val="90000"/>
              </a:lnSpc>
              <a:spcBef>
                <a:spcPts val="0"/>
              </a:spcBef>
              <a:buNone/>
              <a:defRPr sz="4800" b="1">
                <a:solidFill>
                  <a:schemeClr val="bg1"/>
                </a:solidFill>
              </a:defRPr>
            </a:lvl4pPr>
            <a:lvl5pPr marL="0" indent="0" algn="ctr">
              <a:lnSpc>
                <a:spcPct val="90000"/>
              </a:lnSpc>
              <a:spcBef>
                <a:spcPts val="0"/>
              </a:spcBef>
              <a:buNone/>
              <a:defRPr sz="4800" b="1">
                <a:solidFill>
                  <a:schemeClr val="bg1"/>
                </a:solidFill>
              </a:defRPr>
            </a:lvl5pPr>
            <a:lvl6pPr marL="0" indent="0" algn="ctr">
              <a:lnSpc>
                <a:spcPct val="90000"/>
              </a:lnSpc>
              <a:spcBef>
                <a:spcPts val="0"/>
              </a:spcBef>
              <a:buNone/>
              <a:defRPr sz="4800" b="1">
                <a:solidFill>
                  <a:schemeClr val="bg1"/>
                </a:solidFill>
              </a:defRPr>
            </a:lvl6pPr>
            <a:lvl7pPr marL="0" indent="0" algn="ctr">
              <a:lnSpc>
                <a:spcPct val="90000"/>
              </a:lnSpc>
              <a:spcBef>
                <a:spcPts val="0"/>
              </a:spcBef>
              <a:buNone/>
              <a:defRPr sz="4800" b="1">
                <a:solidFill>
                  <a:schemeClr val="bg1"/>
                </a:solidFill>
              </a:defRPr>
            </a:lvl7pPr>
            <a:lvl8pPr marL="0" indent="0" algn="ctr">
              <a:lnSpc>
                <a:spcPct val="90000"/>
              </a:lnSpc>
              <a:spcBef>
                <a:spcPts val="0"/>
              </a:spcBef>
              <a:buNone/>
              <a:defRPr sz="4800" b="1">
                <a:solidFill>
                  <a:schemeClr val="bg1"/>
                </a:solidFill>
              </a:defRPr>
            </a:lvl8pPr>
            <a:lvl9pPr marL="0" indent="0" algn="ctr">
              <a:lnSpc>
                <a:spcPct val="90000"/>
              </a:lnSpc>
              <a:spcBef>
                <a:spcPts val="0"/>
              </a:spcBef>
              <a:buNone/>
              <a:defRPr sz="4800" b="1">
                <a:solidFill>
                  <a:schemeClr val="bg1"/>
                </a:solidFill>
              </a:defRPr>
            </a:lvl9pPr>
          </a:lstStyle>
          <a:p>
            <a:pPr lvl="0"/>
            <a:r>
              <a:rPr lang="de-DE" noProof="0" dirty="0"/>
              <a:t>Aussage/Zwischenfazit/Zitat durch Klicken bearbeiten (kann auch mehrere Zeilen lang sein)</a:t>
            </a:r>
          </a:p>
        </p:txBody>
      </p:sp>
    </p:spTree>
    <p:extLst>
      <p:ext uri="{BB962C8B-B14F-4D97-AF65-F5344CB8AC3E}">
        <p14:creationId xmlns:p14="http://schemas.microsoft.com/office/powerpoint/2010/main" val="256599113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 Kontaktfolie mit Bi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572F5-E83A-3E87-215C-6FDF1BCF28E6}"/>
              </a:ext>
            </a:extLst>
          </p:cNvPr>
          <p:cNvSpPr>
            <a:spLocks noGrp="1"/>
          </p:cNvSpPr>
          <p:nvPr>
            <p:ph type="title" hasCustomPrompt="1"/>
          </p:nvPr>
        </p:nvSpPr>
        <p:spPr bwMode="invGray">
          <a:xfrm>
            <a:off x="407368" y="224644"/>
            <a:ext cx="3528000" cy="997196"/>
          </a:xfrm>
        </p:spPr>
        <p:txBody>
          <a:bodyPr/>
          <a:lstStyle>
            <a:lvl1pPr>
              <a:defRPr/>
            </a:lvl1pPr>
          </a:lstStyle>
          <a:p>
            <a:r>
              <a:rPr lang="de-DE" noProof="0"/>
              <a:t>Folientitel bearbeiten</a:t>
            </a:r>
          </a:p>
        </p:txBody>
      </p:sp>
      <p:sp>
        <p:nvSpPr>
          <p:cNvPr id="6" name="Text Placeholder 5">
            <a:extLst>
              <a:ext uri="{FF2B5EF4-FFF2-40B4-BE49-F238E27FC236}">
                <a16:creationId xmlns:a16="http://schemas.microsoft.com/office/drawing/2014/main" id="{1437442A-2E2B-60D6-57CD-158E4565F415}"/>
              </a:ext>
            </a:extLst>
          </p:cNvPr>
          <p:cNvSpPr>
            <a:spLocks noGrp="1"/>
          </p:cNvSpPr>
          <p:nvPr>
            <p:ph type="body" sz="quarter" idx="12" hasCustomPrompt="1"/>
          </p:nvPr>
        </p:nvSpPr>
        <p:spPr bwMode="invGray">
          <a:xfrm>
            <a:off x="407368" y="3517267"/>
            <a:ext cx="3528000" cy="307777"/>
          </a:xfrm>
        </p:spPr>
        <p:txBody>
          <a:bodyPr anchor="b">
            <a:spAutoFit/>
          </a:bodyPr>
          <a:lstStyle>
            <a:lvl1pPr marL="0" indent="0">
              <a:spcBef>
                <a:spcPts val="0"/>
              </a:spcBef>
              <a:buFont typeface="Skeena" panose="020B0604020202020204" pitchFamily="34" charset="0"/>
              <a:buNone/>
              <a:defRPr sz="2000" b="1"/>
            </a:lvl1pPr>
            <a:lvl2pPr marL="0" indent="0">
              <a:spcBef>
                <a:spcPts val="0"/>
              </a:spcBef>
              <a:buFont typeface="Skeena" panose="020B0604020202020204" pitchFamily="34" charset="0"/>
              <a:buNone/>
              <a:defRPr sz="2000" b="1"/>
            </a:lvl2pPr>
            <a:lvl3pPr marL="0" indent="0">
              <a:spcBef>
                <a:spcPts val="0"/>
              </a:spcBef>
              <a:buNone/>
              <a:defRPr sz="2000" b="1"/>
            </a:lvl3pPr>
            <a:lvl4pPr marL="0" indent="0">
              <a:spcBef>
                <a:spcPts val="0"/>
              </a:spcBef>
              <a:buNone/>
              <a:defRPr sz="2000" b="1"/>
            </a:lvl4pPr>
            <a:lvl5pPr marL="0" indent="0">
              <a:spcBef>
                <a:spcPts val="0"/>
              </a:spcBef>
              <a:buNone/>
              <a:defRPr sz="2000" b="1"/>
            </a:lvl5pPr>
            <a:lvl6pPr marL="0" indent="0">
              <a:spcBef>
                <a:spcPts val="0"/>
              </a:spcBef>
              <a:buNone/>
              <a:defRPr sz="2000" b="1"/>
            </a:lvl6pPr>
            <a:lvl7pPr marL="0" indent="0">
              <a:spcBef>
                <a:spcPts val="0"/>
              </a:spcBef>
              <a:buNone/>
              <a:defRPr sz="2000" b="1"/>
            </a:lvl7pPr>
            <a:lvl8pPr marL="0" indent="0">
              <a:spcBef>
                <a:spcPts val="0"/>
              </a:spcBef>
              <a:buNone/>
              <a:defRPr sz="2000" b="1"/>
            </a:lvl8pPr>
            <a:lvl9pPr marL="0" indent="0">
              <a:spcBef>
                <a:spcPts val="0"/>
              </a:spcBef>
              <a:buNone/>
              <a:defRPr sz="2000" b="1"/>
            </a:lvl9pPr>
          </a:lstStyle>
          <a:p>
            <a:pPr lvl="0"/>
            <a:r>
              <a:rPr lang="de-DE" noProof="0"/>
              <a:t>Unternehmen bearbeiten</a:t>
            </a:r>
            <a:endParaRPr lang="de-DE" noProof="0" dirty="0"/>
          </a:p>
        </p:txBody>
      </p:sp>
      <p:grpSp>
        <p:nvGrpSpPr>
          <p:cNvPr id="8" name="Group 7">
            <a:extLst>
              <a:ext uri="{FF2B5EF4-FFF2-40B4-BE49-F238E27FC236}">
                <a16:creationId xmlns:a16="http://schemas.microsoft.com/office/drawing/2014/main" id="{83C19E4C-8AA9-ADC8-FE35-0F298ED87393}"/>
              </a:ext>
            </a:extLst>
          </p:cNvPr>
          <p:cNvGrpSpPr>
            <a:grpSpLocks noChangeAspect="1"/>
          </p:cNvGrpSpPr>
          <p:nvPr userDrawn="1"/>
        </p:nvGrpSpPr>
        <p:grpSpPr bwMode="invGray">
          <a:xfrm>
            <a:off x="4331804" y="1376772"/>
            <a:ext cx="936000" cy="936000"/>
            <a:chOff x="5118212" y="1097010"/>
            <a:chExt cx="3600000" cy="3600000"/>
          </a:xfrm>
          <a:solidFill>
            <a:schemeClr val="accent3"/>
          </a:solidFill>
        </p:grpSpPr>
        <p:sp>
          <p:nvSpPr>
            <p:cNvPr id="9" name="Rectangle 8">
              <a:extLst>
                <a:ext uri="{FF2B5EF4-FFF2-40B4-BE49-F238E27FC236}">
                  <a16:creationId xmlns:a16="http://schemas.microsoft.com/office/drawing/2014/main" id="{85481458-525F-E24E-227B-CB047B711BBF}"/>
                </a:ext>
              </a:extLst>
            </p:cNvPr>
            <p:cNvSpPr>
              <a:spLocks noChangeAspect="1"/>
            </p:cNvSpPr>
            <p:nvPr userDrawn="1"/>
          </p:nvSpPr>
          <p:spPr bwMode="invGray">
            <a:xfrm>
              <a:off x="5946212" y="1097010"/>
              <a:ext cx="2772000" cy="82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10" name="Rectangle 9">
              <a:extLst>
                <a:ext uri="{FF2B5EF4-FFF2-40B4-BE49-F238E27FC236}">
                  <a16:creationId xmlns:a16="http://schemas.microsoft.com/office/drawing/2014/main" id="{9DEF3AF9-5EA4-CD45-4617-53FACEA677A7}"/>
                </a:ext>
              </a:extLst>
            </p:cNvPr>
            <p:cNvSpPr>
              <a:spLocks noChangeAspect="1"/>
            </p:cNvSpPr>
            <p:nvPr userDrawn="1"/>
          </p:nvSpPr>
          <p:spPr bwMode="invGray">
            <a:xfrm>
              <a:off x="5118212" y="1925010"/>
              <a:ext cx="828000" cy="277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sp>
        <p:nvSpPr>
          <p:cNvPr id="11" name="Picture Placeholder 17">
            <a:extLst>
              <a:ext uri="{FF2B5EF4-FFF2-40B4-BE49-F238E27FC236}">
                <a16:creationId xmlns:a16="http://schemas.microsoft.com/office/drawing/2014/main" id="{90701D0C-4058-1049-7ABB-7DCB4171444B}"/>
              </a:ext>
            </a:extLst>
          </p:cNvPr>
          <p:cNvSpPr>
            <a:spLocks noGrp="1"/>
          </p:cNvSpPr>
          <p:nvPr>
            <p:ph type="pic" sz="quarter" idx="22"/>
          </p:nvPr>
        </p:nvSpPr>
        <p:spPr bwMode="invGray">
          <a:xfrm>
            <a:off x="4547828" y="1592794"/>
            <a:ext cx="7644172" cy="5265205"/>
          </a:xfrm>
        </p:spPr>
        <p:txBody>
          <a:bodyPr tIns="648000" anchor="ctr"/>
          <a:lstStyle>
            <a:lvl1pPr algn="ctr">
              <a:spcBef>
                <a:spcPts val="0"/>
              </a:spcBef>
              <a:defRPr sz="1600" b="0"/>
            </a:lvl1pPr>
          </a:lstStyle>
          <a:p>
            <a:r>
              <a:rPr lang="de-DE" noProof="0" dirty="0"/>
              <a:t>Bild durch Klicken auf Symbol hinzufügen</a:t>
            </a:r>
          </a:p>
        </p:txBody>
      </p:sp>
      <p:sp>
        <p:nvSpPr>
          <p:cNvPr id="16" name="Text Placeholder 5">
            <a:extLst>
              <a:ext uri="{FF2B5EF4-FFF2-40B4-BE49-F238E27FC236}">
                <a16:creationId xmlns:a16="http://schemas.microsoft.com/office/drawing/2014/main" id="{82BEB21C-62B8-72C1-97F4-0C9519EE65B6}"/>
              </a:ext>
            </a:extLst>
          </p:cNvPr>
          <p:cNvSpPr>
            <a:spLocks noGrp="1"/>
          </p:cNvSpPr>
          <p:nvPr>
            <p:ph type="body" sz="quarter" idx="23" hasCustomPrompt="1"/>
          </p:nvPr>
        </p:nvSpPr>
        <p:spPr bwMode="invGray">
          <a:xfrm>
            <a:off x="407368" y="3933056"/>
            <a:ext cx="3528000" cy="307777"/>
          </a:xfrm>
        </p:spPr>
        <p:txBody>
          <a:bodyPr anchor="t">
            <a:spAutoFit/>
          </a:bodyPr>
          <a:lstStyle>
            <a:lvl1pPr marL="0" indent="0">
              <a:spcBef>
                <a:spcPts val="0"/>
              </a:spcBef>
              <a:buFont typeface="Skeena" panose="020B0604020202020204" pitchFamily="34" charset="0"/>
              <a:buNone/>
              <a:defRPr sz="2000" b="0">
                <a:solidFill>
                  <a:schemeClr val="bg1"/>
                </a:solidFill>
              </a:defRPr>
            </a:lvl1pPr>
            <a:lvl2pPr marL="0" indent="0">
              <a:spcBef>
                <a:spcPts val="0"/>
              </a:spcBef>
              <a:buFont typeface="Skeena" panose="020B0604020202020204" pitchFamily="34" charset="0"/>
              <a:buNone/>
              <a:defRPr sz="2000" b="0">
                <a:solidFill>
                  <a:schemeClr val="bg1"/>
                </a:solidFill>
              </a:defRPr>
            </a:lvl2pPr>
            <a:lvl3pPr marL="0" indent="0">
              <a:spcBef>
                <a:spcPts val="0"/>
              </a:spcBef>
              <a:buNone/>
              <a:defRPr sz="2000" b="0">
                <a:solidFill>
                  <a:schemeClr val="bg1"/>
                </a:solidFill>
              </a:defRPr>
            </a:lvl3pPr>
            <a:lvl4pPr marL="0" indent="0">
              <a:spcBef>
                <a:spcPts val="0"/>
              </a:spcBef>
              <a:buNone/>
              <a:defRPr sz="2000" b="0">
                <a:solidFill>
                  <a:schemeClr val="bg1"/>
                </a:solidFill>
              </a:defRPr>
            </a:lvl4pPr>
            <a:lvl5pPr marL="0" indent="0">
              <a:spcBef>
                <a:spcPts val="0"/>
              </a:spcBef>
              <a:buNone/>
              <a:defRPr sz="2000" b="0">
                <a:solidFill>
                  <a:schemeClr val="bg1"/>
                </a:solidFill>
              </a:defRPr>
            </a:lvl5pPr>
            <a:lvl6pPr marL="0" indent="0">
              <a:spcBef>
                <a:spcPts val="0"/>
              </a:spcBef>
              <a:buNone/>
              <a:defRPr sz="2000" b="0">
                <a:solidFill>
                  <a:schemeClr val="bg1"/>
                </a:solidFill>
              </a:defRPr>
            </a:lvl6pPr>
            <a:lvl7pPr marL="0" indent="0">
              <a:spcBef>
                <a:spcPts val="0"/>
              </a:spcBef>
              <a:buNone/>
              <a:defRPr sz="2000" b="0">
                <a:solidFill>
                  <a:schemeClr val="bg1"/>
                </a:solidFill>
              </a:defRPr>
            </a:lvl7pPr>
            <a:lvl8pPr marL="0" indent="0">
              <a:spcBef>
                <a:spcPts val="0"/>
              </a:spcBef>
              <a:buNone/>
              <a:defRPr sz="2000" b="0">
                <a:solidFill>
                  <a:schemeClr val="bg1"/>
                </a:solidFill>
              </a:defRPr>
            </a:lvl8pPr>
            <a:lvl9pPr marL="0" indent="0">
              <a:spcBef>
                <a:spcPts val="0"/>
              </a:spcBef>
              <a:buNone/>
              <a:defRPr sz="2000" b="0">
                <a:solidFill>
                  <a:schemeClr val="bg1"/>
                </a:solidFill>
              </a:defRPr>
            </a:lvl9pPr>
          </a:lstStyle>
          <a:p>
            <a:pPr lvl="0"/>
            <a:r>
              <a:rPr lang="de-DE" noProof="0"/>
              <a:t>Adresse bearbeiten</a:t>
            </a:r>
            <a:endParaRPr lang="de-DE" noProof="0" dirty="0"/>
          </a:p>
        </p:txBody>
      </p:sp>
      <p:sp>
        <p:nvSpPr>
          <p:cNvPr id="17" name="Text Placeholder 5">
            <a:extLst>
              <a:ext uri="{FF2B5EF4-FFF2-40B4-BE49-F238E27FC236}">
                <a16:creationId xmlns:a16="http://schemas.microsoft.com/office/drawing/2014/main" id="{5760929B-6D95-E7C0-511B-864EF5C8993F}"/>
              </a:ext>
            </a:extLst>
          </p:cNvPr>
          <p:cNvSpPr>
            <a:spLocks noGrp="1"/>
          </p:cNvSpPr>
          <p:nvPr>
            <p:ph type="body" sz="quarter" idx="24" hasCustomPrompt="1"/>
          </p:nvPr>
        </p:nvSpPr>
        <p:spPr bwMode="gray">
          <a:xfrm>
            <a:off x="407368" y="5173451"/>
            <a:ext cx="3528000" cy="307777"/>
          </a:xfrm>
        </p:spPr>
        <p:txBody>
          <a:bodyPr anchor="b">
            <a:spAutoFit/>
          </a:bodyPr>
          <a:lstStyle>
            <a:lvl1pPr marL="0" indent="0">
              <a:spcBef>
                <a:spcPts val="0"/>
              </a:spcBef>
              <a:buFont typeface="Skeena" panose="020B0604020202020204" pitchFamily="34" charset="0"/>
              <a:buNone/>
              <a:defRPr sz="2000" b="1">
                <a:solidFill>
                  <a:schemeClr val="tx1"/>
                </a:solidFill>
              </a:defRPr>
            </a:lvl1pPr>
            <a:lvl2pPr marL="0" indent="0">
              <a:spcBef>
                <a:spcPts val="0"/>
              </a:spcBef>
              <a:buFont typeface="Skeena" panose="020B0604020202020204" pitchFamily="34" charset="0"/>
              <a:buNone/>
              <a:defRPr sz="2000" b="1">
                <a:solidFill>
                  <a:schemeClr val="tx1"/>
                </a:solidFill>
              </a:defRPr>
            </a:lvl2pPr>
            <a:lvl3pPr marL="0" indent="0">
              <a:spcBef>
                <a:spcPts val="0"/>
              </a:spcBef>
              <a:buNone/>
              <a:defRPr sz="2000" b="1">
                <a:solidFill>
                  <a:schemeClr val="tx1"/>
                </a:solidFill>
              </a:defRPr>
            </a:lvl3pPr>
            <a:lvl4pPr marL="0" indent="0">
              <a:spcBef>
                <a:spcPts val="0"/>
              </a:spcBef>
              <a:buNone/>
              <a:defRPr sz="2000" b="1">
                <a:solidFill>
                  <a:schemeClr val="tx1"/>
                </a:solidFill>
              </a:defRPr>
            </a:lvl4pPr>
            <a:lvl5pPr marL="0" indent="0">
              <a:spcBef>
                <a:spcPts val="0"/>
              </a:spcBef>
              <a:buNone/>
              <a:defRPr sz="2000" b="1">
                <a:solidFill>
                  <a:schemeClr val="tx1"/>
                </a:solidFill>
              </a:defRPr>
            </a:lvl5pPr>
            <a:lvl6pPr marL="0" indent="0">
              <a:spcBef>
                <a:spcPts val="0"/>
              </a:spcBef>
              <a:buNone/>
              <a:defRPr sz="2000" b="1">
                <a:solidFill>
                  <a:schemeClr val="tx1"/>
                </a:solidFill>
              </a:defRPr>
            </a:lvl6pPr>
            <a:lvl7pPr marL="0" indent="0">
              <a:spcBef>
                <a:spcPts val="0"/>
              </a:spcBef>
              <a:buNone/>
              <a:defRPr sz="2000" b="1">
                <a:solidFill>
                  <a:schemeClr val="tx1"/>
                </a:solidFill>
              </a:defRPr>
            </a:lvl7pPr>
            <a:lvl8pPr marL="0" indent="0">
              <a:spcBef>
                <a:spcPts val="0"/>
              </a:spcBef>
              <a:buNone/>
              <a:defRPr sz="2000" b="1">
                <a:solidFill>
                  <a:schemeClr val="tx1"/>
                </a:solidFill>
              </a:defRPr>
            </a:lvl8pPr>
            <a:lvl9pPr marL="0" indent="0">
              <a:spcBef>
                <a:spcPts val="0"/>
              </a:spcBef>
              <a:buNone/>
              <a:defRPr sz="2000" b="1">
                <a:solidFill>
                  <a:schemeClr val="tx1"/>
                </a:solidFill>
              </a:defRPr>
            </a:lvl9pPr>
          </a:lstStyle>
          <a:p>
            <a:pPr lvl="0"/>
            <a:r>
              <a:rPr lang="de-DE" noProof="0"/>
              <a:t>Name Nachname bearbeiten</a:t>
            </a:r>
            <a:endParaRPr lang="de-DE" noProof="0" dirty="0"/>
          </a:p>
        </p:txBody>
      </p:sp>
      <p:sp>
        <p:nvSpPr>
          <p:cNvPr id="18" name="Text Placeholder 5">
            <a:extLst>
              <a:ext uri="{FF2B5EF4-FFF2-40B4-BE49-F238E27FC236}">
                <a16:creationId xmlns:a16="http://schemas.microsoft.com/office/drawing/2014/main" id="{8429AE24-AEAB-6810-82B2-87C17864D92D}"/>
              </a:ext>
            </a:extLst>
          </p:cNvPr>
          <p:cNvSpPr>
            <a:spLocks noGrp="1"/>
          </p:cNvSpPr>
          <p:nvPr>
            <p:ph type="body" sz="quarter" idx="25" hasCustomPrompt="1"/>
          </p:nvPr>
        </p:nvSpPr>
        <p:spPr bwMode="invGray">
          <a:xfrm>
            <a:off x="407368" y="5605499"/>
            <a:ext cx="3528000" cy="307777"/>
          </a:xfrm>
        </p:spPr>
        <p:txBody>
          <a:bodyPr anchor="b">
            <a:spAutoFit/>
          </a:bodyPr>
          <a:lstStyle>
            <a:lvl1pPr marL="0" indent="0">
              <a:spcBef>
                <a:spcPts val="0"/>
              </a:spcBef>
              <a:buFont typeface="Skeena" panose="020B0604020202020204" pitchFamily="34" charset="0"/>
              <a:buNone/>
              <a:defRPr sz="2000" b="0">
                <a:solidFill>
                  <a:schemeClr val="bg1"/>
                </a:solidFill>
              </a:defRPr>
            </a:lvl1pPr>
            <a:lvl2pPr marL="0" indent="0">
              <a:spcBef>
                <a:spcPts val="0"/>
              </a:spcBef>
              <a:buFont typeface="Skeena" panose="020B0604020202020204" pitchFamily="34" charset="0"/>
              <a:buNone/>
              <a:defRPr sz="2000" b="0">
                <a:solidFill>
                  <a:schemeClr val="bg1"/>
                </a:solidFill>
              </a:defRPr>
            </a:lvl2pPr>
            <a:lvl3pPr marL="0" indent="0">
              <a:spcBef>
                <a:spcPts val="0"/>
              </a:spcBef>
              <a:buNone/>
              <a:defRPr sz="2000" b="0">
                <a:solidFill>
                  <a:schemeClr val="bg1"/>
                </a:solidFill>
              </a:defRPr>
            </a:lvl3pPr>
            <a:lvl4pPr marL="0" indent="0">
              <a:spcBef>
                <a:spcPts val="0"/>
              </a:spcBef>
              <a:buNone/>
              <a:defRPr sz="2000" b="0">
                <a:solidFill>
                  <a:schemeClr val="bg1"/>
                </a:solidFill>
              </a:defRPr>
            </a:lvl4pPr>
            <a:lvl5pPr marL="0" indent="0">
              <a:spcBef>
                <a:spcPts val="0"/>
              </a:spcBef>
              <a:buNone/>
              <a:defRPr sz="2000" b="0">
                <a:solidFill>
                  <a:schemeClr val="bg1"/>
                </a:solidFill>
              </a:defRPr>
            </a:lvl5pPr>
            <a:lvl6pPr marL="0" indent="0">
              <a:spcBef>
                <a:spcPts val="0"/>
              </a:spcBef>
              <a:buNone/>
              <a:defRPr sz="2000" b="0">
                <a:solidFill>
                  <a:schemeClr val="bg1"/>
                </a:solidFill>
              </a:defRPr>
            </a:lvl6pPr>
            <a:lvl7pPr marL="0" indent="0">
              <a:spcBef>
                <a:spcPts val="0"/>
              </a:spcBef>
              <a:buNone/>
              <a:defRPr sz="2000" b="0">
                <a:solidFill>
                  <a:schemeClr val="bg1"/>
                </a:solidFill>
              </a:defRPr>
            </a:lvl7pPr>
            <a:lvl8pPr marL="0" indent="0">
              <a:spcBef>
                <a:spcPts val="0"/>
              </a:spcBef>
              <a:buNone/>
              <a:defRPr sz="2000" b="0">
                <a:solidFill>
                  <a:schemeClr val="bg1"/>
                </a:solidFill>
              </a:defRPr>
            </a:lvl8pPr>
            <a:lvl9pPr marL="0" indent="0">
              <a:spcBef>
                <a:spcPts val="0"/>
              </a:spcBef>
              <a:buNone/>
              <a:defRPr sz="2000" b="0">
                <a:solidFill>
                  <a:schemeClr val="bg1"/>
                </a:solidFill>
              </a:defRPr>
            </a:lvl9pPr>
          </a:lstStyle>
          <a:p>
            <a:pPr lvl="0"/>
            <a:r>
              <a:rPr lang="de-DE" noProof="0"/>
              <a:t>Telefonnummer bearbeiten</a:t>
            </a:r>
            <a:endParaRPr lang="de-DE" noProof="0" dirty="0"/>
          </a:p>
        </p:txBody>
      </p:sp>
      <p:sp>
        <p:nvSpPr>
          <p:cNvPr id="19" name="Text Placeholder 5">
            <a:extLst>
              <a:ext uri="{FF2B5EF4-FFF2-40B4-BE49-F238E27FC236}">
                <a16:creationId xmlns:a16="http://schemas.microsoft.com/office/drawing/2014/main" id="{E1227613-041F-0352-5F54-81C652D373F8}"/>
              </a:ext>
            </a:extLst>
          </p:cNvPr>
          <p:cNvSpPr>
            <a:spLocks noGrp="1"/>
          </p:cNvSpPr>
          <p:nvPr>
            <p:ph type="body" sz="quarter" idx="26" hasCustomPrompt="1"/>
          </p:nvPr>
        </p:nvSpPr>
        <p:spPr bwMode="invGray">
          <a:xfrm>
            <a:off x="407368" y="5929535"/>
            <a:ext cx="3528000" cy="307777"/>
          </a:xfrm>
        </p:spPr>
        <p:txBody>
          <a:bodyPr anchor="t">
            <a:spAutoFit/>
          </a:bodyPr>
          <a:lstStyle>
            <a:lvl1pPr marL="0" indent="0">
              <a:spcBef>
                <a:spcPts val="0"/>
              </a:spcBef>
              <a:buFont typeface="Skeena" panose="020B0604020202020204" pitchFamily="34" charset="0"/>
              <a:buNone/>
              <a:defRPr sz="2000" b="0">
                <a:solidFill>
                  <a:schemeClr val="bg1"/>
                </a:solidFill>
              </a:defRPr>
            </a:lvl1pPr>
            <a:lvl2pPr marL="0" indent="0">
              <a:spcBef>
                <a:spcPts val="0"/>
              </a:spcBef>
              <a:buFont typeface="Skeena" panose="020B0604020202020204" pitchFamily="34" charset="0"/>
              <a:buNone/>
              <a:defRPr sz="2000" b="0">
                <a:solidFill>
                  <a:schemeClr val="bg1"/>
                </a:solidFill>
              </a:defRPr>
            </a:lvl2pPr>
            <a:lvl3pPr marL="0" indent="0">
              <a:spcBef>
                <a:spcPts val="0"/>
              </a:spcBef>
              <a:buNone/>
              <a:defRPr sz="2000" b="0">
                <a:solidFill>
                  <a:schemeClr val="bg1"/>
                </a:solidFill>
              </a:defRPr>
            </a:lvl3pPr>
            <a:lvl4pPr marL="0" indent="0">
              <a:spcBef>
                <a:spcPts val="0"/>
              </a:spcBef>
              <a:buNone/>
              <a:defRPr sz="2000" b="0">
                <a:solidFill>
                  <a:schemeClr val="bg1"/>
                </a:solidFill>
              </a:defRPr>
            </a:lvl4pPr>
            <a:lvl5pPr marL="0" indent="0">
              <a:spcBef>
                <a:spcPts val="0"/>
              </a:spcBef>
              <a:buNone/>
              <a:defRPr sz="2000" b="0">
                <a:solidFill>
                  <a:schemeClr val="bg1"/>
                </a:solidFill>
              </a:defRPr>
            </a:lvl5pPr>
            <a:lvl6pPr marL="0" indent="0">
              <a:spcBef>
                <a:spcPts val="0"/>
              </a:spcBef>
              <a:buNone/>
              <a:defRPr sz="2000" b="0">
                <a:solidFill>
                  <a:schemeClr val="bg1"/>
                </a:solidFill>
              </a:defRPr>
            </a:lvl6pPr>
            <a:lvl7pPr marL="0" indent="0">
              <a:spcBef>
                <a:spcPts val="0"/>
              </a:spcBef>
              <a:buNone/>
              <a:defRPr sz="2000" b="0">
                <a:solidFill>
                  <a:schemeClr val="bg1"/>
                </a:solidFill>
              </a:defRPr>
            </a:lvl7pPr>
            <a:lvl8pPr marL="0" indent="0">
              <a:spcBef>
                <a:spcPts val="0"/>
              </a:spcBef>
              <a:buNone/>
              <a:defRPr sz="2000" b="0">
                <a:solidFill>
                  <a:schemeClr val="bg1"/>
                </a:solidFill>
              </a:defRPr>
            </a:lvl8pPr>
            <a:lvl9pPr marL="0" indent="0">
              <a:spcBef>
                <a:spcPts val="0"/>
              </a:spcBef>
              <a:buNone/>
              <a:defRPr sz="2000" b="0">
                <a:solidFill>
                  <a:schemeClr val="bg1"/>
                </a:solidFill>
              </a:defRPr>
            </a:lvl9pPr>
          </a:lstStyle>
          <a:p>
            <a:pPr lvl="0"/>
            <a:r>
              <a:rPr lang="de-DE" noProof="0"/>
              <a:t>E-Mail bearbeiten</a:t>
            </a:r>
            <a:endParaRPr lang="de-DE" noProof="0" dirty="0"/>
          </a:p>
        </p:txBody>
      </p:sp>
      <p:sp>
        <p:nvSpPr>
          <p:cNvPr id="13" name="Text Placeholder 10">
            <a:extLst>
              <a:ext uri="{FF2B5EF4-FFF2-40B4-BE49-F238E27FC236}">
                <a16:creationId xmlns:a16="http://schemas.microsoft.com/office/drawing/2014/main" id="{5BBC7784-02F7-C46C-6F68-AE66B656F2E1}"/>
              </a:ext>
            </a:extLst>
          </p:cNvPr>
          <p:cNvSpPr txBox="1">
            <a:spLocks/>
          </p:cNvSpPr>
          <p:nvPr userDrawn="1"/>
        </p:nvSpPr>
        <p:spPr bwMode="invGray">
          <a:xfrm>
            <a:off x="9061233" y="316267"/>
            <a:ext cx="2723399" cy="306000"/>
          </a:xfrm>
          <a:prstGeom prst="rect">
            <a:avLst/>
          </a:prstGeom>
          <a:blipFill>
            <a:blip r:embed="rId2"/>
            <a:stretch>
              <a:fillRect/>
            </a:stretch>
          </a:blipFill>
        </p:spPr>
        <p:txBody>
          <a:bodyPr/>
          <a:lstStyle>
            <a:lvl1pPr marL="0" indent="0" algn="l" defTabSz="914400" rtl="0" eaLnBrk="1" latinLnBrk="0" hangingPunct="1">
              <a:lnSpc>
                <a:spcPct val="100000"/>
              </a:lnSpc>
              <a:spcBef>
                <a:spcPts val="0"/>
              </a:spcBef>
              <a:buFont typeface="Skeena" panose="020B0604020202020204" pitchFamily="34" charset="0"/>
              <a:buNone/>
              <a:defRPr sz="100" b="0" kern="1200">
                <a:noFill/>
                <a:latin typeface="+mn-lt"/>
                <a:ea typeface="+mn-ea"/>
                <a:cs typeface="+mn-cs"/>
              </a:defRPr>
            </a:lvl1pPr>
            <a:lvl2pPr marL="0" indent="0" algn="l" defTabSz="914400" rtl="0" eaLnBrk="1" latinLnBrk="0" hangingPunct="1">
              <a:lnSpc>
                <a:spcPct val="100000"/>
              </a:lnSpc>
              <a:spcBef>
                <a:spcPts val="0"/>
              </a:spcBef>
              <a:buFont typeface="Skeena" panose="020B0604020202020204" pitchFamily="34" charset="0"/>
              <a:buNone/>
              <a:defRPr sz="100" b="0" kern="1200">
                <a:noFill/>
                <a:latin typeface="+mn-lt"/>
                <a:ea typeface="+mn-ea"/>
                <a:cs typeface="+mn-cs"/>
              </a:defRPr>
            </a:lvl2pPr>
            <a:lvl3pPr marL="0" indent="0" algn="l" defTabSz="914400" rtl="0" eaLnBrk="1" latinLnBrk="0" hangingPunct="1">
              <a:lnSpc>
                <a:spcPct val="100000"/>
              </a:lnSpc>
              <a:spcBef>
                <a:spcPts val="0"/>
              </a:spcBef>
              <a:buFont typeface="Wingdings" panose="05000000000000000000" pitchFamily="2" charset="2"/>
              <a:buNone/>
              <a:defRPr sz="100" b="0" kern="1200">
                <a:noFill/>
                <a:latin typeface="+mn-lt"/>
                <a:ea typeface="+mn-ea"/>
                <a:cs typeface="+mn-cs"/>
              </a:defRPr>
            </a:lvl3pPr>
            <a:lvl4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4pPr>
            <a:lvl5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5pPr>
            <a:lvl6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6pPr>
            <a:lvl7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7pPr>
            <a:lvl8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8pPr>
            <a:lvl9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9pPr>
          </a:lstStyle>
          <a:p>
            <a:r>
              <a:rPr lang="de-DE" noProof="0"/>
              <a:t> </a:t>
            </a:r>
          </a:p>
        </p:txBody>
      </p:sp>
    </p:spTree>
    <p:extLst>
      <p:ext uri="{BB962C8B-B14F-4D97-AF65-F5344CB8AC3E}">
        <p14:creationId xmlns:p14="http://schemas.microsoft.com/office/powerpoint/2010/main" val="345595214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 Kontaktfolie ohne Bi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C2F3838-A5C6-E535-702C-8833F90A63C9}"/>
              </a:ext>
            </a:extLst>
          </p:cNvPr>
          <p:cNvSpPr/>
          <p:nvPr userDrawn="1"/>
        </p:nvSpPr>
        <p:spPr bwMode="hidden">
          <a:xfrm>
            <a:off x="622648" y="1808076"/>
            <a:ext cx="11569352" cy="504992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2" name="Title 1">
            <a:extLst>
              <a:ext uri="{FF2B5EF4-FFF2-40B4-BE49-F238E27FC236}">
                <a16:creationId xmlns:a16="http://schemas.microsoft.com/office/drawing/2014/main" id="{8F8572F5-E83A-3E87-215C-6FDF1BCF28E6}"/>
              </a:ext>
            </a:extLst>
          </p:cNvPr>
          <p:cNvSpPr>
            <a:spLocks noGrp="1"/>
          </p:cNvSpPr>
          <p:nvPr>
            <p:ph type="title" hasCustomPrompt="1"/>
          </p:nvPr>
        </p:nvSpPr>
        <p:spPr bwMode="invGray">
          <a:xfrm>
            <a:off x="407368" y="224644"/>
            <a:ext cx="5472732" cy="498598"/>
          </a:xfrm>
        </p:spPr>
        <p:txBody>
          <a:bodyPr/>
          <a:lstStyle>
            <a:lvl1pPr>
              <a:defRPr/>
            </a:lvl1pPr>
          </a:lstStyle>
          <a:p>
            <a:r>
              <a:rPr lang="de-DE" noProof="0"/>
              <a:t>Folientitel bearbeiten</a:t>
            </a:r>
          </a:p>
        </p:txBody>
      </p:sp>
      <p:sp>
        <p:nvSpPr>
          <p:cNvPr id="6" name="Text Placeholder 5">
            <a:extLst>
              <a:ext uri="{FF2B5EF4-FFF2-40B4-BE49-F238E27FC236}">
                <a16:creationId xmlns:a16="http://schemas.microsoft.com/office/drawing/2014/main" id="{1437442A-2E2B-60D6-57CD-158E4565F415}"/>
              </a:ext>
            </a:extLst>
          </p:cNvPr>
          <p:cNvSpPr>
            <a:spLocks noGrp="1"/>
          </p:cNvSpPr>
          <p:nvPr>
            <p:ph type="body" sz="quarter" idx="12" hasCustomPrompt="1"/>
          </p:nvPr>
        </p:nvSpPr>
        <p:spPr bwMode="invGray">
          <a:xfrm>
            <a:off x="1163452" y="2348880"/>
            <a:ext cx="4716648" cy="307777"/>
          </a:xfrm>
        </p:spPr>
        <p:txBody>
          <a:bodyPr wrap="square" anchor="b">
            <a:spAutoFit/>
          </a:bodyPr>
          <a:lstStyle>
            <a:lvl1pPr marL="0" indent="0">
              <a:spcBef>
                <a:spcPts val="0"/>
              </a:spcBef>
              <a:buFont typeface="Skeena" panose="020B0604020202020204" pitchFamily="34" charset="0"/>
              <a:buNone/>
              <a:defRPr sz="2000" b="1"/>
            </a:lvl1pPr>
            <a:lvl2pPr marL="0" indent="0">
              <a:spcBef>
                <a:spcPts val="0"/>
              </a:spcBef>
              <a:buFont typeface="Skeena" panose="020B0604020202020204" pitchFamily="34" charset="0"/>
              <a:buNone/>
              <a:defRPr sz="2000" b="1"/>
            </a:lvl2pPr>
            <a:lvl3pPr marL="0" indent="0">
              <a:spcBef>
                <a:spcPts val="0"/>
              </a:spcBef>
              <a:buNone/>
              <a:defRPr sz="2000" b="1"/>
            </a:lvl3pPr>
            <a:lvl4pPr marL="0" indent="0">
              <a:spcBef>
                <a:spcPts val="0"/>
              </a:spcBef>
              <a:buNone/>
              <a:defRPr sz="2000" b="1"/>
            </a:lvl4pPr>
            <a:lvl5pPr marL="0" indent="0">
              <a:spcBef>
                <a:spcPts val="0"/>
              </a:spcBef>
              <a:buNone/>
              <a:defRPr sz="2000" b="1"/>
            </a:lvl5pPr>
            <a:lvl6pPr marL="0" indent="0">
              <a:spcBef>
                <a:spcPts val="0"/>
              </a:spcBef>
              <a:buNone/>
              <a:defRPr sz="2000" b="1"/>
            </a:lvl6pPr>
            <a:lvl7pPr marL="0" indent="0">
              <a:spcBef>
                <a:spcPts val="0"/>
              </a:spcBef>
              <a:buNone/>
              <a:defRPr sz="2000" b="1"/>
            </a:lvl7pPr>
            <a:lvl8pPr marL="0" indent="0">
              <a:spcBef>
                <a:spcPts val="0"/>
              </a:spcBef>
              <a:buNone/>
              <a:defRPr sz="2000" b="1"/>
            </a:lvl8pPr>
            <a:lvl9pPr marL="0" indent="0">
              <a:spcBef>
                <a:spcPts val="0"/>
              </a:spcBef>
              <a:buNone/>
              <a:defRPr sz="2000" b="1"/>
            </a:lvl9pPr>
          </a:lstStyle>
          <a:p>
            <a:pPr lvl="0"/>
            <a:r>
              <a:rPr lang="de-DE" noProof="0"/>
              <a:t>Unternehmen bearbeiten</a:t>
            </a:r>
            <a:endParaRPr lang="de-DE" noProof="0" dirty="0"/>
          </a:p>
        </p:txBody>
      </p:sp>
      <p:grpSp>
        <p:nvGrpSpPr>
          <p:cNvPr id="8" name="Group 7">
            <a:extLst>
              <a:ext uri="{FF2B5EF4-FFF2-40B4-BE49-F238E27FC236}">
                <a16:creationId xmlns:a16="http://schemas.microsoft.com/office/drawing/2014/main" id="{83C19E4C-8AA9-ADC8-FE35-0F298ED87393}"/>
              </a:ext>
            </a:extLst>
          </p:cNvPr>
          <p:cNvGrpSpPr>
            <a:grpSpLocks noChangeAspect="1"/>
          </p:cNvGrpSpPr>
          <p:nvPr userDrawn="1"/>
        </p:nvGrpSpPr>
        <p:grpSpPr bwMode="invGray">
          <a:xfrm>
            <a:off x="407368" y="1592796"/>
            <a:ext cx="936000" cy="936000"/>
            <a:chOff x="5118212" y="1097010"/>
            <a:chExt cx="3600000" cy="3600000"/>
          </a:xfrm>
          <a:solidFill>
            <a:schemeClr val="accent3"/>
          </a:solidFill>
        </p:grpSpPr>
        <p:sp>
          <p:nvSpPr>
            <p:cNvPr id="9" name="Rectangle 8">
              <a:extLst>
                <a:ext uri="{FF2B5EF4-FFF2-40B4-BE49-F238E27FC236}">
                  <a16:creationId xmlns:a16="http://schemas.microsoft.com/office/drawing/2014/main" id="{85481458-525F-E24E-227B-CB047B711BBF}"/>
                </a:ext>
              </a:extLst>
            </p:cNvPr>
            <p:cNvSpPr>
              <a:spLocks noChangeAspect="1"/>
            </p:cNvSpPr>
            <p:nvPr userDrawn="1"/>
          </p:nvSpPr>
          <p:spPr bwMode="invGray">
            <a:xfrm>
              <a:off x="5946212" y="1097010"/>
              <a:ext cx="2772000" cy="82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10" name="Rectangle 9">
              <a:extLst>
                <a:ext uri="{FF2B5EF4-FFF2-40B4-BE49-F238E27FC236}">
                  <a16:creationId xmlns:a16="http://schemas.microsoft.com/office/drawing/2014/main" id="{9DEF3AF9-5EA4-CD45-4617-53FACEA677A7}"/>
                </a:ext>
              </a:extLst>
            </p:cNvPr>
            <p:cNvSpPr>
              <a:spLocks noChangeAspect="1"/>
            </p:cNvSpPr>
            <p:nvPr userDrawn="1"/>
          </p:nvSpPr>
          <p:spPr bwMode="invGray">
            <a:xfrm>
              <a:off x="5118212" y="1925010"/>
              <a:ext cx="828000" cy="277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sp>
        <p:nvSpPr>
          <p:cNvPr id="16" name="Text Placeholder 5">
            <a:extLst>
              <a:ext uri="{FF2B5EF4-FFF2-40B4-BE49-F238E27FC236}">
                <a16:creationId xmlns:a16="http://schemas.microsoft.com/office/drawing/2014/main" id="{82BEB21C-62B8-72C1-97F4-0C9519EE65B6}"/>
              </a:ext>
            </a:extLst>
          </p:cNvPr>
          <p:cNvSpPr>
            <a:spLocks noGrp="1"/>
          </p:cNvSpPr>
          <p:nvPr>
            <p:ph type="body" sz="quarter" idx="23" hasCustomPrompt="1"/>
          </p:nvPr>
        </p:nvSpPr>
        <p:spPr bwMode="invGray">
          <a:xfrm>
            <a:off x="1163452" y="2764669"/>
            <a:ext cx="4716648" cy="307777"/>
          </a:xfrm>
        </p:spPr>
        <p:txBody>
          <a:bodyPr wrap="square" anchor="t">
            <a:spAutoFit/>
          </a:bodyPr>
          <a:lstStyle>
            <a:lvl1pPr marL="0" indent="0">
              <a:spcBef>
                <a:spcPts val="0"/>
              </a:spcBef>
              <a:buFont typeface="Skeena" panose="020B0604020202020204" pitchFamily="34" charset="0"/>
              <a:buNone/>
              <a:defRPr sz="2000" b="0"/>
            </a:lvl1pPr>
            <a:lvl2pPr marL="0" indent="0">
              <a:spcBef>
                <a:spcPts val="0"/>
              </a:spcBef>
              <a:buFont typeface="Skeena" panose="020B0604020202020204" pitchFamily="34" charset="0"/>
              <a:buNone/>
              <a:defRPr sz="2000" b="0"/>
            </a:lvl2pPr>
            <a:lvl3pPr marL="0" indent="0">
              <a:spcBef>
                <a:spcPts val="0"/>
              </a:spcBef>
              <a:buNone/>
              <a:defRPr sz="2000" b="0"/>
            </a:lvl3pPr>
            <a:lvl4pPr marL="0" indent="0">
              <a:spcBef>
                <a:spcPts val="0"/>
              </a:spcBef>
              <a:buNone/>
              <a:defRPr sz="2000" b="0"/>
            </a:lvl4pPr>
            <a:lvl5pPr marL="0" indent="0">
              <a:spcBef>
                <a:spcPts val="0"/>
              </a:spcBef>
              <a:buNone/>
              <a:defRPr sz="2000" b="0"/>
            </a:lvl5pPr>
            <a:lvl6pPr marL="0" indent="0">
              <a:spcBef>
                <a:spcPts val="0"/>
              </a:spcBef>
              <a:buNone/>
              <a:defRPr sz="2000" b="0"/>
            </a:lvl6pPr>
            <a:lvl7pPr marL="0" indent="0">
              <a:spcBef>
                <a:spcPts val="0"/>
              </a:spcBef>
              <a:buNone/>
              <a:defRPr sz="2000" b="0"/>
            </a:lvl7pPr>
            <a:lvl8pPr marL="0" indent="0">
              <a:spcBef>
                <a:spcPts val="0"/>
              </a:spcBef>
              <a:buNone/>
              <a:defRPr sz="2000" b="0"/>
            </a:lvl8pPr>
            <a:lvl9pPr marL="0" indent="0">
              <a:spcBef>
                <a:spcPts val="0"/>
              </a:spcBef>
              <a:buNone/>
              <a:defRPr sz="2000" b="0"/>
            </a:lvl9pPr>
          </a:lstStyle>
          <a:p>
            <a:pPr lvl="0"/>
            <a:r>
              <a:rPr lang="de-DE" noProof="0"/>
              <a:t>Adresse bearbeiten</a:t>
            </a:r>
            <a:endParaRPr lang="de-DE" noProof="0" dirty="0"/>
          </a:p>
        </p:txBody>
      </p:sp>
      <p:sp>
        <p:nvSpPr>
          <p:cNvPr id="17" name="Text Placeholder 5">
            <a:extLst>
              <a:ext uri="{FF2B5EF4-FFF2-40B4-BE49-F238E27FC236}">
                <a16:creationId xmlns:a16="http://schemas.microsoft.com/office/drawing/2014/main" id="{5760929B-6D95-E7C0-511B-864EF5C8993F}"/>
              </a:ext>
            </a:extLst>
          </p:cNvPr>
          <p:cNvSpPr>
            <a:spLocks noGrp="1"/>
          </p:cNvSpPr>
          <p:nvPr>
            <p:ph type="body" sz="quarter" idx="24" hasCustomPrompt="1"/>
          </p:nvPr>
        </p:nvSpPr>
        <p:spPr bwMode="gray">
          <a:xfrm>
            <a:off x="1163452" y="4005064"/>
            <a:ext cx="4716648" cy="307777"/>
          </a:xfrm>
        </p:spPr>
        <p:txBody>
          <a:bodyPr wrap="square" anchor="b">
            <a:spAutoFit/>
          </a:bodyPr>
          <a:lstStyle>
            <a:lvl1pPr marL="0" indent="0">
              <a:spcBef>
                <a:spcPts val="0"/>
              </a:spcBef>
              <a:buFont typeface="Skeena" panose="020B0604020202020204" pitchFamily="34" charset="0"/>
              <a:buNone/>
              <a:defRPr sz="2000" b="1">
                <a:solidFill>
                  <a:schemeClr val="accent1"/>
                </a:solidFill>
              </a:defRPr>
            </a:lvl1pPr>
            <a:lvl2pPr marL="0" indent="0">
              <a:spcBef>
                <a:spcPts val="0"/>
              </a:spcBef>
              <a:buFont typeface="Skeena" panose="020B0604020202020204" pitchFamily="34" charset="0"/>
              <a:buNone/>
              <a:defRPr sz="2000" b="1">
                <a:solidFill>
                  <a:schemeClr val="accent1"/>
                </a:solidFill>
              </a:defRPr>
            </a:lvl2pPr>
            <a:lvl3pPr marL="0" indent="0">
              <a:spcBef>
                <a:spcPts val="0"/>
              </a:spcBef>
              <a:buNone/>
              <a:defRPr sz="2000" b="1">
                <a:solidFill>
                  <a:schemeClr val="accent1"/>
                </a:solidFill>
              </a:defRPr>
            </a:lvl3pPr>
            <a:lvl4pPr marL="0" indent="0">
              <a:spcBef>
                <a:spcPts val="0"/>
              </a:spcBef>
              <a:buNone/>
              <a:defRPr sz="2000" b="1">
                <a:solidFill>
                  <a:schemeClr val="accent1"/>
                </a:solidFill>
              </a:defRPr>
            </a:lvl4pPr>
            <a:lvl5pPr marL="0" indent="0">
              <a:spcBef>
                <a:spcPts val="0"/>
              </a:spcBef>
              <a:buNone/>
              <a:defRPr sz="2000" b="1">
                <a:solidFill>
                  <a:schemeClr val="accent1"/>
                </a:solidFill>
              </a:defRPr>
            </a:lvl5pPr>
            <a:lvl6pPr marL="0" indent="0">
              <a:spcBef>
                <a:spcPts val="0"/>
              </a:spcBef>
              <a:buNone/>
              <a:defRPr sz="2000" b="1">
                <a:solidFill>
                  <a:schemeClr val="accent1"/>
                </a:solidFill>
              </a:defRPr>
            </a:lvl6pPr>
            <a:lvl7pPr marL="0" indent="0">
              <a:spcBef>
                <a:spcPts val="0"/>
              </a:spcBef>
              <a:buNone/>
              <a:defRPr sz="2000" b="1">
                <a:solidFill>
                  <a:schemeClr val="accent1"/>
                </a:solidFill>
              </a:defRPr>
            </a:lvl7pPr>
            <a:lvl8pPr marL="0" indent="0">
              <a:spcBef>
                <a:spcPts val="0"/>
              </a:spcBef>
              <a:buNone/>
              <a:defRPr sz="2000" b="1">
                <a:solidFill>
                  <a:schemeClr val="accent1"/>
                </a:solidFill>
              </a:defRPr>
            </a:lvl8pPr>
            <a:lvl9pPr marL="0" indent="0">
              <a:spcBef>
                <a:spcPts val="0"/>
              </a:spcBef>
              <a:buNone/>
              <a:defRPr sz="2000" b="1">
                <a:solidFill>
                  <a:schemeClr val="accent1"/>
                </a:solidFill>
              </a:defRPr>
            </a:lvl9pPr>
          </a:lstStyle>
          <a:p>
            <a:pPr lvl="0"/>
            <a:r>
              <a:rPr lang="de-DE" noProof="0"/>
              <a:t>Name Nachname bearbeiten</a:t>
            </a:r>
            <a:endParaRPr lang="de-DE" noProof="0" dirty="0"/>
          </a:p>
        </p:txBody>
      </p:sp>
      <p:sp>
        <p:nvSpPr>
          <p:cNvPr id="18" name="Text Placeholder 5">
            <a:extLst>
              <a:ext uri="{FF2B5EF4-FFF2-40B4-BE49-F238E27FC236}">
                <a16:creationId xmlns:a16="http://schemas.microsoft.com/office/drawing/2014/main" id="{8429AE24-AEAB-6810-82B2-87C17864D92D}"/>
              </a:ext>
            </a:extLst>
          </p:cNvPr>
          <p:cNvSpPr>
            <a:spLocks noGrp="1"/>
          </p:cNvSpPr>
          <p:nvPr>
            <p:ph type="body" sz="quarter" idx="25" hasCustomPrompt="1"/>
          </p:nvPr>
        </p:nvSpPr>
        <p:spPr bwMode="invGray">
          <a:xfrm>
            <a:off x="1163452" y="4437112"/>
            <a:ext cx="4716648" cy="307777"/>
          </a:xfrm>
        </p:spPr>
        <p:txBody>
          <a:bodyPr wrap="square" anchor="b">
            <a:spAutoFit/>
          </a:bodyPr>
          <a:lstStyle>
            <a:lvl1pPr marL="0" indent="0">
              <a:spcBef>
                <a:spcPts val="0"/>
              </a:spcBef>
              <a:buFont typeface="Skeena" panose="020B0604020202020204" pitchFamily="34" charset="0"/>
              <a:buNone/>
              <a:defRPr sz="2000" b="0">
                <a:solidFill>
                  <a:schemeClr val="bg1"/>
                </a:solidFill>
              </a:defRPr>
            </a:lvl1pPr>
            <a:lvl2pPr marL="0" indent="0">
              <a:spcBef>
                <a:spcPts val="0"/>
              </a:spcBef>
              <a:buFont typeface="Skeena" panose="020B0604020202020204" pitchFamily="34" charset="0"/>
              <a:buNone/>
              <a:defRPr sz="2000" b="0">
                <a:solidFill>
                  <a:schemeClr val="bg1"/>
                </a:solidFill>
              </a:defRPr>
            </a:lvl2pPr>
            <a:lvl3pPr marL="0" indent="0">
              <a:spcBef>
                <a:spcPts val="0"/>
              </a:spcBef>
              <a:buNone/>
              <a:defRPr sz="2000" b="0">
                <a:solidFill>
                  <a:schemeClr val="bg1"/>
                </a:solidFill>
              </a:defRPr>
            </a:lvl3pPr>
            <a:lvl4pPr marL="0" indent="0">
              <a:spcBef>
                <a:spcPts val="0"/>
              </a:spcBef>
              <a:buNone/>
              <a:defRPr sz="2000" b="0">
                <a:solidFill>
                  <a:schemeClr val="bg1"/>
                </a:solidFill>
              </a:defRPr>
            </a:lvl4pPr>
            <a:lvl5pPr marL="0" indent="0">
              <a:spcBef>
                <a:spcPts val="0"/>
              </a:spcBef>
              <a:buNone/>
              <a:defRPr sz="2000" b="0">
                <a:solidFill>
                  <a:schemeClr val="bg1"/>
                </a:solidFill>
              </a:defRPr>
            </a:lvl5pPr>
            <a:lvl6pPr marL="0" indent="0">
              <a:spcBef>
                <a:spcPts val="0"/>
              </a:spcBef>
              <a:buNone/>
              <a:defRPr sz="2000" b="0">
                <a:solidFill>
                  <a:schemeClr val="bg1"/>
                </a:solidFill>
              </a:defRPr>
            </a:lvl6pPr>
            <a:lvl7pPr marL="0" indent="0">
              <a:spcBef>
                <a:spcPts val="0"/>
              </a:spcBef>
              <a:buNone/>
              <a:defRPr sz="2000" b="0">
                <a:solidFill>
                  <a:schemeClr val="bg1"/>
                </a:solidFill>
              </a:defRPr>
            </a:lvl7pPr>
            <a:lvl8pPr marL="0" indent="0">
              <a:spcBef>
                <a:spcPts val="0"/>
              </a:spcBef>
              <a:buNone/>
              <a:defRPr sz="2000" b="0">
                <a:solidFill>
                  <a:schemeClr val="bg1"/>
                </a:solidFill>
              </a:defRPr>
            </a:lvl8pPr>
            <a:lvl9pPr marL="0" indent="0">
              <a:spcBef>
                <a:spcPts val="0"/>
              </a:spcBef>
              <a:buNone/>
              <a:defRPr sz="2000" b="0">
                <a:solidFill>
                  <a:schemeClr val="bg1"/>
                </a:solidFill>
              </a:defRPr>
            </a:lvl9pPr>
          </a:lstStyle>
          <a:p>
            <a:pPr lvl="0"/>
            <a:r>
              <a:rPr lang="de-DE" noProof="0"/>
              <a:t>Telefonnummer bearbeiten</a:t>
            </a:r>
            <a:endParaRPr lang="de-DE" noProof="0" dirty="0"/>
          </a:p>
        </p:txBody>
      </p:sp>
      <p:sp>
        <p:nvSpPr>
          <p:cNvPr id="19" name="Text Placeholder 5">
            <a:extLst>
              <a:ext uri="{FF2B5EF4-FFF2-40B4-BE49-F238E27FC236}">
                <a16:creationId xmlns:a16="http://schemas.microsoft.com/office/drawing/2014/main" id="{E1227613-041F-0352-5F54-81C652D373F8}"/>
              </a:ext>
            </a:extLst>
          </p:cNvPr>
          <p:cNvSpPr>
            <a:spLocks noGrp="1"/>
          </p:cNvSpPr>
          <p:nvPr>
            <p:ph type="body" sz="quarter" idx="26" hasCustomPrompt="1"/>
          </p:nvPr>
        </p:nvSpPr>
        <p:spPr bwMode="invGray">
          <a:xfrm>
            <a:off x="1163452" y="4761148"/>
            <a:ext cx="4716648" cy="307777"/>
          </a:xfrm>
        </p:spPr>
        <p:txBody>
          <a:bodyPr wrap="square" anchor="t">
            <a:spAutoFit/>
          </a:bodyPr>
          <a:lstStyle>
            <a:lvl1pPr marL="0" indent="0">
              <a:spcBef>
                <a:spcPts val="0"/>
              </a:spcBef>
              <a:buFont typeface="Skeena" panose="020B0604020202020204" pitchFamily="34" charset="0"/>
              <a:buNone/>
              <a:defRPr sz="2000" b="0">
                <a:solidFill>
                  <a:schemeClr val="bg1"/>
                </a:solidFill>
              </a:defRPr>
            </a:lvl1pPr>
            <a:lvl2pPr marL="0" indent="0">
              <a:spcBef>
                <a:spcPts val="0"/>
              </a:spcBef>
              <a:buFont typeface="Skeena" panose="020B0604020202020204" pitchFamily="34" charset="0"/>
              <a:buNone/>
              <a:defRPr sz="2000" b="0">
                <a:solidFill>
                  <a:schemeClr val="bg1"/>
                </a:solidFill>
              </a:defRPr>
            </a:lvl2pPr>
            <a:lvl3pPr marL="0" indent="0">
              <a:spcBef>
                <a:spcPts val="0"/>
              </a:spcBef>
              <a:buNone/>
              <a:defRPr sz="2000" b="0">
                <a:solidFill>
                  <a:schemeClr val="bg1"/>
                </a:solidFill>
              </a:defRPr>
            </a:lvl3pPr>
            <a:lvl4pPr marL="0" indent="0">
              <a:spcBef>
                <a:spcPts val="0"/>
              </a:spcBef>
              <a:buNone/>
              <a:defRPr sz="2000" b="0">
                <a:solidFill>
                  <a:schemeClr val="bg1"/>
                </a:solidFill>
              </a:defRPr>
            </a:lvl4pPr>
            <a:lvl5pPr marL="0" indent="0">
              <a:spcBef>
                <a:spcPts val="0"/>
              </a:spcBef>
              <a:buNone/>
              <a:defRPr sz="2000" b="0">
                <a:solidFill>
                  <a:schemeClr val="bg1"/>
                </a:solidFill>
              </a:defRPr>
            </a:lvl5pPr>
            <a:lvl6pPr marL="0" indent="0">
              <a:spcBef>
                <a:spcPts val="0"/>
              </a:spcBef>
              <a:buNone/>
              <a:defRPr sz="2000" b="0">
                <a:solidFill>
                  <a:schemeClr val="bg1"/>
                </a:solidFill>
              </a:defRPr>
            </a:lvl6pPr>
            <a:lvl7pPr marL="0" indent="0">
              <a:spcBef>
                <a:spcPts val="0"/>
              </a:spcBef>
              <a:buNone/>
              <a:defRPr sz="2000" b="0">
                <a:solidFill>
                  <a:schemeClr val="bg1"/>
                </a:solidFill>
              </a:defRPr>
            </a:lvl7pPr>
            <a:lvl8pPr marL="0" indent="0">
              <a:spcBef>
                <a:spcPts val="0"/>
              </a:spcBef>
              <a:buNone/>
              <a:defRPr sz="2000" b="0">
                <a:solidFill>
                  <a:schemeClr val="bg1"/>
                </a:solidFill>
              </a:defRPr>
            </a:lvl8pPr>
            <a:lvl9pPr marL="0" indent="0">
              <a:spcBef>
                <a:spcPts val="0"/>
              </a:spcBef>
              <a:buNone/>
              <a:defRPr sz="2000" b="0">
                <a:solidFill>
                  <a:schemeClr val="bg1"/>
                </a:solidFill>
              </a:defRPr>
            </a:lvl9pPr>
          </a:lstStyle>
          <a:p>
            <a:pPr lvl="0"/>
            <a:r>
              <a:rPr lang="de-DE" noProof="0"/>
              <a:t>E-Mail bearbeiten</a:t>
            </a:r>
            <a:endParaRPr lang="de-DE" noProof="0" dirty="0"/>
          </a:p>
        </p:txBody>
      </p:sp>
      <p:sp>
        <p:nvSpPr>
          <p:cNvPr id="13" name="Text Placeholder 10">
            <a:extLst>
              <a:ext uri="{FF2B5EF4-FFF2-40B4-BE49-F238E27FC236}">
                <a16:creationId xmlns:a16="http://schemas.microsoft.com/office/drawing/2014/main" id="{6D8E59AF-16BF-91EA-02F4-41CFE4A0728D}"/>
              </a:ext>
            </a:extLst>
          </p:cNvPr>
          <p:cNvSpPr txBox="1">
            <a:spLocks/>
          </p:cNvSpPr>
          <p:nvPr userDrawn="1"/>
        </p:nvSpPr>
        <p:spPr bwMode="invGray">
          <a:xfrm>
            <a:off x="9061233" y="316267"/>
            <a:ext cx="2723399" cy="306000"/>
          </a:xfrm>
          <a:prstGeom prst="rect">
            <a:avLst/>
          </a:prstGeom>
          <a:blipFill>
            <a:blip r:embed="rId2"/>
            <a:stretch>
              <a:fillRect/>
            </a:stretch>
          </a:blipFill>
        </p:spPr>
        <p:txBody>
          <a:bodyPr/>
          <a:lstStyle>
            <a:lvl1pPr marL="0" indent="0" algn="l" defTabSz="914400" rtl="0" eaLnBrk="1" latinLnBrk="0" hangingPunct="1">
              <a:lnSpc>
                <a:spcPct val="100000"/>
              </a:lnSpc>
              <a:spcBef>
                <a:spcPts val="0"/>
              </a:spcBef>
              <a:buFont typeface="Skeena" panose="020B0604020202020204" pitchFamily="34" charset="0"/>
              <a:buNone/>
              <a:defRPr sz="100" b="0" kern="1200">
                <a:noFill/>
                <a:latin typeface="+mn-lt"/>
                <a:ea typeface="+mn-ea"/>
                <a:cs typeface="+mn-cs"/>
              </a:defRPr>
            </a:lvl1pPr>
            <a:lvl2pPr marL="0" indent="0" algn="l" defTabSz="914400" rtl="0" eaLnBrk="1" latinLnBrk="0" hangingPunct="1">
              <a:lnSpc>
                <a:spcPct val="100000"/>
              </a:lnSpc>
              <a:spcBef>
                <a:spcPts val="0"/>
              </a:spcBef>
              <a:buFont typeface="Skeena" panose="020B0604020202020204" pitchFamily="34" charset="0"/>
              <a:buNone/>
              <a:defRPr sz="100" b="0" kern="1200">
                <a:noFill/>
                <a:latin typeface="+mn-lt"/>
                <a:ea typeface="+mn-ea"/>
                <a:cs typeface="+mn-cs"/>
              </a:defRPr>
            </a:lvl2pPr>
            <a:lvl3pPr marL="0" indent="0" algn="l" defTabSz="914400" rtl="0" eaLnBrk="1" latinLnBrk="0" hangingPunct="1">
              <a:lnSpc>
                <a:spcPct val="100000"/>
              </a:lnSpc>
              <a:spcBef>
                <a:spcPts val="0"/>
              </a:spcBef>
              <a:buFont typeface="Wingdings" panose="05000000000000000000" pitchFamily="2" charset="2"/>
              <a:buNone/>
              <a:defRPr sz="100" b="0" kern="1200">
                <a:noFill/>
                <a:latin typeface="+mn-lt"/>
                <a:ea typeface="+mn-ea"/>
                <a:cs typeface="+mn-cs"/>
              </a:defRPr>
            </a:lvl3pPr>
            <a:lvl4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4pPr>
            <a:lvl5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5pPr>
            <a:lvl6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6pPr>
            <a:lvl7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7pPr>
            <a:lvl8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8pPr>
            <a:lvl9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9pPr>
          </a:lstStyle>
          <a:p>
            <a:r>
              <a:rPr lang="de-DE" noProof="0"/>
              <a:t> </a:t>
            </a:r>
          </a:p>
        </p:txBody>
      </p:sp>
    </p:spTree>
    <p:extLst>
      <p:ext uri="{BB962C8B-B14F-4D97-AF65-F5344CB8AC3E}">
        <p14:creationId xmlns:p14="http://schemas.microsoft.com/office/powerpoint/2010/main" val="50094029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 Titelfolie mit Bild (rechts)">
    <p:spTree>
      <p:nvGrpSpPr>
        <p:cNvPr id="1" name=""/>
        <p:cNvGrpSpPr/>
        <p:nvPr/>
      </p:nvGrpSpPr>
      <p:grpSpPr>
        <a:xfrm>
          <a:off x="0" y="0"/>
          <a:ext cx="0" cy="0"/>
          <a:chOff x="0" y="0"/>
          <a:chExt cx="0" cy="0"/>
        </a:xfrm>
      </p:grpSpPr>
      <p:sp>
        <p:nvSpPr>
          <p:cNvPr id="18" name="Picture Placeholder 17">
            <a:extLst>
              <a:ext uri="{FF2B5EF4-FFF2-40B4-BE49-F238E27FC236}">
                <a16:creationId xmlns:a16="http://schemas.microsoft.com/office/drawing/2014/main" id="{76153363-F52B-ABF7-F309-43F354439053}"/>
              </a:ext>
            </a:extLst>
          </p:cNvPr>
          <p:cNvSpPr>
            <a:spLocks noGrp="1"/>
          </p:cNvSpPr>
          <p:nvPr>
            <p:ph type="pic" sz="quarter" idx="13"/>
          </p:nvPr>
        </p:nvSpPr>
        <p:spPr bwMode="invGray">
          <a:xfrm>
            <a:off x="7860564" y="2526561"/>
            <a:ext cx="4331436" cy="4331439"/>
          </a:xfrm>
        </p:spPr>
        <p:txBody>
          <a:bodyPr tIns="648000" anchor="ctr"/>
          <a:lstStyle>
            <a:lvl1pPr algn="ctr">
              <a:spcBef>
                <a:spcPts val="0"/>
              </a:spcBef>
              <a:defRPr sz="1600" b="0"/>
            </a:lvl1pPr>
          </a:lstStyle>
          <a:p>
            <a:r>
              <a:rPr lang="de-DE" noProof="0" dirty="0"/>
              <a:t>Bild durch Klicken auf Symbol hinzufügen</a:t>
            </a:r>
          </a:p>
        </p:txBody>
      </p:sp>
      <p:grpSp>
        <p:nvGrpSpPr>
          <p:cNvPr id="5" name="Group 4">
            <a:extLst>
              <a:ext uri="{FF2B5EF4-FFF2-40B4-BE49-F238E27FC236}">
                <a16:creationId xmlns:a16="http://schemas.microsoft.com/office/drawing/2014/main" id="{FBFA4B1D-AF50-2FD8-251C-D9725F8EFE94}"/>
              </a:ext>
            </a:extLst>
          </p:cNvPr>
          <p:cNvGrpSpPr>
            <a:grpSpLocks noChangeAspect="1"/>
          </p:cNvGrpSpPr>
          <p:nvPr userDrawn="1"/>
        </p:nvGrpSpPr>
        <p:grpSpPr bwMode="invGray">
          <a:xfrm>
            <a:off x="6566754" y="1232756"/>
            <a:ext cx="5625248" cy="5625246"/>
            <a:chOff x="5118212" y="1097010"/>
            <a:chExt cx="3600003" cy="3600000"/>
          </a:xfrm>
          <a:solidFill>
            <a:schemeClr val="accent1"/>
          </a:solidFill>
        </p:grpSpPr>
        <p:sp>
          <p:nvSpPr>
            <p:cNvPr id="6" name="Rectangle 5">
              <a:extLst>
                <a:ext uri="{FF2B5EF4-FFF2-40B4-BE49-F238E27FC236}">
                  <a16:creationId xmlns:a16="http://schemas.microsoft.com/office/drawing/2014/main" id="{0BFC2907-1941-53AF-B77F-1515A57E17DA}"/>
                </a:ext>
              </a:extLst>
            </p:cNvPr>
            <p:cNvSpPr>
              <a:spLocks noChangeAspect="1"/>
            </p:cNvSpPr>
            <p:nvPr userDrawn="1"/>
          </p:nvSpPr>
          <p:spPr bwMode="invGray">
            <a:xfrm>
              <a:off x="5946214" y="1097010"/>
              <a:ext cx="2772001" cy="82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7" name="Rectangle 6">
              <a:extLst>
                <a:ext uri="{FF2B5EF4-FFF2-40B4-BE49-F238E27FC236}">
                  <a16:creationId xmlns:a16="http://schemas.microsoft.com/office/drawing/2014/main" id="{149B23BE-2B74-8159-0AFD-58AAE589A892}"/>
                </a:ext>
              </a:extLst>
            </p:cNvPr>
            <p:cNvSpPr>
              <a:spLocks noChangeAspect="1"/>
            </p:cNvSpPr>
            <p:nvPr userDrawn="1"/>
          </p:nvSpPr>
          <p:spPr bwMode="invGray">
            <a:xfrm>
              <a:off x="5118212" y="1925010"/>
              <a:ext cx="828000" cy="277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sp>
        <p:nvSpPr>
          <p:cNvPr id="2" name="Title 1">
            <a:extLst>
              <a:ext uri="{FF2B5EF4-FFF2-40B4-BE49-F238E27FC236}">
                <a16:creationId xmlns:a16="http://schemas.microsoft.com/office/drawing/2014/main" id="{BAA0C89F-FE1C-2FFA-0443-6E71E0677E6A}"/>
              </a:ext>
            </a:extLst>
          </p:cNvPr>
          <p:cNvSpPr>
            <a:spLocks noGrp="1"/>
          </p:cNvSpPr>
          <p:nvPr>
            <p:ph type="title" hasCustomPrompt="1"/>
          </p:nvPr>
        </p:nvSpPr>
        <p:spPr bwMode="invGray">
          <a:xfrm>
            <a:off x="407368" y="1733500"/>
            <a:ext cx="5472000" cy="1994392"/>
          </a:xfrm>
        </p:spPr>
        <p:txBody>
          <a:bodyPr anchor="b"/>
          <a:lstStyle>
            <a:lvl1pPr>
              <a:defRPr sz="4800"/>
            </a:lvl1pPr>
          </a:lstStyle>
          <a:p>
            <a:r>
              <a:rPr lang="de-DE" noProof="0"/>
              <a:t>Präsentationstitel durch Klicken bearbeiten</a:t>
            </a:r>
            <a:endParaRPr lang="de-DE" noProof="0" dirty="0"/>
          </a:p>
        </p:txBody>
      </p:sp>
      <p:sp>
        <p:nvSpPr>
          <p:cNvPr id="11" name="Text Placeholder 10">
            <a:extLst>
              <a:ext uri="{FF2B5EF4-FFF2-40B4-BE49-F238E27FC236}">
                <a16:creationId xmlns:a16="http://schemas.microsoft.com/office/drawing/2014/main" id="{AEBD709B-DFE5-5A5D-6A5C-7022BC395B26}"/>
              </a:ext>
            </a:extLst>
          </p:cNvPr>
          <p:cNvSpPr>
            <a:spLocks noGrp="1"/>
          </p:cNvSpPr>
          <p:nvPr>
            <p:ph type="body" sz="quarter" idx="10" hasCustomPrompt="1"/>
          </p:nvPr>
        </p:nvSpPr>
        <p:spPr bwMode="invGray">
          <a:xfrm>
            <a:off x="407368" y="3930653"/>
            <a:ext cx="5472000" cy="307777"/>
          </a:xfrm>
        </p:spPr>
        <p:txBody>
          <a:bodyPr wrap="square">
            <a:spAutoFit/>
          </a:bodyPr>
          <a:lstStyle>
            <a:lvl1pPr marL="0" indent="0">
              <a:spcBef>
                <a:spcPts val="0"/>
              </a:spcBef>
              <a:buFont typeface="Skeena" panose="020B0604020202020204" pitchFamily="34" charset="0"/>
              <a:buNone/>
              <a:defRPr sz="2000" b="0">
                <a:solidFill>
                  <a:schemeClr val="bg1"/>
                </a:solidFill>
              </a:defRPr>
            </a:lvl1pPr>
            <a:lvl2pPr marL="0" indent="0">
              <a:spcBef>
                <a:spcPts val="0"/>
              </a:spcBef>
              <a:buFont typeface="Skeena" panose="020B0604020202020204" pitchFamily="34" charset="0"/>
              <a:buNone/>
              <a:defRPr sz="2000" b="0">
                <a:solidFill>
                  <a:schemeClr val="bg1"/>
                </a:solidFill>
              </a:defRPr>
            </a:lvl2pPr>
            <a:lvl3pPr marL="0" indent="0">
              <a:spcBef>
                <a:spcPts val="0"/>
              </a:spcBef>
              <a:buNone/>
              <a:defRPr sz="2000" b="0">
                <a:solidFill>
                  <a:schemeClr val="bg1"/>
                </a:solidFill>
              </a:defRPr>
            </a:lvl3pPr>
            <a:lvl4pPr marL="0" indent="0">
              <a:spcBef>
                <a:spcPts val="0"/>
              </a:spcBef>
              <a:buNone/>
              <a:defRPr sz="2000" b="0">
                <a:solidFill>
                  <a:schemeClr val="bg1"/>
                </a:solidFill>
              </a:defRPr>
            </a:lvl4pPr>
            <a:lvl5pPr marL="0" indent="0">
              <a:spcBef>
                <a:spcPts val="0"/>
              </a:spcBef>
              <a:buNone/>
              <a:defRPr sz="2000" b="0">
                <a:solidFill>
                  <a:schemeClr val="bg1"/>
                </a:solidFill>
              </a:defRPr>
            </a:lvl5pPr>
            <a:lvl6pPr marL="0" indent="0">
              <a:spcBef>
                <a:spcPts val="0"/>
              </a:spcBef>
              <a:buNone/>
              <a:defRPr sz="2000" b="0">
                <a:solidFill>
                  <a:schemeClr val="bg1"/>
                </a:solidFill>
              </a:defRPr>
            </a:lvl6pPr>
            <a:lvl7pPr marL="0" indent="0">
              <a:spcBef>
                <a:spcPts val="0"/>
              </a:spcBef>
              <a:buNone/>
              <a:defRPr sz="2000" b="0">
                <a:solidFill>
                  <a:schemeClr val="bg1"/>
                </a:solidFill>
              </a:defRPr>
            </a:lvl7pPr>
            <a:lvl8pPr marL="0" indent="0">
              <a:spcBef>
                <a:spcPts val="0"/>
              </a:spcBef>
              <a:buNone/>
              <a:defRPr sz="2000" b="0">
                <a:solidFill>
                  <a:schemeClr val="bg1"/>
                </a:solidFill>
              </a:defRPr>
            </a:lvl8pPr>
            <a:lvl9pPr marL="0" indent="0">
              <a:spcBef>
                <a:spcPts val="0"/>
              </a:spcBef>
              <a:buNone/>
              <a:defRPr sz="2000" b="0">
                <a:solidFill>
                  <a:schemeClr val="bg1"/>
                </a:solidFill>
              </a:defRPr>
            </a:lvl9pPr>
          </a:lstStyle>
          <a:p>
            <a:pPr lvl="0"/>
            <a:r>
              <a:rPr lang="de-DE" noProof="0"/>
              <a:t>Untertitel durch Klicken bearbeiten</a:t>
            </a:r>
            <a:endParaRPr lang="de-DE" noProof="0" dirty="0"/>
          </a:p>
        </p:txBody>
      </p:sp>
      <p:sp>
        <p:nvSpPr>
          <p:cNvPr id="12" name="Text Placeholder 10">
            <a:extLst>
              <a:ext uri="{FF2B5EF4-FFF2-40B4-BE49-F238E27FC236}">
                <a16:creationId xmlns:a16="http://schemas.microsoft.com/office/drawing/2014/main" id="{B672624F-E384-C13B-8F1E-772A7C9E7100}"/>
              </a:ext>
            </a:extLst>
          </p:cNvPr>
          <p:cNvSpPr>
            <a:spLocks noGrp="1"/>
          </p:cNvSpPr>
          <p:nvPr>
            <p:ph type="body" sz="quarter" idx="11" hasCustomPrompt="1"/>
          </p:nvPr>
        </p:nvSpPr>
        <p:spPr bwMode="invGray">
          <a:xfrm>
            <a:off x="407368" y="6021868"/>
            <a:ext cx="5472000" cy="215444"/>
          </a:xfrm>
        </p:spPr>
        <p:txBody>
          <a:bodyPr wrap="square" anchor="b">
            <a:spAutoFit/>
          </a:bodyPr>
          <a:lstStyle>
            <a:lvl1pPr marL="0" indent="0">
              <a:spcBef>
                <a:spcPts val="0"/>
              </a:spcBef>
              <a:buFont typeface="Skeena" panose="020B0604020202020204" pitchFamily="34" charset="0"/>
              <a:buNone/>
              <a:defRPr sz="1400" b="0">
                <a:solidFill>
                  <a:schemeClr val="bg1"/>
                </a:solidFill>
              </a:defRPr>
            </a:lvl1pPr>
            <a:lvl2pPr marL="0" indent="0">
              <a:spcBef>
                <a:spcPts val="0"/>
              </a:spcBef>
              <a:buFont typeface="Skeena" panose="020B0604020202020204" pitchFamily="34" charset="0"/>
              <a:buNone/>
              <a:defRPr sz="1400" b="0">
                <a:solidFill>
                  <a:schemeClr val="bg1"/>
                </a:solidFill>
              </a:defRPr>
            </a:lvl2pPr>
            <a:lvl3pPr marL="0" indent="0">
              <a:spcBef>
                <a:spcPts val="0"/>
              </a:spcBef>
              <a:buNone/>
              <a:defRPr sz="1400" b="0">
                <a:solidFill>
                  <a:schemeClr val="bg1"/>
                </a:solidFill>
              </a:defRPr>
            </a:lvl3pPr>
            <a:lvl4pPr marL="0" indent="0">
              <a:spcBef>
                <a:spcPts val="0"/>
              </a:spcBef>
              <a:buNone/>
              <a:defRPr sz="1400" b="0">
                <a:solidFill>
                  <a:schemeClr val="bg1"/>
                </a:solidFill>
              </a:defRPr>
            </a:lvl4pPr>
            <a:lvl5pPr marL="0" indent="0">
              <a:spcBef>
                <a:spcPts val="0"/>
              </a:spcBef>
              <a:buNone/>
              <a:defRPr sz="1400" b="0">
                <a:solidFill>
                  <a:schemeClr val="bg1"/>
                </a:solidFill>
              </a:defRPr>
            </a:lvl5pPr>
            <a:lvl6pPr marL="0" indent="0">
              <a:spcBef>
                <a:spcPts val="0"/>
              </a:spcBef>
              <a:buNone/>
              <a:defRPr sz="1400" b="0">
                <a:solidFill>
                  <a:schemeClr val="bg1"/>
                </a:solidFill>
              </a:defRPr>
            </a:lvl6pPr>
            <a:lvl7pPr marL="0" indent="0">
              <a:spcBef>
                <a:spcPts val="0"/>
              </a:spcBef>
              <a:buNone/>
              <a:defRPr sz="1400" b="0">
                <a:solidFill>
                  <a:schemeClr val="bg1"/>
                </a:solidFill>
              </a:defRPr>
            </a:lvl7pPr>
            <a:lvl8pPr marL="0" indent="0">
              <a:spcBef>
                <a:spcPts val="0"/>
              </a:spcBef>
              <a:buNone/>
              <a:defRPr sz="1400" b="0">
                <a:solidFill>
                  <a:schemeClr val="bg1"/>
                </a:solidFill>
              </a:defRPr>
            </a:lvl8pPr>
            <a:lvl9pPr marL="0" indent="0">
              <a:spcBef>
                <a:spcPts val="0"/>
              </a:spcBef>
              <a:buNone/>
              <a:defRPr sz="1400" b="0">
                <a:solidFill>
                  <a:schemeClr val="bg1"/>
                </a:solidFill>
              </a:defRPr>
            </a:lvl9pPr>
          </a:lstStyle>
          <a:p>
            <a:pPr lvl="0"/>
            <a:r>
              <a:rPr lang="de-DE" noProof="0"/>
              <a:t>Vorname und Nachname des Redners  |  Ort  |  Datum bearbeiten</a:t>
            </a:r>
          </a:p>
        </p:txBody>
      </p:sp>
      <p:sp>
        <p:nvSpPr>
          <p:cNvPr id="14" name="Text Placeholder 10">
            <a:extLst>
              <a:ext uri="{FF2B5EF4-FFF2-40B4-BE49-F238E27FC236}">
                <a16:creationId xmlns:a16="http://schemas.microsoft.com/office/drawing/2014/main" id="{F9EE62A4-7383-CA24-B3D5-1DF50584FE87}"/>
              </a:ext>
            </a:extLst>
          </p:cNvPr>
          <p:cNvSpPr txBox="1">
            <a:spLocks/>
          </p:cNvSpPr>
          <p:nvPr userDrawn="1"/>
        </p:nvSpPr>
        <p:spPr bwMode="invGray">
          <a:xfrm>
            <a:off x="9061233" y="316267"/>
            <a:ext cx="2723399" cy="306000"/>
          </a:xfrm>
          <a:prstGeom prst="rect">
            <a:avLst/>
          </a:prstGeom>
          <a:blipFill>
            <a:blip r:embed="rId2"/>
            <a:stretch>
              <a:fillRect/>
            </a:stretch>
          </a:blipFill>
        </p:spPr>
        <p:txBody>
          <a:bodyPr/>
          <a:lstStyle>
            <a:lvl1pPr marL="0" indent="0" algn="l" defTabSz="914400" rtl="0" eaLnBrk="1" latinLnBrk="0" hangingPunct="1">
              <a:lnSpc>
                <a:spcPct val="100000"/>
              </a:lnSpc>
              <a:spcBef>
                <a:spcPts val="0"/>
              </a:spcBef>
              <a:buFont typeface="Skeena" panose="020B0604020202020204" pitchFamily="34" charset="0"/>
              <a:buNone/>
              <a:defRPr sz="100" b="0" kern="1200">
                <a:noFill/>
                <a:latin typeface="+mn-lt"/>
                <a:ea typeface="+mn-ea"/>
                <a:cs typeface="+mn-cs"/>
              </a:defRPr>
            </a:lvl1pPr>
            <a:lvl2pPr marL="0" indent="0" algn="l" defTabSz="914400" rtl="0" eaLnBrk="1" latinLnBrk="0" hangingPunct="1">
              <a:lnSpc>
                <a:spcPct val="100000"/>
              </a:lnSpc>
              <a:spcBef>
                <a:spcPts val="0"/>
              </a:spcBef>
              <a:buFont typeface="Skeena" panose="020B0604020202020204" pitchFamily="34" charset="0"/>
              <a:buNone/>
              <a:defRPr sz="100" b="0" kern="1200">
                <a:noFill/>
                <a:latin typeface="+mn-lt"/>
                <a:ea typeface="+mn-ea"/>
                <a:cs typeface="+mn-cs"/>
              </a:defRPr>
            </a:lvl2pPr>
            <a:lvl3pPr marL="0" indent="0" algn="l" defTabSz="914400" rtl="0" eaLnBrk="1" latinLnBrk="0" hangingPunct="1">
              <a:lnSpc>
                <a:spcPct val="100000"/>
              </a:lnSpc>
              <a:spcBef>
                <a:spcPts val="0"/>
              </a:spcBef>
              <a:buFont typeface="Wingdings" panose="05000000000000000000" pitchFamily="2" charset="2"/>
              <a:buNone/>
              <a:defRPr sz="100" b="0" kern="1200">
                <a:noFill/>
                <a:latin typeface="+mn-lt"/>
                <a:ea typeface="+mn-ea"/>
                <a:cs typeface="+mn-cs"/>
              </a:defRPr>
            </a:lvl3pPr>
            <a:lvl4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4pPr>
            <a:lvl5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5pPr>
            <a:lvl6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6pPr>
            <a:lvl7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7pPr>
            <a:lvl8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8pPr>
            <a:lvl9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9pPr>
          </a:lstStyle>
          <a:p>
            <a:r>
              <a:rPr lang="de-DE" noProof="0"/>
              <a:t> </a:t>
            </a:r>
          </a:p>
        </p:txBody>
      </p:sp>
    </p:spTree>
    <p:extLst>
      <p:ext uri="{BB962C8B-B14F-4D97-AF65-F5344CB8AC3E}">
        <p14:creationId xmlns:p14="http://schemas.microsoft.com/office/powerpoint/2010/main" val="47212597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 Titelfolie ohne Bi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0C89F-FE1C-2FFA-0443-6E71E0677E6A}"/>
              </a:ext>
            </a:extLst>
          </p:cNvPr>
          <p:cNvSpPr>
            <a:spLocks noGrp="1"/>
          </p:cNvSpPr>
          <p:nvPr>
            <p:ph type="title" hasCustomPrompt="1"/>
          </p:nvPr>
        </p:nvSpPr>
        <p:spPr bwMode="invGray">
          <a:xfrm>
            <a:off x="407368" y="1733500"/>
            <a:ext cx="5472000" cy="1994392"/>
          </a:xfrm>
        </p:spPr>
        <p:txBody>
          <a:bodyPr anchor="b"/>
          <a:lstStyle>
            <a:lvl1pPr>
              <a:defRPr sz="4800"/>
            </a:lvl1pPr>
          </a:lstStyle>
          <a:p>
            <a:r>
              <a:rPr lang="de-DE" noProof="0"/>
              <a:t>Präsentationstitel durch Klicken bearbeiten</a:t>
            </a:r>
            <a:endParaRPr lang="de-DE" noProof="0" dirty="0"/>
          </a:p>
        </p:txBody>
      </p:sp>
      <p:sp>
        <p:nvSpPr>
          <p:cNvPr id="11" name="Text Placeholder 10">
            <a:extLst>
              <a:ext uri="{FF2B5EF4-FFF2-40B4-BE49-F238E27FC236}">
                <a16:creationId xmlns:a16="http://schemas.microsoft.com/office/drawing/2014/main" id="{AEBD709B-DFE5-5A5D-6A5C-7022BC395B26}"/>
              </a:ext>
            </a:extLst>
          </p:cNvPr>
          <p:cNvSpPr>
            <a:spLocks noGrp="1"/>
          </p:cNvSpPr>
          <p:nvPr>
            <p:ph type="body" sz="quarter" idx="10" hasCustomPrompt="1"/>
          </p:nvPr>
        </p:nvSpPr>
        <p:spPr bwMode="invGray">
          <a:xfrm>
            <a:off x="407368" y="3930653"/>
            <a:ext cx="5472000" cy="307777"/>
          </a:xfrm>
        </p:spPr>
        <p:txBody>
          <a:bodyPr wrap="square">
            <a:spAutoFit/>
          </a:bodyPr>
          <a:lstStyle>
            <a:lvl1pPr marL="0" indent="0">
              <a:spcBef>
                <a:spcPts val="0"/>
              </a:spcBef>
              <a:buFont typeface="Skeena" panose="020B0604020202020204" pitchFamily="34" charset="0"/>
              <a:buNone/>
              <a:defRPr sz="2000" b="0">
                <a:solidFill>
                  <a:schemeClr val="bg1"/>
                </a:solidFill>
              </a:defRPr>
            </a:lvl1pPr>
            <a:lvl2pPr marL="0" indent="0">
              <a:spcBef>
                <a:spcPts val="0"/>
              </a:spcBef>
              <a:buFont typeface="Skeena" panose="020B0604020202020204" pitchFamily="34" charset="0"/>
              <a:buNone/>
              <a:defRPr sz="2000" b="0">
                <a:solidFill>
                  <a:schemeClr val="bg1"/>
                </a:solidFill>
              </a:defRPr>
            </a:lvl2pPr>
            <a:lvl3pPr marL="0" indent="0">
              <a:spcBef>
                <a:spcPts val="0"/>
              </a:spcBef>
              <a:buNone/>
              <a:defRPr sz="2000" b="0">
                <a:solidFill>
                  <a:schemeClr val="bg1"/>
                </a:solidFill>
              </a:defRPr>
            </a:lvl3pPr>
            <a:lvl4pPr marL="0" indent="0">
              <a:spcBef>
                <a:spcPts val="0"/>
              </a:spcBef>
              <a:buNone/>
              <a:defRPr sz="2000" b="0">
                <a:solidFill>
                  <a:schemeClr val="bg1"/>
                </a:solidFill>
              </a:defRPr>
            </a:lvl4pPr>
            <a:lvl5pPr marL="0" indent="0">
              <a:spcBef>
                <a:spcPts val="0"/>
              </a:spcBef>
              <a:buNone/>
              <a:defRPr sz="2000" b="0">
                <a:solidFill>
                  <a:schemeClr val="bg1"/>
                </a:solidFill>
              </a:defRPr>
            </a:lvl5pPr>
            <a:lvl6pPr marL="0" indent="0">
              <a:spcBef>
                <a:spcPts val="0"/>
              </a:spcBef>
              <a:buNone/>
              <a:defRPr sz="2000" b="0">
                <a:solidFill>
                  <a:schemeClr val="bg1"/>
                </a:solidFill>
              </a:defRPr>
            </a:lvl6pPr>
            <a:lvl7pPr marL="0" indent="0">
              <a:spcBef>
                <a:spcPts val="0"/>
              </a:spcBef>
              <a:buNone/>
              <a:defRPr sz="2000" b="0">
                <a:solidFill>
                  <a:schemeClr val="bg1"/>
                </a:solidFill>
              </a:defRPr>
            </a:lvl7pPr>
            <a:lvl8pPr marL="0" indent="0">
              <a:spcBef>
                <a:spcPts val="0"/>
              </a:spcBef>
              <a:buNone/>
              <a:defRPr sz="2000" b="0">
                <a:solidFill>
                  <a:schemeClr val="bg1"/>
                </a:solidFill>
              </a:defRPr>
            </a:lvl8pPr>
            <a:lvl9pPr marL="0" indent="0">
              <a:spcBef>
                <a:spcPts val="0"/>
              </a:spcBef>
              <a:buNone/>
              <a:defRPr sz="2000" b="0">
                <a:solidFill>
                  <a:schemeClr val="bg1"/>
                </a:solidFill>
              </a:defRPr>
            </a:lvl9pPr>
          </a:lstStyle>
          <a:p>
            <a:pPr lvl="0"/>
            <a:r>
              <a:rPr lang="de-DE" noProof="0"/>
              <a:t>Untertitel durch Klicken bearbeiten</a:t>
            </a:r>
            <a:endParaRPr lang="de-DE" noProof="0" dirty="0"/>
          </a:p>
        </p:txBody>
      </p:sp>
      <p:sp>
        <p:nvSpPr>
          <p:cNvPr id="12" name="Text Placeholder 10">
            <a:extLst>
              <a:ext uri="{FF2B5EF4-FFF2-40B4-BE49-F238E27FC236}">
                <a16:creationId xmlns:a16="http://schemas.microsoft.com/office/drawing/2014/main" id="{B672624F-E384-C13B-8F1E-772A7C9E7100}"/>
              </a:ext>
            </a:extLst>
          </p:cNvPr>
          <p:cNvSpPr>
            <a:spLocks noGrp="1"/>
          </p:cNvSpPr>
          <p:nvPr>
            <p:ph type="body" sz="quarter" idx="11" hasCustomPrompt="1"/>
          </p:nvPr>
        </p:nvSpPr>
        <p:spPr bwMode="invGray">
          <a:xfrm>
            <a:off x="407368" y="6021868"/>
            <a:ext cx="5472000" cy="215444"/>
          </a:xfrm>
        </p:spPr>
        <p:txBody>
          <a:bodyPr wrap="square" anchor="b">
            <a:spAutoFit/>
          </a:bodyPr>
          <a:lstStyle>
            <a:lvl1pPr marL="0" indent="0">
              <a:spcBef>
                <a:spcPts val="0"/>
              </a:spcBef>
              <a:buFont typeface="Skeena" panose="020B0604020202020204" pitchFamily="34" charset="0"/>
              <a:buNone/>
              <a:defRPr sz="1400" b="0">
                <a:solidFill>
                  <a:schemeClr val="bg1"/>
                </a:solidFill>
              </a:defRPr>
            </a:lvl1pPr>
            <a:lvl2pPr marL="0" indent="0">
              <a:spcBef>
                <a:spcPts val="0"/>
              </a:spcBef>
              <a:buFont typeface="Skeena" panose="020B0604020202020204" pitchFamily="34" charset="0"/>
              <a:buNone/>
              <a:defRPr sz="1400" b="0">
                <a:solidFill>
                  <a:schemeClr val="bg1"/>
                </a:solidFill>
              </a:defRPr>
            </a:lvl2pPr>
            <a:lvl3pPr marL="0" indent="0">
              <a:spcBef>
                <a:spcPts val="0"/>
              </a:spcBef>
              <a:buNone/>
              <a:defRPr sz="1400" b="0">
                <a:solidFill>
                  <a:schemeClr val="bg1"/>
                </a:solidFill>
              </a:defRPr>
            </a:lvl3pPr>
            <a:lvl4pPr marL="0" indent="0">
              <a:spcBef>
                <a:spcPts val="0"/>
              </a:spcBef>
              <a:buNone/>
              <a:defRPr sz="1400" b="0">
                <a:solidFill>
                  <a:schemeClr val="bg1"/>
                </a:solidFill>
              </a:defRPr>
            </a:lvl4pPr>
            <a:lvl5pPr marL="0" indent="0">
              <a:spcBef>
                <a:spcPts val="0"/>
              </a:spcBef>
              <a:buNone/>
              <a:defRPr sz="1400" b="0">
                <a:solidFill>
                  <a:schemeClr val="bg1"/>
                </a:solidFill>
              </a:defRPr>
            </a:lvl5pPr>
            <a:lvl6pPr marL="0" indent="0">
              <a:spcBef>
                <a:spcPts val="0"/>
              </a:spcBef>
              <a:buNone/>
              <a:defRPr sz="1400" b="0">
                <a:solidFill>
                  <a:schemeClr val="bg1"/>
                </a:solidFill>
              </a:defRPr>
            </a:lvl6pPr>
            <a:lvl7pPr marL="0" indent="0">
              <a:spcBef>
                <a:spcPts val="0"/>
              </a:spcBef>
              <a:buNone/>
              <a:defRPr sz="1400" b="0">
                <a:solidFill>
                  <a:schemeClr val="bg1"/>
                </a:solidFill>
              </a:defRPr>
            </a:lvl7pPr>
            <a:lvl8pPr marL="0" indent="0">
              <a:spcBef>
                <a:spcPts val="0"/>
              </a:spcBef>
              <a:buNone/>
              <a:defRPr sz="1400" b="0">
                <a:solidFill>
                  <a:schemeClr val="bg1"/>
                </a:solidFill>
              </a:defRPr>
            </a:lvl8pPr>
            <a:lvl9pPr marL="0" indent="0">
              <a:spcBef>
                <a:spcPts val="0"/>
              </a:spcBef>
              <a:buNone/>
              <a:defRPr sz="1400" b="0">
                <a:solidFill>
                  <a:schemeClr val="bg1"/>
                </a:solidFill>
              </a:defRPr>
            </a:lvl9pPr>
          </a:lstStyle>
          <a:p>
            <a:pPr lvl="0"/>
            <a:r>
              <a:rPr lang="de-DE" noProof="0"/>
              <a:t>Vorname und Nachname des Redners  |  Ort  |  Datum bearbeiten</a:t>
            </a:r>
          </a:p>
        </p:txBody>
      </p:sp>
      <p:sp>
        <p:nvSpPr>
          <p:cNvPr id="14" name="Text Placeholder 10">
            <a:extLst>
              <a:ext uri="{FF2B5EF4-FFF2-40B4-BE49-F238E27FC236}">
                <a16:creationId xmlns:a16="http://schemas.microsoft.com/office/drawing/2014/main" id="{F9EE62A4-7383-CA24-B3D5-1DF50584FE87}"/>
              </a:ext>
            </a:extLst>
          </p:cNvPr>
          <p:cNvSpPr txBox="1">
            <a:spLocks/>
          </p:cNvSpPr>
          <p:nvPr userDrawn="1"/>
        </p:nvSpPr>
        <p:spPr bwMode="invGray">
          <a:xfrm>
            <a:off x="9061233" y="316267"/>
            <a:ext cx="2723399" cy="306000"/>
          </a:xfrm>
          <a:prstGeom prst="rect">
            <a:avLst/>
          </a:prstGeom>
          <a:blipFill>
            <a:blip r:embed="rId2"/>
            <a:stretch>
              <a:fillRect/>
            </a:stretch>
          </a:blipFill>
        </p:spPr>
        <p:txBody>
          <a:bodyPr/>
          <a:lstStyle>
            <a:lvl1pPr marL="0" indent="0" algn="l" defTabSz="914400" rtl="0" eaLnBrk="1" latinLnBrk="0" hangingPunct="1">
              <a:lnSpc>
                <a:spcPct val="100000"/>
              </a:lnSpc>
              <a:spcBef>
                <a:spcPts val="0"/>
              </a:spcBef>
              <a:buFont typeface="Skeena" panose="020B0604020202020204" pitchFamily="34" charset="0"/>
              <a:buNone/>
              <a:defRPr sz="100" b="0" kern="1200">
                <a:noFill/>
                <a:latin typeface="+mn-lt"/>
                <a:ea typeface="+mn-ea"/>
                <a:cs typeface="+mn-cs"/>
              </a:defRPr>
            </a:lvl1pPr>
            <a:lvl2pPr marL="0" indent="0" algn="l" defTabSz="914400" rtl="0" eaLnBrk="1" latinLnBrk="0" hangingPunct="1">
              <a:lnSpc>
                <a:spcPct val="100000"/>
              </a:lnSpc>
              <a:spcBef>
                <a:spcPts val="0"/>
              </a:spcBef>
              <a:buFont typeface="Skeena" panose="020B0604020202020204" pitchFamily="34" charset="0"/>
              <a:buNone/>
              <a:defRPr sz="100" b="0" kern="1200">
                <a:noFill/>
                <a:latin typeface="+mn-lt"/>
                <a:ea typeface="+mn-ea"/>
                <a:cs typeface="+mn-cs"/>
              </a:defRPr>
            </a:lvl2pPr>
            <a:lvl3pPr marL="0" indent="0" algn="l" defTabSz="914400" rtl="0" eaLnBrk="1" latinLnBrk="0" hangingPunct="1">
              <a:lnSpc>
                <a:spcPct val="100000"/>
              </a:lnSpc>
              <a:spcBef>
                <a:spcPts val="0"/>
              </a:spcBef>
              <a:buFont typeface="Wingdings" panose="05000000000000000000" pitchFamily="2" charset="2"/>
              <a:buNone/>
              <a:defRPr sz="100" b="0" kern="1200">
                <a:noFill/>
                <a:latin typeface="+mn-lt"/>
                <a:ea typeface="+mn-ea"/>
                <a:cs typeface="+mn-cs"/>
              </a:defRPr>
            </a:lvl3pPr>
            <a:lvl4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4pPr>
            <a:lvl5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5pPr>
            <a:lvl6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6pPr>
            <a:lvl7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7pPr>
            <a:lvl8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8pPr>
            <a:lvl9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9pPr>
          </a:lstStyle>
          <a:p>
            <a:r>
              <a:rPr lang="de-DE" noProof="0"/>
              <a:t> </a:t>
            </a:r>
          </a:p>
        </p:txBody>
      </p:sp>
      <p:grpSp>
        <p:nvGrpSpPr>
          <p:cNvPr id="3" name="Group 2">
            <a:extLst>
              <a:ext uri="{FF2B5EF4-FFF2-40B4-BE49-F238E27FC236}">
                <a16:creationId xmlns:a16="http://schemas.microsoft.com/office/drawing/2014/main" id="{3B568E92-E477-784C-A845-87B0F767A45A}"/>
              </a:ext>
            </a:extLst>
          </p:cNvPr>
          <p:cNvGrpSpPr/>
          <p:nvPr userDrawn="1"/>
        </p:nvGrpSpPr>
        <p:grpSpPr>
          <a:xfrm>
            <a:off x="10818263" y="5270919"/>
            <a:ext cx="966369" cy="966369"/>
            <a:chOff x="10818263" y="5270919"/>
            <a:chExt cx="966369" cy="966369"/>
          </a:xfrm>
          <a:solidFill>
            <a:schemeClr val="accent1"/>
          </a:solidFill>
        </p:grpSpPr>
        <p:sp>
          <p:nvSpPr>
            <p:cNvPr id="4" name="Rectangle 3">
              <a:extLst>
                <a:ext uri="{FF2B5EF4-FFF2-40B4-BE49-F238E27FC236}">
                  <a16:creationId xmlns:a16="http://schemas.microsoft.com/office/drawing/2014/main" id="{7FD1CE9E-1E0F-7877-4346-3BA184827306}"/>
                </a:ext>
              </a:extLst>
            </p:cNvPr>
            <p:cNvSpPr>
              <a:spLocks noChangeAspect="1"/>
            </p:cNvSpPr>
            <p:nvPr userDrawn="1"/>
          </p:nvSpPr>
          <p:spPr bwMode="gray">
            <a:xfrm rot="10800000" flipV="1">
              <a:off x="10818263" y="6015023"/>
              <a:ext cx="744104" cy="2222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8" name="Rectangle 7">
              <a:extLst>
                <a:ext uri="{FF2B5EF4-FFF2-40B4-BE49-F238E27FC236}">
                  <a16:creationId xmlns:a16="http://schemas.microsoft.com/office/drawing/2014/main" id="{CCE1E2A8-7232-D69B-8785-80E80E6B5B16}"/>
                </a:ext>
              </a:extLst>
            </p:cNvPr>
            <p:cNvSpPr>
              <a:spLocks noChangeAspect="1"/>
            </p:cNvSpPr>
            <p:nvPr userDrawn="1"/>
          </p:nvSpPr>
          <p:spPr bwMode="gray">
            <a:xfrm rot="10800000" flipV="1">
              <a:off x="11562367" y="5270919"/>
              <a:ext cx="222265" cy="744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grpSp>
        <p:nvGrpSpPr>
          <p:cNvPr id="9" name="Group 8">
            <a:extLst>
              <a:ext uri="{FF2B5EF4-FFF2-40B4-BE49-F238E27FC236}">
                <a16:creationId xmlns:a16="http://schemas.microsoft.com/office/drawing/2014/main" id="{67119B16-E3FF-C434-9BC3-891F94F9848C}"/>
              </a:ext>
            </a:extLst>
          </p:cNvPr>
          <p:cNvGrpSpPr/>
          <p:nvPr userDrawn="1"/>
        </p:nvGrpSpPr>
        <p:grpSpPr>
          <a:xfrm>
            <a:off x="9473526" y="5270919"/>
            <a:ext cx="966369" cy="966369"/>
            <a:chOff x="10818263" y="5270919"/>
            <a:chExt cx="966369" cy="966369"/>
          </a:xfrm>
          <a:solidFill>
            <a:schemeClr val="accent1"/>
          </a:solidFill>
        </p:grpSpPr>
        <p:sp>
          <p:nvSpPr>
            <p:cNvPr id="10" name="Rectangle 9">
              <a:extLst>
                <a:ext uri="{FF2B5EF4-FFF2-40B4-BE49-F238E27FC236}">
                  <a16:creationId xmlns:a16="http://schemas.microsoft.com/office/drawing/2014/main" id="{8F2AB4B0-2E69-AD1D-E853-3D187A580F57}"/>
                </a:ext>
              </a:extLst>
            </p:cNvPr>
            <p:cNvSpPr>
              <a:spLocks noChangeAspect="1"/>
            </p:cNvSpPr>
            <p:nvPr userDrawn="1"/>
          </p:nvSpPr>
          <p:spPr bwMode="gray">
            <a:xfrm rot="10800000" flipV="1">
              <a:off x="10818263" y="6015023"/>
              <a:ext cx="744104" cy="2222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13" name="Rectangle 12">
              <a:extLst>
                <a:ext uri="{FF2B5EF4-FFF2-40B4-BE49-F238E27FC236}">
                  <a16:creationId xmlns:a16="http://schemas.microsoft.com/office/drawing/2014/main" id="{A7F6DDD9-DA7F-2F26-3E3A-EACA30BA6C35}"/>
                </a:ext>
              </a:extLst>
            </p:cNvPr>
            <p:cNvSpPr>
              <a:spLocks noChangeAspect="1"/>
            </p:cNvSpPr>
            <p:nvPr userDrawn="1"/>
          </p:nvSpPr>
          <p:spPr bwMode="gray">
            <a:xfrm rot="10800000" flipV="1">
              <a:off x="11562367" y="5270919"/>
              <a:ext cx="222265" cy="744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grpSp>
        <p:nvGrpSpPr>
          <p:cNvPr id="15" name="Group 14">
            <a:extLst>
              <a:ext uri="{FF2B5EF4-FFF2-40B4-BE49-F238E27FC236}">
                <a16:creationId xmlns:a16="http://schemas.microsoft.com/office/drawing/2014/main" id="{8BE4476A-4EE3-7BAC-019D-31C4CC8CA22F}"/>
              </a:ext>
            </a:extLst>
          </p:cNvPr>
          <p:cNvGrpSpPr/>
          <p:nvPr userDrawn="1"/>
        </p:nvGrpSpPr>
        <p:grpSpPr>
          <a:xfrm>
            <a:off x="8128789" y="5270919"/>
            <a:ext cx="966369" cy="966369"/>
            <a:chOff x="10818263" y="5270919"/>
            <a:chExt cx="966369" cy="966369"/>
          </a:xfrm>
          <a:solidFill>
            <a:schemeClr val="accent1"/>
          </a:solidFill>
        </p:grpSpPr>
        <p:sp>
          <p:nvSpPr>
            <p:cNvPr id="16" name="Rectangle 15">
              <a:extLst>
                <a:ext uri="{FF2B5EF4-FFF2-40B4-BE49-F238E27FC236}">
                  <a16:creationId xmlns:a16="http://schemas.microsoft.com/office/drawing/2014/main" id="{BB937B46-6685-966A-D9D2-3768039DB2ED}"/>
                </a:ext>
              </a:extLst>
            </p:cNvPr>
            <p:cNvSpPr>
              <a:spLocks noChangeAspect="1"/>
            </p:cNvSpPr>
            <p:nvPr userDrawn="1"/>
          </p:nvSpPr>
          <p:spPr bwMode="gray">
            <a:xfrm rot="10800000" flipV="1">
              <a:off x="10818263" y="6015023"/>
              <a:ext cx="744104" cy="2222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17" name="Rectangle 16">
              <a:extLst>
                <a:ext uri="{FF2B5EF4-FFF2-40B4-BE49-F238E27FC236}">
                  <a16:creationId xmlns:a16="http://schemas.microsoft.com/office/drawing/2014/main" id="{54FBE128-EB1B-B538-33E3-CF6588D5AC17}"/>
                </a:ext>
              </a:extLst>
            </p:cNvPr>
            <p:cNvSpPr>
              <a:spLocks noChangeAspect="1"/>
            </p:cNvSpPr>
            <p:nvPr userDrawn="1"/>
          </p:nvSpPr>
          <p:spPr bwMode="gray">
            <a:xfrm rot="10800000" flipV="1">
              <a:off x="11562367" y="5270919"/>
              <a:ext cx="222265" cy="744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grpSp>
        <p:nvGrpSpPr>
          <p:cNvPr id="19" name="Group 18">
            <a:extLst>
              <a:ext uri="{FF2B5EF4-FFF2-40B4-BE49-F238E27FC236}">
                <a16:creationId xmlns:a16="http://schemas.microsoft.com/office/drawing/2014/main" id="{E67D2E38-C948-0507-79AB-B917F5CD4B9C}"/>
              </a:ext>
            </a:extLst>
          </p:cNvPr>
          <p:cNvGrpSpPr/>
          <p:nvPr userDrawn="1"/>
        </p:nvGrpSpPr>
        <p:grpSpPr>
          <a:xfrm>
            <a:off x="10818263" y="3898740"/>
            <a:ext cx="966369" cy="966369"/>
            <a:chOff x="10818263" y="5270919"/>
            <a:chExt cx="966369" cy="966369"/>
          </a:xfrm>
          <a:solidFill>
            <a:schemeClr val="accent1"/>
          </a:solidFill>
        </p:grpSpPr>
        <p:sp>
          <p:nvSpPr>
            <p:cNvPr id="20" name="Rectangle 19">
              <a:extLst>
                <a:ext uri="{FF2B5EF4-FFF2-40B4-BE49-F238E27FC236}">
                  <a16:creationId xmlns:a16="http://schemas.microsoft.com/office/drawing/2014/main" id="{91FD5E35-F5A4-8307-97E3-4C7347D1D558}"/>
                </a:ext>
              </a:extLst>
            </p:cNvPr>
            <p:cNvSpPr>
              <a:spLocks noChangeAspect="1"/>
            </p:cNvSpPr>
            <p:nvPr userDrawn="1"/>
          </p:nvSpPr>
          <p:spPr bwMode="gray">
            <a:xfrm rot="10800000" flipV="1">
              <a:off x="10818263" y="6015023"/>
              <a:ext cx="744104" cy="2222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21" name="Rectangle 20">
              <a:extLst>
                <a:ext uri="{FF2B5EF4-FFF2-40B4-BE49-F238E27FC236}">
                  <a16:creationId xmlns:a16="http://schemas.microsoft.com/office/drawing/2014/main" id="{BCF4D42A-8E5D-B328-54C3-0E417BB80A05}"/>
                </a:ext>
              </a:extLst>
            </p:cNvPr>
            <p:cNvSpPr>
              <a:spLocks noChangeAspect="1"/>
            </p:cNvSpPr>
            <p:nvPr userDrawn="1"/>
          </p:nvSpPr>
          <p:spPr bwMode="gray">
            <a:xfrm rot="10800000" flipV="1">
              <a:off x="11562367" y="5270919"/>
              <a:ext cx="222265" cy="744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grpSp>
        <p:nvGrpSpPr>
          <p:cNvPr id="22" name="Group 21">
            <a:extLst>
              <a:ext uri="{FF2B5EF4-FFF2-40B4-BE49-F238E27FC236}">
                <a16:creationId xmlns:a16="http://schemas.microsoft.com/office/drawing/2014/main" id="{5CB6933C-409E-22DA-65D6-6D9B3474B172}"/>
              </a:ext>
            </a:extLst>
          </p:cNvPr>
          <p:cNvGrpSpPr/>
          <p:nvPr userDrawn="1"/>
        </p:nvGrpSpPr>
        <p:grpSpPr>
          <a:xfrm>
            <a:off x="10818263" y="2526561"/>
            <a:ext cx="966369" cy="966369"/>
            <a:chOff x="10818263" y="5270919"/>
            <a:chExt cx="966369" cy="966369"/>
          </a:xfrm>
          <a:solidFill>
            <a:schemeClr val="accent1"/>
          </a:solidFill>
        </p:grpSpPr>
        <p:sp>
          <p:nvSpPr>
            <p:cNvPr id="23" name="Rectangle 22">
              <a:extLst>
                <a:ext uri="{FF2B5EF4-FFF2-40B4-BE49-F238E27FC236}">
                  <a16:creationId xmlns:a16="http://schemas.microsoft.com/office/drawing/2014/main" id="{93074886-05BB-22D7-FC4F-2A67F8898984}"/>
                </a:ext>
              </a:extLst>
            </p:cNvPr>
            <p:cNvSpPr>
              <a:spLocks noChangeAspect="1"/>
            </p:cNvSpPr>
            <p:nvPr userDrawn="1"/>
          </p:nvSpPr>
          <p:spPr bwMode="gray">
            <a:xfrm rot="10800000" flipV="1">
              <a:off x="10818263" y="6015023"/>
              <a:ext cx="744104" cy="2222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24" name="Rectangle 23">
              <a:extLst>
                <a:ext uri="{FF2B5EF4-FFF2-40B4-BE49-F238E27FC236}">
                  <a16:creationId xmlns:a16="http://schemas.microsoft.com/office/drawing/2014/main" id="{B222C3A7-9419-678B-EA0F-31BD9D8910FB}"/>
                </a:ext>
              </a:extLst>
            </p:cNvPr>
            <p:cNvSpPr>
              <a:spLocks noChangeAspect="1"/>
            </p:cNvSpPr>
            <p:nvPr userDrawn="1"/>
          </p:nvSpPr>
          <p:spPr bwMode="gray">
            <a:xfrm rot="10800000" flipV="1">
              <a:off x="11562367" y="5270919"/>
              <a:ext cx="222265" cy="744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grpSp>
        <p:nvGrpSpPr>
          <p:cNvPr id="25" name="Group 24">
            <a:extLst>
              <a:ext uri="{FF2B5EF4-FFF2-40B4-BE49-F238E27FC236}">
                <a16:creationId xmlns:a16="http://schemas.microsoft.com/office/drawing/2014/main" id="{3DF44243-C1D0-5D2C-B388-ABE302CB58BC}"/>
              </a:ext>
            </a:extLst>
          </p:cNvPr>
          <p:cNvGrpSpPr/>
          <p:nvPr userDrawn="1"/>
        </p:nvGrpSpPr>
        <p:grpSpPr>
          <a:xfrm>
            <a:off x="9473526" y="3898740"/>
            <a:ext cx="966369" cy="966369"/>
            <a:chOff x="10818263" y="5270919"/>
            <a:chExt cx="966369" cy="966369"/>
          </a:xfrm>
          <a:solidFill>
            <a:schemeClr val="accent1"/>
          </a:solidFill>
        </p:grpSpPr>
        <p:sp>
          <p:nvSpPr>
            <p:cNvPr id="26" name="Rectangle 25">
              <a:extLst>
                <a:ext uri="{FF2B5EF4-FFF2-40B4-BE49-F238E27FC236}">
                  <a16:creationId xmlns:a16="http://schemas.microsoft.com/office/drawing/2014/main" id="{AF0FC630-DA32-0BB8-87F3-B6E2F7BBFAE4}"/>
                </a:ext>
              </a:extLst>
            </p:cNvPr>
            <p:cNvSpPr>
              <a:spLocks noChangeAspect="1"/>
            </p:cNvSpPr>
            <p:nvPr userDrawn="1"/>
          </p:nvSpPr>
          <p:spPr bwMode="gray">
            <a:xfrm rot="10800000" flipV="1">
              <a:off x="10818263" y="6015023"/>
              <a:ext cx="744104" cy="2222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27" name="Rectangle 26">
              <a:extLst>
                <a:ext uri="{FF2B5EF4-FFF2-40B4-BE49-F238E27FC236}">
                  <a16:creationId xmlns:a16="http://schemas.microsoft.com/office/drawing/2014/main" id="{FE3AEB68-DD4E-8DD2-22EE-04CC82BFE6F1}"/>
                </a:ext>
              </a:extLst>
            </p:cNvPr>
            <p:cNvSpPr>
              <a:spLocks noChangeAspect="1"/>
            </p:cNvSpPr>
            <p:nvPr userDrawn="1"/>
          </p:nvSpPr>
          <p:spPr bwMode="gray">
            <a:xfrm rot="10800000" flipV="1">
              <a:off x="11562367" y="5270919"/>
              <a:ext cx="222265" cy="744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grpSp>
        <p:nvGrpSpPr>
          <p:cNvPr id="28" name="Group 27">
            <a:extLst>
              <a:ext uri="{FF2B5EF4-FFF2-40B4-BE49-F238E27FC236}">
                <a16:creationId xmlns:a16="http://schemas.microsoft.com/office/drawing/2014/main" id="{D5E5B0DB-9FDF-9D3D-4031-2C755026FE1F}"/>
              </a:ext>
            </a:extLst>
          </p:cNvPr>
          <p:cNvGrpSpPr/>
          <p:nvPr userDrawn="1"/>
        </p:nvGrpSpPr>
        <p:grpSpPr>
          <a:xfrm>
            <a:off x="9473526" y="2526561"/>
            <a:ext cx="966369" cy="966369"/>
            <a:chOff x="10818263" y="5270919"/>
            <a:chExt cx="966369" cy="966369"/>
          </a:xfrm>
          <a:solidFill>
            <a:schemeClr val="accent1"/>
          </a:solidFill>
        </p:grpSpPr>
        <p:sp>
          <p:nvSpPr>
            <p:cNvPr id="29" name="Rectangle 28">
              <a:extLst>
                <a:ext uri="{FF2B5EF4-FFF2-40B4-BE49-F238E27FC236}">
                  <a16:creationId xmlns:a16="http://schemas.microsoft.com/office/drawing/2014/main" id="{86C3E80B-A79E-9438-8B6E-54EA7AC04B21}"/>
                </a:ext>
              </a:extLst>
            </p:cNvPr>
            <p:cNvSpPr>
              <a:spLocks noChangeAspect="1"/>
            </p:cNvSpPr>
            <p:nvPr userDrawn="1"/>
          </p:nvSpPr>
          <p:spPr bwMode="gray">
            <a:xfrm rot="10800000" flipV="1">
              <a:off x="10818263" y="6015023"/>
              <a:ext cx="744104" cy="2222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30" name="Rectangle 29">
              <a:extLst>
                <a:ext uri="{FF2B5EF4-FFF2-40B4-BE49-F238E27FC236}">
                  <a16:creationId xmlns:a16="http://schemas.microsoft.com/office/drawing/2014/main" id="{5EEEE924-421E-C397-E7C7-5335B698B1CB}"/>
                </a:ext>
              </a:extLst>
            </p:cNvPr>
            <p:cNvSpPr>
              <a:spLocks noChangeAspect="1"/>
            </p:cNvSpPr>
            <p:nvPr userDrawn="1"/>
          </p:nvSpPr>
          <p:spPr bwMode="gray">
            <a:xfrm rot="10800000" flipV="1">
              <a:off x="11562367" y="5270919"/>
              <a:ext cx="222265" cy="744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grpSp>
        <p:nvGrpSpPr>
          <p:cNvPr id="31" name="Group 30">
            <a:extLst>
              <a:ext uri="{FF2B5EF4-FFF2-40B4-BE49-F238E27FC236}">
                <a16:creationId xmlns:a16="http://schemas.microsoft.com/office/drawing/2014/main" id="{A42AF6AC-00F8-67E2-7BD6-6D97263AC5A9}"/>
              </a:ext>
            </a:extLst>
          </p:cNvPr>
          <p:cNvGrpSpPr/>
          <p:nvPr userDrawn="1"/>
        </p:nvGrpSpPr>
        <p:grpSpPr>
          <a:xfrm>
            <a:off x="8128789" y="3898740"/>
            <a:ext cx="966369" cy="966369"/>
            <a:chOff x="10818263" y="5270919"/>
            <a:chExt cx="966369" cy="966369"/>
          </a:xfrm>
          <a:solidFill>
            <a:schemeClr val="accent1"/>
          </a:solidFill>
        </p:grpSpPr>
        <p:sp>
          <p:nvSpPr>
            <p:cNvPr id="32" name="Rectangle 31">
              <a:extLst>
                <a:ext uri="{FF2B5EF4-FFF2-40B4-BE49-F238E27FC236}">
                  <a16:creationId xmlns:a16="http://schemas.microsoft.com/office/drawing/2014/main" id="{C3CFE3CC-4D23-105D-2481-FCE41A7114E2}"/>
                </a:ext>
              </a:extLst>
            </p:cNvPr>
            <p:cNvSpPr>
              <a:spLocks noChangeAspect="1"/>
            </p:cNvSpPr>
            <p:nvPr userDrawn="1"/>
          </p:nvSpPr>
          <p:spPr bwMode="gray">
            <a:xfrm rot="10800000" flipV="1">
              <a:off x="10818263" y="6015023"/>
              <a:ext cx="744104" cy="2222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33" name="Rectangle 32">
              <a:extLst>
                <a:ext uri="{FF2B5EF4-FFF2-40B4-BE49-F238E27FC236}">
                  <a16:creationId xmlns:a16="http://schemas.microsoft.com/office/drawing/2014/main" id="{2C7F9468-DABA-C29D-C4C5-A124E18CEADE}"/>
                </a:ext>
              </a:extLst>
            </p:cNvPr>
            <p:cNvSpPr>
              <a:spLocks noChangeAspect="1"/>
            </p:cNvSpPr>
            <p:nvPr userDrawn="1"/>
          </p:nvSpPr>
          <p:spPr bwMode="gray">
            <a:xfrm rot="10800000" flipV="1">
              <a:off x="11562367" y="5270919"/>
              <a:ext cx="222265" cy="744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grpSp>
        <p:nvGrpSpPr>
          <p:cNvPr id="34" name="Group 33">
            <a:extLst>
              <a:ext uri="{FF2B5EF4-FFF2-40B4-BE49-F238E27FC236}">
                <a16:creationId xmlns:a16="http://schemas.microsoft.com/office/drawing/2014/main" id="{D68BE405-4D49-62CD-8BAC-47F62D1CAD01}"/>
              </a:ext>
            </a:extLst>
          </p:cNvPr>
          <p:cNvGrpSpPr/>
          <p:nvPr userDrawn="1"/>
        </p:nvGrpSpPr>
        <p:grpSpPr>
          <a:xfrm>
            <a:off x="8128789" y="2526561"/>
            <a:ext cx="966369" cy="966369"/>
            <a:chOff x="10818263" y="5270919"/>
            <a:chExt cx="966369" cy="966369"/>
          </a:xfrm>
          <a:solidFill>
            <a:schemeClr val="accent1"/>
          </a:solidFill>
        </p:grpSpPr>
        <p:sp>
          <p:nvSpPr>
            <p:cNvPr id="35" name="Rectangle 34">
              <a:extLst>
                <a:ext uri="{FF2B5EF4-FFF2-40B4-BE49-F238E27FC236}">
                  <a16:creationId xmlns:a16="http://schemas.microsoft.com/office/drawing/2014/main" id="{872D674C-A330-39FF-C1D5-5F55F81CC332}"/>
                </a:ext>
              </a:extLst>
            </p:cNvPr>
            <p:cNvSpPr>
              <a:spLocks noChangeAspect="1"/>
            </p:cNvSpPr>
            <p:nvPr userDrawn="1"/>
          </p:nvSpPr>
          <p:spPr bwMode="gray">
            <a:xfrm rot="10800000" flipV="1">
              <a:off x="10818263" y="6015023"/>
              <a:ext cx="744104" cy="2222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36" name="Rectangle 35">
              <a:extLst>
                <a:ext uri="{FF2B5EF4-FFF2-40B4-BE49-F238E27FC236}">
                  <a16:creationId xmlns:a16="http://schemas.microsoft.com/office/drawing/2014/main" id="{2AF830CC-49E3-32C2-8895-A4036AD29FEB}"/>
                </a:ext>
              </a:extLst>
            </p:cNvPr>
            <p:cNvSpPr>
              <a:spLocks noChangeAspect="1"/>
            </p:cNvSpPr>
            <p:nvPr userDrawn="1"/>
          </p:nvSpPr>
          <p:spPr bwMode="gray">
            <a:xfrm rot="10800000" flipV="1">
              <a:off x="11562367" y="5270919"/>
              <a:ext cx="222265" cy="744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spTree>
    <p:extLst>
      <p:ext uri="{BB962C8B-B14F-4D97-AF65-F5344CB8AC3E}">
        <p14:creationId xmlns:p14="http://schemas.microsoft.com/office/powerpoint/2010/main" val="120636342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 Titelfolie mit hellem Bild (vollflächig)">
    <p:spTree>
      <p:nvGrpSpPr>
        <p:cNvPr id="1" name=""/>
        <p:cNvGrpSpPr/>
        <p:nvPr/>
      </p:nvGrpSpPr>
      <p:grpSpPr>
        <a:xfrm>
          <a:off x="0" y="0"/>
          <a:ext cx="0" cy="0"/>
          <a:chOff x="0" y="0"/>
          <a:chExt cx="0" cy="0"/>
        </a:xfrm>
      </p:grpSpPr>
      <p:graphicFrame>
        <p:nvGraphicFramePr>
          <p:cNvPr id="4" name="Objekt 3" hidden="1">
            <a:extLst>
              <a:ext uri="{FF2B5EF4-FFF2-40B4-BE49-F238E27FC236}">
                <a16:creationId xmlns:a16="http://schemas.microsoft.com/office/drawing/2014/main" id="{2C69092D-0848-0CEB-3599-FA90038BEF5F}"/>
              </a:ext>
            </a:extLst>
          </p:cNvPr>
          <p:cNvGraphicFramePr>
            <a:graphicFrameLocks noChangeAspect="1"/>
          </p:cNvGraphicFramePr>
          <p:nvPr userDrawn="1">
            <p:custDataLst>
              <p:tags r:id="rId1"/>
            </p:custDataLst>
            <p:extLst>
              <p:ext uri="{D42A27DB-BD31-4B8C-83A1-F6EECF244321}">
                <p14:modId xmlns:p14="http://schemas.microsoft.com/office/powerpoint/2010/main" val="21359053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4" name="Objekt 3" hidden="1">
                        <a:extLst>
                          <a:ext uri="{FF2B5EF4-FFF2-40B4-BE49-F238E27FC236}">
                            <a16:creationId xmlns:a16="http://schemas.microsoft.com/office/drawing/2014/main" id="{2C69092D-0848-0CEB-3599-FA90038BEF5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8" name="Picture Placeholder 17">
            <a:extLst>
              <a:ext uri="{FF2B5EF4-FFF2-40B4-BE49-F238E27FC236}">
                <a16:creationId xmlns:a16="http://schemas.microsoft.com/office/drawing/2014/main" id="{76153363-F52B-ABF7-F309-43F354439053}"/>
              </a:ext>
            </a:extLst>
          </p:cNvPr>
          <p:cNvSpPr>
            <a:spLocks noGrp="1"/>
          </p:cNvSpPr>
          <p:nvPr>
            <p:ph type="pic" sz="quarter" idx="13"/>
          </p:nvPr>
        </p:nvSpPr>
        <p:spPr bwMode="gray">
          <a:xfrm>
            <a:off x="0" y="1"/>
            <a:ext cx="12192000" cy="6858000"/>
          </a:xfrm>
          <a:solidFill>
            <a:schemeClr val="accent3"/>
          </a:solidFill>
        </p:spPr>
        <p:txBody>
          <a:bodyPr lIns="6408000" tIns="0" anchor="ctr"/>
          <a:lstStyle>
            <a:lvl1pPr algn="l">
              <a:spcBef>
                <a:spcPts val="0"/>
              </a:spcBef>
              <a:defRPr sz="1600" b="0">
                <a:solidFill>
                  <a:schemeClr val="tx1"/>
                </a:solidFill>
              </a:defRPr>
            </a:lvl1pPr>
          </a:lstStyle>
          <a:p>
            <a:r>
              <a:rPr lang="de-DE" noProof="0" dirty="0"/>
              <a:t>Bild durch Klicken auf Symbol hinzufügen</a:t>
            </a:r>
          </a:p>
        </p:txBody>
      </p:sp>
      <p:sp>
        <p:nvSpPr>
          <p:cNvPr id="2" name="Title 1">
            <a:extLst>
              <a:ext uri="{FF2B5EF4-FFF2-40B4-BE49-F238E27FC236}">
                <a16:creationId xmlns:a16="http://schemas.microsoft.com/office/drawing/2014/main" id="{BAA0C89F-FE1C-2FFA-0443-6E71E0677E6A}"/>
              </a:ext>
            </a:extLst>
          </p:cNvPr>
          <p:cNvSpPr>
            <a:spLocks noGrp="1"/>
          </p:cNvSpPr>
          <p:nvPr>
            <p:ph type="title" hasCustomPrompt="1"/>
          </p:nvPr>
        </p:nvSpPr>
        <p:spPr bwMode="gray">
          <a:xfrm>
            <a:off x="407368" y="1733500"/>
            <a:ext cx="5472000" cy="1994392"/>
          </a:xfrm>
        </p:spPr>
        <p:txBody>
          <a:bodyPr vert="horz" anchor="b"/>
          <a:lstStyle>
            <a:lvl1pPr>
              <a:defRPr sz="4800">
                <a:solidFill>
                  <a:schemeClr val="tx1"/>
                </a:solidFill>
              </a:defRPr>
            </a:lvl1pPr>
          </a:lstStyle>
          <a:p>
            <a:r>
              <a:rPr lang="de-DE" noProof="0"/>
              <a:t>Präsentationstitel durch Klicken bearbeiten</a:t>
            </a:r>
            <a:endParaRPr lang="de-DE" noProof="0" dirty="0"/>
          </a:p>
        </p:txBody>
      </p:sp>
      <p:sp>
        <p:nvSpPr>
          <p:cNvPr id="11" name="Text Placeholder 10">
            <a:extLst>
              <a:ext uri="{FF2B5EF4-FFF2-40B4-BE49-F238E27FC236}">
                <a16:creationId xmlns:a16="http://schemas.microsoft.com/office/drawing/2014/main" id="{AEBD709B-DFE5-5A5D-6A5C-7022BC395B26}"/>
              </a:ext>
            </a:extLst>
          </p:cNvPr>
          <p:cNvSpPr>
            <a:spLocks noGrp="1"/>
          </p:cNvSpPr>
          <p:nvPr>
            <p:ph type="body" sz="quarter" idx="10" hasCustomPrompt="1"/>
          </p:nvPr>
        </p:nvSpPr>
        <p:spPr bwMode="gray">
          <a:xfrm>
            <a:off x="407368" y="3930653"/>
            <a:ext cx="5472000" cy="307777"/>
          </a:xfrm>
        </p:spPr>
        <p:txBody>
          <a:bodyPr wrap="square">
            <a:spAutoFit/>
          </a:bodyPr>
          <a:lstStyle>
            <a:lvl1pPr marL="0" indent="0">
              <a:spcBef>
                <a:spcPts val="0"/>
              </a:spcBef>
              <a:buFont typeface="Skeena" panose="020B0604020202020204" pitchFamily="34" charset="0"/>
              <a:buNone/>
              <a:defRPr sz="2000" b="0">
                <a:solidFill>
                  <a:schemeClr val="tx1"/>
                </a:solidFill>
              </a:defRPr>
            </a:lvl1pPr>
            <a:lvl2pPr marL="0" indent="0">
              <a:spcBef>
                <a:spcPts val="0"/>
              </a:spcBef>
              <a:buFont typeface="Skeena" panose="020B0604020202020204" pitchFamily="34" charset="0"/>
              <a:buNone/>
              <a:defRPr sz="2000" b="0">
                <a:solidFill>
                  <a:schemeClr val="tx1"/>
                </a:solidFill>
              </a:defRPr>
            </a:lvl2pPr>
            <a:lvl3pPr marL="0" indent="0">
              <a:spcBef>
                <a:spcPts val="0"/>
              </a:spcBef>
              <a:buNone/>
              <a:defRPr sz="2000" b="0">
                <a:solidFill>
                  <a:schemeClr val="tx1"/>
                </a:solidFill>
              </a:defRPr>
            </a:lvl3pPr>
            <a:lvl4pPr marL="0" indent="0">
              <a:spcBef>
                <a:spcPts val="0"/>
              </a:spcBef>
              <a:buNone/>
              <a:defRPr sz="2000" b="0">
                <a:solidFill>
                  <a:schemeClr val="tx1"/>
                </a:solidFill>
              </a:defRPr>
            </a:lvl4pPr>
            <a:lvl5pPr marL="0" indent="0">
              <a:spcBef>
                <a:spcPts val="0"/>
              </a:spcBef>
              <a:buNone/>
              <a:defRPr sz="2000" b="0">
                <a:solidFill>
                  <a:schemeClr val="tx1"/>
                </a:solidFill>
              </a:defRPr>
            </a:lvl5pPr>
            <a:lvl6pPr marL="0" indent="0">
              <a:spcBef>
                <a:spcPts val="0"/>
              </a:spcBef>
              <a:buNone/>
              <a:defRPr sz="2000" b="0">
                <a:solidFill>
                  <a:schemeClr val="tx1"/>
                </a:solidFill>
              </a:defRPr>
            </a:lvl6pPr>
            <a:lvl7pPr marL="0" indent="0">
              <a:spcBef>
                <a:spcPts val="0"/>
              </a:spcBef>
              <a:buNone/>
              <a:defRPr sz="2000" b="0">
                <a:solidFill>
                  <a:schemeClr val="tx1"/>
                </a:solidFill>
              </a:defRPr>
            </a:lvl7pPr>
            <a:lvl8pPr marL="0" indent="0">
              <a:spcBef>
                <a:spcPts val="0"/>
              </a:spcBef>
              <a:buNone/>
              <a:defRPr sz="2000" b="0">
                <a:solidFill>
                  <a:schemeClr val="tx1"/>
                </a:solidFill>
              </a:defRPr>
            </a:lvl8pPr>
            <a:lvl9pPr marL="0" indent="0">
              <a:spcBef>
                <a:spcPts val="0"/>
              </a:spcBef>
              <a:buNone/>
              <a:defRPr sz="2000" b="0">
                <a:solidFill>
                  <a:schemeClr val="tx1"/>
                </a:solidFill>
              </a:defRPr>
            </a:lvl9pPr>
          </a:lstStyle>
          <a:p>
            <a:pPr lvl="0"/>
            <a:r>
              <a:rPr lang="de-DE" noProof="0"/>
              <a:t>Untertitel durch Klicken bearbeiten</a:t>
            </a:r>
            <a:endParaRPr lang="de-DE" noProof="0" dirty="0"/>
          </a:p>
        </p:txBody>
      </p:sp>
      <p:sp>
        <p:nvSpPr>
          <p:cNvPr id="12" name="Text Placeholder 10">
            <a:extLst>
              <a:ext uri="{FF2B5EF4-FFF2-40B4-BE49-F238E27FC236}">
                <a16:creationId xmlns:a16="http://schemas.microsoft.com/office/drawing/2014/main" id="{B672624F-E384-C13B-8F1E-772A7C9E7100}"/>
              </a:ext>
            </a:extLst>
          </p:cNvPr>
          <p:cNvSpPr>
            <a:spLocks noGrp="1"/>
          </p:cNvSpPr>
          <p:nvPr>
            <p:ph type="body" sz="quarter" idx="11" hasCustomPrompt="1"/>
          </p:nvPr>
        </p:nvSpPr>
        <p:spPr bwMode="gray">
          <a:xfrm>
            <a:off x="407368" y="6021868"/>
            <a:ext cx="5472000" cy="215444"/>
          </a:xfrm>
        </p:spPr>
        <p:txBody>
          <a:bodyPr wrap="square" anchor="b">
            <a:spAutoFit/>
          </a:bodyPr>
          <a:lstStyle>
            <a:lvl1pPr marL="0" indent="0">
              <a:spcBef>
                <a:spcPts val="0"/>
              </a:spcBef>
              <a:buFont typeface="Skeena" panose="020B0604020202020204" pitchFamily="34" charset="0"/>
              <a:buNone/>
              <a:defRPr sz="1400" b="0">
                <a:solidFill>
                  <a:schemeClr val="tx1"/>
                </a:solidFill>
              </a:defRPr>
            </a:lvl1pPr>
            <a:lvl2pPr marL="0" indent="0">
              <a:spcBef>
                <a:spcPts val="0"/>
              </a:spcBef>
              <a:buFont typeface="Skeena" panose="020B0604020202020204" pitchFamily="34" charset="0"/>
              <a:buNone/>
              <a:defRPr sz="1400" b="0">
                <a:solidFill>
                  <a:schemeClr val="tx1"/>
                </a:solidFill>
              </a:defRPr>
            </a:lvl2pPr>
            <a:lvl3pPr marL="0" indent="0">
              <a:spcBef>
                <a:spcPts val="0"/>
              </a:spcBef>
              <a:buNone/>
              <a:defRPr sz="1400" b="0">
                <a:solidFill>
                  <a:schemeClr val="tx1"/>
                </a:solidFill>
              </a:defRPr>
            </a:lvl3pPr>
            <a:lvl4pPr marL="0" indent="0">
              <a:spcBef>
                <a:spcPts val="0"/>
              </a:spcBef>
              <a:buNone/>
              <a:defRPr sz="1400" b="0">
                <a:solidFill>
                  <a:schemeClr val="tx1"/>
                </a:solidFill>
              </a:defRPr>
            </a:lvl4pPr>
            <a:lvl5pPr marL="0" indent="0">
              <a:spcBef>
                <a:spcPts val="0"/>
              </a:spcBef>
              <a:buNone/>
              <a:defRPr sz="1400" b="0">
                <a:solidFill>
                  <a:schemeClr val="tx1"/>
                </a:solidFill>
              </a:defRPr>
            </a:lvl5pPr>
            <a:lvl6pPr marL="0" indent="0">
              <a:spcBef>
                <a:spcPts val="0"/>
              </a:spcBef>
              <a:buNone/>
              <a:defRPr sz="1400" b="0">
                <a:solidFill>
                  <a:schemeClr val="tx1"/>
                </a:solidFill>
              </a:defRPr>
            </a:lvl6pPr>
            <a:lvl7pPr marL="0" indent="0">
              <a:spcBef>
                <a:spcPts val="0"/>
              </a:spcBef>
              <a:buNone/>
              <a:defRPr sz="1400" b="0">
                <a:solidFill>
                  <a:schemeClr val="tx1"/>
                </a:solidFill>
              </a:defRPr>
            </a:lvl7pPr>
            <a:lvl8pPr marL="0" indent="0">
              <a:spcBef>
                <a:spcPts val="0"/>
              </a:spcBef>
              <a:buNone/>
              <a:defRPr sz="1400" b="0">
                <a:solidFill>
                  <a:schemeClr val="tx1"/>
                </a:solidFill>
              </a:defRPr>
            </a:lvl8pPr>
            <a:lvl9pPr marL="0" indent="0">
              <a:spcBef>
                <a:spcPts val="0"/>
              </a:spcBef>
              <a:buNone/>
              <a:defRPr sz="1400" b="0">
                <a:solidFill>
                  <a:schemeClr val="tx1"/>
                </a:solidFill>
              </a:defRPr>
            </a:lvl9pPr>
          </a:lstStyle>
          <a:p>
            <a:pPr lvl="0"/>
            <a:r>
              <a:rPr lang="de-DE" noProof="0"/>
              <a:t>Vorname und Nachname des Redners  |  Ort  |  Datum bearbeiten</a:t>
            </a:r>
          </a:p>
        </p:txBody>
      </p:sp>
      <p:sp>
        <p:nvSpPr>
          <p:cNvPr id="13" name="Text Placeholder 10">
            <a:extLst>
              <a:ext uri="{FF2B5EF4-FFF2-40B4-BE49-F238E27FC236}">
                <a16:creationId xmlns:a16="http://schemas.microsoft.com/office/drawing/2014/main" id="{E6184790-58D3-BEE6-1251-DF5AF11454F7}"/>
              </a:ext>
            </a:extLst>
          </p:cNvPr>
          <p:cNvSpPr>
            <a:spLocks noGrp="1"/>
          </p:cNvSpPr>
          <p:nvPr>
            <p:ph type="body" sz="quarter" idx="12" hasCustomPrompt="1"/>
          </p:nvPr>
        </p:nvSpPr>
        <p:spPr bwMode="gray">
          <a:xfrm>
            <a:off x="9061233" y="316267"/>
            <a:ext cx="2723399" cy="306000"/>
          </a:xfrm>
          <a:blipFill>
            <a:blip r:embed="rId5"/>
            <a:stretch>
              <a:fillRect/>
            </a:stretch>
          </a:blipFill>
        </p:spPr>
        <p:txBody>
          <a:bodyPr/>
          <a:lstStyle>
            <a:lvl1pPr marL="0" indent="0">
              <a:spcBef>
                <a:spcPts val="0"/>
              </a:spcBef>
              <a:buFont typeface="Skeena" panose="020B0604020202020204" pitchFamily="34" charset="0"/>
              <a:buNone/>
              <a:defRPr sz="100" b="0">
                <a:noFill/>
              </a:defRPr>
            </a:lvl1pPr>
            <a:lvl2pPr marL="0" indent="0">
              <a:spcBef>
                <a:spcPts val="0"/>
              </a:spcBef>
              <a:buFont typeface="Skeena" panose="020B0604020202020204" pitchFamily="34" charset="0"/>
              <a:buNone/>
              <a:defRPr sz="100" b="0">
                <a:noFill/>
              </a:defRPr>
            </a:lvl2pPr>
            <a:lvl3pPr marL="0" indent="0">
              <a:spcBef>
                <a:spcPts val="0"/>
              </a:spcBef>
              <a:buNone/>
              <a:defRPr sz="100" b="0">
                <a:noFill/>
              </a:defRPr>
            </a:lvl3pPr>
            <a:lvl4pPr marL="0" indent="0">
              <a:spcBef>
                <a:spcPts val="0"/>
              </a:spcBef>
              <a:buNone/>
              <a:defRPr sz="100" b="0">
                <a:noFill/>
              </a:defRPr>
            </a:lvl4pPr>
            <a:lvl5pPr marL="0" indent="0">
              <a:spcBef>
                <a:spcPts val="0"/>
              </a:spcBef>
              <a:buNone/>
              <a:defRPr sz="100" b="0">
                <a:noFill/>
              </a:defRPr>
            </a:lvl5pPr>
            <a:lvl6pPr marL="0" indent="0">
              <a:spcBef>
                <a:spcPts val="0"/>
              </a:spcBef>
              <a:buNone/>
              <a:defRPr sz="100" b="0">
                <a:noFill/>
              </a:defRPr>
            </a:lvl6pPr>
            <a:lvl7pPr marL="0" indent="0">
              <a:spcBef>
                <a:spcPts val="0"/>
              </a:spcBef>
              <a:buNone/>
              <a:defRPr sz="100" b="0">
                <a:noFill/>
              </a:defRPr>
            </a:lvl7pPr>
            <a:lvl8pPr marL="0" indent="0">
              <a:spcBef>
                <a:spcPts val="0"/>
              </a:spcBef>
              <a:buNone/>
              <a:defRPr sz="100" b="0">
                <a:noFill/>
              </a:defRPr>
            </a:lvl8pPr>
            <a:lvl9pPr marL="0" indent="0">
              <a:spcBef>
                <a:spcPts val="0"/>
              </a:spcBef>
              <a:buNone/>
              <a:defRPr sz="100" b="0">
                <a:noFill/>
              </a:defRPr>
            </a:lvl9pPr>
          </a:lstStyle>
          <a:p>
            <a:pPr lvl="0"/>
            <a:r>
              <a:rPr lang="de-DE" noProof="0"/>
              <a:t> </a:t>
            </a:r>
          </a:p>
        </p:txBody>
      </p:sp>
    </p:spTree>
    <p:extLst>
      <p:ext uri="{BB962C8B-B14F-4D97-AF65-F5344CB8AC3E}">
        <p14:creationId xmlns:p14="http://schemas.microsoft.com/office/powerpoint/2010/main" val="135558980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 Titelfolie mit dunklem Bild (vollflächig)">
    <p:spTree>
      <p:nvGrpSpPr>
        <p:cNvPr id="1" name=""/>
        <p:cNvGrpSpPr/>
        <p:nvPr/>
      </p:nvGrpSpPr>
      <p:grpSpPr>
        <a:xfrm>
          <a:off x="0" y="0"/>
          <a:ext cx="0" cy="0"/>
          <a:chOff x="0" y="0"/>
          <a:chExt cx="0" cy="0"/>
        </a:xfrm>
      </p:grpSpPr>
      <p:sp>
        <p:nvSpPr>
          <p:cNvPr id="18" name="Picture Placeholder 17">
            <a:extLst>
              <a:ext uri="{FF2B5EF4-FFF2-40B4-BE49-F238E27FC236}">
                <a16:creationId xmlns:a16="http://schemas.microsoft.com/office/drawing/2014/main" id="{76153363-F52B-ABF7-F309-43F354439053}"/>
              </a:ext>
            </a:extLst>
          </p:cNvPr>
          <p:cNvSpPr>
            <a:spLocks noGrp="1"/>
          </p:cNvSpPr>
          <p:nvPr>
            <p:ph type="pic" sz="quarter" idx="13"/>
          </p:nvPr>
        </p:nvSpPr>
        <p:spPr bwMode="gray">
          <a:xfrm>
            <a:off x="0" y="1"/>
            <a:ext cx="12192000" cy="6858000"/>
          </a:xfrm>
          <a:solidFill>
            <a:schemeClr val="tx2"/>
          </a:solidFill>
        </p:spPr>
        <p:txBody>
          <a:bodyPr lIns="6408000" tIns="0" anchor="ctr"/>
          <a:lstStyle>
            <a:lvl1pPr algn="l">
              <a:spcBef>
                <a:spcPts val="0"/>
              </a:spcBef>
              <a:defRPr sz="1600" b="0">
                <a:solidFill>
                  <a:schemeClr val="bg1"/>
                </a:solidFill>
              </a:defRPr>
            </a:lvl1pPr>
          </a:lstStyle>
          <a:p>
            <a:r>
              <a:rPr lang="de-DE" noProof="0" dirty="0"/>
              <a:t>Bild durch Klicken auf Symbol hinzufügen</a:t>
            </a:r>
          </a:p>
        </p:txBody>
      </p:sp>
      <p:sp>
        <p:nvSpPr>
          <p:cNvPr id="2" name="Title 1">
            <a:extLst>
              <a:ext uri="{FF2B5EF4-FFF2-40B4-BE49-F238E27FC236}">
                <a16:creationId xmlns:a16="http://schemas.microsoft.com/office/drawing/2014/main" id="{BAA0C89F-FE1C-2FFA-0443-6E71E0677E6A}"/>
              </a:ext>
            </a:extLst>
          </p:cNvPr>
          <p:cNvSpPr>
            <a:spLocks noGrp="1"/>
          </p:cNvSpPr>
          <p:nvPr>
            <p:ph type="title" hasCustomPrompt="1"/>
          </p:nvPr>
        </p:nvSpPr>
        <p:spPr bwMode="gray">
          <a:xfrm>
            <a:off x="407368" y="1733500"/>
            <a:ext cx="5472000" cy="1994392"/>
          </a:xfrm>
        </p:spPr>
        <p:txBody>
          <a:bodyPr anchor="b"/>
          <a:lstStyle>
            <a:lvl1pPr>
              <a:defRPr sz="4800">
                <a:solidFill>
                  <a:schemeClr val="bg1"/>
                </a:solidFill>
              </a:defRPr>
            </a:lvl1pPr>
          </a:lstStyle>
          <a:p>
            <a:r>
              <a:rPr lang="de-DE" noProof="0"/>
              <a:t>Präsentationstitel durch Klicken bearbeiten</a:t>
            </a:r>
            <a:endParaRPr lang="de-DE" noProof="0" dirty="0"/>
          </a:p>
        </p:txBody>
      </p:sp>
      <p:sp>
        <p:nvSpPr>
          <p:cNvPr id="11" name="Text Placeholder 10">
            <a:extLst>
              <a:ext uri="{FF2B5EF4-FFF2-40B4-BE49-F238E27FC236}">
                <a16:creationId xmlns:a16="http://schemas.microsoft.com/office/drawing/2014/main" id="{AEBD709B-DFE5-5A5D-6A5C-7022BC395B26}"/>
              </a:ext>
            </a:extLst>
          </p:cNvPr>
          <p:cNvSpPr>
            <a:spLocks noGrp="1"/>
          </p:cNvSpPr>
          <p:nvPr>
            <p:ph type="body" sz="quarter" idx="10" hasCustomPrompt="1"/>
          </p:nvPr>
        </p:nvSpPr>
        <p:spPr bwMode="gray">
          <a:xfrm>
            <a:off x="407368" y="3930653"/>
            <a:ext cx="5472000" cy="307777"/>
          </a:xfrm>
        </p:spPr>
        <p:txBody>
          <a:bodyPr wrap="square">
            <a:spAutoFit/>
          </a:bodyPr>
          <a:lstStyle>
            <a:lvl1pPr marL="0" indent="0">
              <a:spcBef>
                <a:spcPts val="0"/>
              </a:spcBef>
              <a:buFont typeface="Skeena" panose="020B0604020202020204" pitchFamily="34" charset="0"/>
              <a:buNone/>
              <a:defRPr sz="2000" b="0">
                <a:solidFill>
                  <a:schemeClr val="bg1"/>
                </a:solidFill>
              </a:defRPr>
            </a:lvl1pPr>
            <a:lvl2pPr marL="0" indent="0">
              <a:spcBef>
                <a:spcPts val="0"/>
              </a:spcBef>
              <a:buFont typeface="Skeena" panose="020B0604020202020204" pitchFamily="34" charset="0"/>
              <a:buNone/>
              <a:defRPr sz="2000" b="0">
                <a:solidFill>
                  <a:schemeClr val="bg1"/>
                </a:solidFill>
              </a:defRPr>
            </a:lvl2pPr>
            <a:lvl3pPr marL="0" indent="0">
              <a:spcBef>
                <a:spcPts val="0"/>
              </a:spcBef>
              <a:buNone/>
              <a:defRPr sz="2000" b="0">
                <a:solidFill>
                  <a:schemeClr val="bg1"/>
                </a:solidFill>
              </a:defRPr>
            </a:lvl3pPr>
            <a:lvl4pPr marL="0" indent="0">
              <a:spcBef>
                <a:spcPts val="0"/>
              </a:spcBef>
              <a:buNone/>
              <a:defRPr sz="2000" b="0">
                <a:solidFill>
                  <a:schemeClr val="bg1"/>
                </a:solidFill>
              </a:defRPr>
            </a:lvl4pPr>
            <a:lvl5pPr marL="0" indent="0">
              <a:spcBef>
                <a:spcPts val="0"/>
              </a:spcBef>
              <a:buNone/>
              <a:defRPr sz="2000" b="0">
                <a:solidFill>
                  <a:schemeClr val="bg1"/>
                </a:solidFill>
              </a:defRPr>
            </a:lvl5pPr>
            <a:lvl6pPr marL="0" indent="0">
              <a:spcBef>
                <a:spcPts val="0"/>
              </a:spcBef>
              <a:buNone/>
              <a:defRPr sz="2000" b="0">
                <a:solidFill>
                  <a:schemeClr val="bg1"/>
                </a:solidFill>
              </a:defRPr>
            </a:lvl6pPr>
            <a:lvl7pPr marL="0" indent="0">
              <a:spcBef>
                <a:spcPts val="0"/>
              </a:spcBef>
              <a:buNone/>
              <a:defRPr sz="2000" b="0">
                <a:solidFill>
                  <a:schemeClr val="bg1"/>
                </a:solidFill>
              </a:defRPr>
            </a:lvl7pPr>
            <a:lvl8pPr marL="0" indent="0">
              <a:spcBef>
                <a:spcPts val="0"/>
              </a:spcBef>
              <a:buNone/>
              <a:defRPr sz="2000" b="0">
                <a:solidFill>
                  <a:schemeClr val="bg1"/>
                </a:solidFill>
              </a:defRPr>
            </a:lvl8pPr>
            <a:lvl9pPr marL="0" indent="0">
              <a:spcBef>
                <a:spcPts val="0"/>
              </a:spcBef>
              <a:buNone/>
              <a:defRPr sz="2000" b="0">
                <a:solidFill>
                  <a:schemeClr val="bg1"/>
                </a:solidFill>
              </a:defRPr>
            </a:lvl9pPr>
          </a:lstStyle>
          <a:p>
            <a:pPr lvl="0"/>
            <a:r>
              <a:rPr lang="de-DE" noProof="0"/>
              <a:t>Untertitel durch Klicken bearbeiten</a:t>
            </a:r>
            <a:endParaRPr lang="de-DE" noProof="0" dirty="0"/>
          </a:p>
        </p:txBody>
      </p:sp>
      <p:sp>
        <p:nvSpPr>
          <p:cNvPr id="12" name="Text Placeholder 10">
            <a:extLst>
              <a:ext uri="{FF2B5EF4-FFF2-40B4-BE49-F238E27FC236}">
                <a16:creationId xmlns:a16="http://schemas.microsoft.com/office/drawing/2014/main" id="{B672624F-E384-C13B-8F1E-772A7C9E7100}"/>
              </a:ext>
            </a:extLst>
          </p:cNvPr>
          <p:cNvSpPr>
            <a:spLocks noGrp="1"/>
          </p:cNvSpPr>
          <p:nvPr>
            <p:ph type="body" sz="quarter" idx="11" hasCustomPrompt="1"/>
          </p:nvPr>
        </p:nvSpPr>
        <p:spPr bwMode="gray">
          <a:xfrm>
            <a:off x="407368" y="6021868"/>
            <a:ext cx="5472000" cy="215444"/>
          </a:xfrm>
        </p:spPr>
        <p:txBody>
          <a:bodyPr wrap="square" anchor="b">
            <a:spAutoFit/>
          </a:bodyPr>
          <a:lstStyle>
            <a:lvl1pPr marL="0" indent="0">
              <a:spcBef>
                <a:spcPts val="0"/>
              </a:spcBef>
              <a:buFont typeface="Skeena" panose="020B0604020202020204" pitchFamily="34" charset="0"/>
              <a:buNone/>
              <a:defRPr sz="1400" b="0">
                <a:solidFill>
                  <a:schemeClr val="bg1"/>
                </a:solidFill>
              </a:defRPr>
            </a:lvl1pPr>
            <a:lvl2pPr marL="0" indent="0">
              <a:spcBef>
                <a:spcPts val="0"/>
              </a:spcBef>
              <a:buFont typeface="Skeena" panose="020B0604020202020204" pitchFamily="34" charset="0"/>
              <a:buNone/>
              <a:defRPr sz="1400" b="0">
                <a:solidFill>
                  <a:schemeClr val="bg1"/>
                </a:solidFill>
              </a:defRPr>
            </a:lvl2pPr>
            <a:lvl3pPr marL="0" indent="0">
              <a:spcBef>
                <a:spcPts val="0"/>
              </a:spcBef>
              <a:buNone/>
              <a:defRPr sz="1400" b="0">
                <a:solidFill>
                  <a:schemeClr val="bg1"/>
                </a:solidFill>
              </a:defRPr>
            </a:lvl3pPr>
            <a:lvl4pPr marL="0" indent="0">
              <a:spcBef>
                <a:spcPts val="0"/>
              </a:spcBef>
              <a:buNone/>
              <a:defRPr sz="1400" b="0">
                <a:solidFill>
                  <a:schemeClr val="bg1"/>
                </a:solidFill>
              </a:defRPr>
            </a:lvl4pPr>
            <a:lvl5pPr marL="0" indent="0">
              <a:spcBef>
                <a:spcPts val="0"/>
              </a:spcBef>
              <a:buNone/>
              <a:defRPr sz="1400" b="0">
                <a:solidFill>
                  <a:schemeClr val="bg1"/>
                </a:solidFill>
              </a:defRPr>
            </a:lvl5pPr>
            <a:lvl6pPr marL="0" indent="0">
              <a:spcBef>
                <a:spcPts val="0"/>
              </a:spcBef>
              <a:buNone/>
              <a:defRPr sz="1400" b="0">
                <a:solidFill>
                  <a:schemeClr val="bg1"/>
                </a:solidFill>
              </a:defRPr>
            </a:lvl6pPr>
            <a:lvl7pPr marL="0" indent="0">
              <a:spcBef>
                <a:spcPts val="0"/>
              </a:spcBef>
              <a:buNone/>
              <a:defRPr sz="1400" b="0">
                <a:solidFill>
                  <a:schemeClr val="bg1"/>
                </a:solidFill>
              </a:defRPr>
            </a:lvl7pPr>
            <a:lvl8pPr marL="0" indent="0">
              <a:spcBef>
                <a:spcPts val="0"/>
              </a:spcBef>
              <a:buNone/>
              <a:defRPr sz="1400" b="0">
                <a:solidFill>
                  <a:schemeClr val="bg1"/>
                </a:solidFill>
              </a:defRPr>
            </a:lvl8pPr>
            <a:lvl9pPr marL="0" indent="0">
              <a:spcBef>
                <a:spcPts val="0"/>
              </a:spcBef>
              <a:buNone/>
              <a:defRPr sz="1400" b="0">
                <a:solidFill>
                  <a:schemeClr val="bg1"/>
                </a:solidFill>
              </a:defRPr>
            </a:lvl9pPr>
          </a:lstStyle>
          <a:p>
            <a:pPr lvl="0"/>
            <a:r>
              <a:rPr lang="de-DE" noProof="0"/>
              <a:t>Vorname und Nachname des Redners  |  Ort  |  Datum bearbeiten</a:t>
            </a:r>
            <a:endParaRPr lang="de-DE" noProof="0" dirty="0"/>
          </a:p>
        </p:txBody>
      </p:sp>
      <p:sp>
        <p:nvSpPr>
          <p:cNvPr id="13" name="Text Placeholder 10">
            <a:extLst>
              <a:ext uri="{FF2B5EF4-FFF2-40B4-BE49-F238E27FC236}">
                <a16:creationId xmlns:a16="http://schemas.microsoft.com/office/drawing/2014/main" id="{E6184790-58D3-BEE6-1251-DF5AF11454F7}"/>
              </a:ext>
            </a:extLst>
          </p:cNvPr>
          <p:cNvSpPr>
            <a:spLocks noGrp="1"/>
          </p:cNvSpPr>
          <p:nvPr>
            <p:ph type="body" sz="quarter" idx="12" hasCustomPrompt="1"/>
          </p:nvPr>
        </p:nvSpPr>
        <p:spPr bwMode="gray">
          <a:xfrm>
            <a:off x="9061233" y="316267"/>
            <a:ext cx="2723399" cy="306000"/>
          </a:xfrm>
          <a:blipFill>
            <a:blip r:embed="rId2"/>
            <a:stretch>
              <a:fillRect/>
            </a:stretch>
          </a:blipFill>
        </p:spPr>
        <p:txBody>
          <a:bodyPr/>
          <a:lstStyle>
            <a:lvl1pPr marL="0" indent="0">
              <a:spcBef>
                <a:spcPts val="0"/>
              </a:spcBef>
              <a:buFont typeface="Skeena" panose="020B0604020202020204" pitchFamily="34" charset="0"/>
              <a:buNone/>
              <a:defRPr sz="100" b="0">
                <a:noFill/>
              </a:defRPr>
            </a:lvl1pPr>
            <a:lvl2pPr marL="0" indent="0">
              <a:spcBef>
                <a:spcPts val="0"/>
              </a:spcBef>
              <a:buFont typeface="Skeena" panose="020B0604020202020204" pitchFamily="34" charset="0"/>
              <a:buNone/>
              <a:defRPr sz="100" b="0">
                <a:noFill/>
              </a:defRPr>
            </a:lvl2pPr>
            <a:lvl3pPr marL="0" indent="0">
              <a:spcBef>
                <a:spcPts val="0"/>
              </a:spcBef>
              <a:buNone/>
              <a:defRPr sz="100" b="0">
                <a:noFill/>
              </a:defRPr>
            </a:lvl3pPr>
            <a:lvl4pPr marL="0" indent="0">
              <a:spcBef>
                <a:spcPts val="0"/>
              </a:spcBef>
              <a:buNone/>
              <a:defRPr sz="100" b="0">
                <a:noFill/>
              </a:defRPr>
            </a:lvl4pPr>
            <a:lvl5pPr marL="0" indent="0">
              <a:spcBef>
                <a:spcPts val="0"/>
              </a:spcBef>
              <a:buNone/>
              <a:defRPr sz="100" b="0">
                <a:noFill/>
              </a:defRPr>
            </a:lvl5pPr>
            <a:lvl6pPr marL="0" indent="0">
              <a:spcBef>
                <a:spcPts val="0"/>
              </a:spcBef>
              <a:buNone/>
              <a:defRPr sz="100" b="0">
                <a:noFill/>
              </a:defRPr>
            </a:lvl6pPr>
            <a:lvl7pPr marL="0" indent="0">
              <a:spcBef>
                <a:spcPts val="0"/>
              </a:spcBef>
              <a:buNone/>
              <a:defRPr sz="100" b="0">
                <a:noFill/>
              </a:defRPr>
            </a:lvl7pPr>
            <a:lvl8pPr marL="0" indent="0">
              <a:spcBef>
                <a:spcPts val="0"/>
              </a:spcBef>
              <a:buNone/>
              <a:defRPr sz="100" b="0">
                <a:noFill/>
              </a:defRPr>
            </a:lvl8pPr>
            <a:lvl9pPr marL="0" indent="0">
              <a:spcBef>
                <a:spcPts val="0"/>
              </a:spcBef>
              <a:buNone/>
              <a:defRPr sz="100" b="0">
                <a:noFill/>
              </a:defRPr>
            </a:lvl9pPr>
          </a:lstStyle>
          <a:p>
            <a:pPr lvl="0"/>
            <a:r>
              <a:rPr lang="de-DE" noProof="0"/>
              <a:t> </a:t>
            </a:r>
          </a:p>
        </p:txBody>
      </p:sp>
    </p:spTree>
    <p:extLst>
      <p:ext uri="{BB962C8B-B14F-4D97-AF65-F5344CB8AC3E}">
        <p14:creationId xmlns:p14="http://schemas.microsoft.com/office/powerpoint/2010/main" val="343099746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 Agenda (kurz)">
    <p:spTree>
      <p:nvGrpSpPr>
        <p:cNvPr id="1" name=""/>
        <p:cNvGrpSpPr/>
        <p:nvPr/>
      </p:nvGrpSpPr>
      <p:grpSpPr>
        <a:xfrm>
          <a:off x="0" y="0"/>
          <a:ext cx="0" cy="0"/>
          <a:chOff x="0" y="0"/>
          <a:chExt cx="0" cy="0"/>
        </a:xfrm>
      </p:grpSpPr>
      <p:sp>
        <p:nvSpPr>
          <p:cNvPr id="40" name="Picture Placeholder 17">
            <a:extLst>
              <a:ext uri="{FF2B5EF4-FFF2-40B4-BE49-F238E27FC236}">
                <a16:creationId xmlns:a16="http://schemas.microsoft.com/office/drawing/2014/main" id="{0D46E141-FAAF-E9A6-B1EB-37D5D14C4023}"/>
              </a:ext>
            </a:extLst>
          </p:cNvPr>
          <p:cNvSpPr>
            <a:spLocks noGrp="1"/>
          </p:cNvSpPr>
          <p:nvPr>
            <p:ph type="pic" sz="quarter" idx="22"/>
          </p:nvPr>
        </p:nvSpPr>
        <p:spPr bwMode="invGray">
          <a:xfrm>
            <a:off x="7860564" y="2526561"/>
            <a:ext cx="4331436" cy="4331439"/>
          </a:xfrm>
        </p:spPr>
        <p:txBody>
          <a:bodyPr tIns="648000" anchor="ctr"/>
          <a:lstStyle>
            <a:lvl1pPr algn="ctr">
              <a:spcBef>
                <a:spcPts val="0"/>
              </a:spcBef>
              <a:defRPr sz="1600" b="0"/>
            </a:lvl1pPr>
          </a:lstStyle>
          <a:p>
            <a:r>
              <a:rPr lang="de-DE" noProof="0" dirty="0"/>
              <a:t>Bild durch Klicken auf Symbol hinzufügen</a:t>
            </a:r>
          </a:p>
        </p:txBody>
      </p:sp>
      <p:grpSp>
        <p:nvGrpSpPr>
          <p:cNvPr id="41" name="Group 40">
            <a:extLst>
              <a:ext uri="{FF2B5EF4-FFF2-40B4-BE49-F238E27FC236}">
                <a16:creationId xmlns:a16="http://schemas.microsoft.com/office/drawing/2014/main" id="{82A912F9-275B-C7C6-7D6F-F7EE4DB15DD1}"/>
              </a:ext>
            </a:extLst>
          </p:cNvPr>
          <p:cNvGrpSpPr>
            <a:grpSpLocks noChangeAspect="1"/>
          </p:cNvGrpSpPr>
          <p:nvPr userDrawn="1"/>
        </p:nvGrpSpPr>
        <p:grpSpPr bwMode="invGray">
          <a:xfrm>
            <a:off x="6566754" y="1232756"/>
            <a:ext cx="5625248" cy="5625246"/>
            <a:chOff x="5118212" y="1097010"/>
            <a:chExt cx="3600003" cy="3600000"/>
          </a:xfrm>
          <a:solidFill>
            <a:schemeClr val="accent1"/>
          </a:solidFill>
        </p:grpSpPr>
        <p:sp>
          <p:nvSpPr>
            <p:cNvPr id="42" name="Rectangle 41">
              <a:extLst>
                <a:ext uri="{FF2B5EF4-FFF2-40B4-BE49-F238E27FC236}">
                  <a16:creationId xmlns:a16="http://schemas.microsoft.com/office/drawing/2014/main" id="{87540F96-326B-4427-0D5C-14DBF0F727C7}"/>
                </a:ext>
              </a:extLst>
            </p:cNvPr>
            <p:cNvSpPr>
              <a:spLocks noChangeAspect="1"/>
            </p:cNvSpPr>
            <p:nvPr userDrawn="1"/>
          </p:nvSpPr>
          <p:spPr bwMode="invGray">
            <a:xfrm>
              <a:off x="5946214" y="1097010"/>
              <a:ext cx="2772001" cy="82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43" name="Rectangle 42">
              <a:extLst>
                <a:ext uri="{FF2B5EF4-FFF2-40B4-BE49-F238E27FC236}">
                  <a16:creationId xmlns:a16="http://schemas.microsoft.com/office/drawing/2014/main" id="{E78704B2-8E28-7D64-3777-D6D6B155B8E6}"/>
                </a:ext>
              </a:extLst>
            </p:cNvPr>
            <p:cNvSpPr>
              <a:spLocks noChangeAspect="1"/>
            </p:cNvSpPr>
            <p:nvPr userDrawn="1"/>
          </p:nvSpPr>
          <p:spPr bwMode="invGray">
            <a:xfrm>
              <a:off x="5118212" y="1925010"/>
              <a:ext cx="828000" cy="277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sp>
        <p:nvSpPr>
          <p:cNvPr id="9" name="Text Placeholder 10">
            <a:extLst>
              <a:ext uri="{FF2B5EF4-FFF2-40B4-BE49-F238E27FC236}">
                <a16:creationId xmlns:a16="http://schemas.microsoft.com/office/drawing/2014/main" id="{93827F3F-23F6-3143-81F1-510EE74CD825}"/>
              </a:ext>
            </a:extLst>
          </p:cNvPr>
          <p:cNvSpPr>
            <a:spLocks noGrp="1"/>
          </p:cNvSpPr>
          <p:nvPr>
            <p:ph type="body" sz="quarter" idx="12" hasCustomPrompt="1"/>
          </p:nvPr>
        </p:nvSpPr>
        <p:spPr bwMode="invGray">
          <a:xfrm>
            <a:off x="407368" y="550998"/>
            <a:ext cx="360000" cy="307777"/>
          </a:xfrm>
        </p:spPr>
        <p:txBody>
          <a:bodyPr anchor="b">
            <a:spAutoFit/>
          </a:bodyPr>
          <a:lstStyle>
            <a:lvl1pPr marL="0" indent="0" algn="l">
              <a:spcBef>
                <a:spcPts val="0"/>
              </a:spcBef>
              <a:buFont typeface="Skeena" panose="020B0604020202020204" pitchFamily="34" charset="0"/>
              <a:buNone/>
              <a:defRPr sz="2000" b="0">
                <a:solidFill>
                  <a:schemeClr val="bg1"/>
                </a:solidFill>
              </a:defRPr>
            </a:lvl1pPr>
            <a:lvl2pPr marL="0" indent="0" algn="l">
              <a:spcBef>
                <a:spcPts val="0"/>
              </a:spcBef>
              <a:buFont typeface="Skeena" panose="020B0604020202020204" pitchFamily="34" charset="0"/>
              <a:buNone/>
              <a:defRPr sz="2000" b="0">
                <a:solidFill>
                  <a:schemeClr val="bg1"/>
                </a:solidFill>
              </a:defRPr>
            </a:lvl2pPr>
            <a:lvl3pPr marL="0" indent="0" algn="l">
              <a:spcBef>
                <a:spcPts val="0"/>
              </a:spcBef>
              <a:buNone/>
              <a:defRPr sz="2000" b="0">
                <a:solidFill>
                  <a:schemeClr val="bg1"/>
                </a:solidFill>
              </a:defRPr>
            </a:lvl3pPr>
            <a:lvl4pPr marL="0" indent="0" algn="l">
              <a:spcBef>
                <a:spcPts val="0"/>
              </a:spcBef>
              <a:buNone/>
              <a:defRPr sz="2000" b="0">
                <a:solidFill>
                  <a:schemeClr val="bg1"/>
                </a:solidFill>
              </a:defRPr>
            </a:lvl4pPr>
            <a:lvl5pPr marL="0" indent="0" algn="l">
              <a:spcBef>
                <a:spcPts val="0"/>
              </a:spcBef>
              <a:buNone/>
              <a:defRPr sz="2000" b="0">
                <a:solidFill>
                  <a:schemeClr val="bg1"/>
                </a:solidFill>
              </a:defRPr>
            </a:lvl5pPr>
            <a:lvl6pPr marL="0" indent="0" algn="l">
              <a:spcBef>
                <a:spcPts val="0"/>
              </a:spcBef>
              <a:buNone/>
              <a:defRPr sz="2000" b="0">
                <a:solidFill>
                  <a:schemeClr val="bg1"/>
                </a:solidFill>
              </a:defRPr>
            </a:lvl6pPr>
            <a:lvl7pPr marL="0" indent="0" algn="l">
              <a:spcBef>
                <a:spcPts val="0"/>
              </a:spcBef>
              <a:buNone/>
              <a:defRPr sz="2000" b="0">
                <a:solidFill>
                  <a:schemeClr val="bg1"/>
                </a:solidFill>
              </a:defRPr>
            </a:lvl7pPr>
            <a:lvl8pPr marL="0" indent="0" algn="l">
              <a:spcBef>
                <a:spcPts val="0"/>
              </a:spcBef>
              <a:buNone/>
              <a:defRPr sz="2000" b="0">
                <a:solidFill>
                  <a:schemeClr val="bg1"/>
                </a:solidFill>
              </a:defRPr>
            </a:lvl8pPr>
            <a:lvl9pPr marL="0" indent="0" algn="l">
              <a:spcBef>
                <a:spcPts val="0"/>
              </a:spcBef>
              <a:buNone/>
              <a:defRPr sz="2000" b="0">
                <a:solidFill>
                  <a:schemeClr val="bg1"/>
                </a:solidFill>
              </a:defRPr>
            </a:lvl9pPr>
          </a:lstStyle>
          <a:p>
            <a:pPr lvl="0"/>
            <a:r>
              <a:rPr lang="de-DE" noProof="0"/>
              <a:t>0X</a:t>
            </a:r>
          </a:p>
        </p:txBody>
      </p:sp>
      <p:sp>
        <p:nvSpPr>
          <p:cNvPr id="10" name="Text Placeholder 10">
            <a:extLst>
              <a:ext uri="{FF2B5EF4-FFF2-40B4-BE49-F238E27FC236}">
                <a16:creationId xmlns:a16="http://schemas.microsoft.com/office/drawing/2014/main" id="{2CA61D65-9C5F-4547-248C-B4CABFC35E37}"/>
              </a:ext>
            </a:extLst>
          </p:cNvPr>
          <p:cNvSpPr>
            <a:spLocks noGrp="1"/>
          </p:cNvSpPr>
          <p:nvPr>
            <p:ph type="body" sz="quarter" idx="13" hasCustomPrompt="1"/>
          </p:nvPr>
        </p:nvSpPr>
        <p:spPr bwMode="invGray">
          <a:xfrm>
            <a:off x="407368" y="878303"/>
            <a:ext cx="5472000" cy="307777"/>
          </a:xfrm>
        </p:spPr>
        <p:txBody>
          <a:bodyPr anchor="t">
            <a:spAutoFit/>
          </a:bodyPr>
          <a:lstStyle>
            <a:lvl1pPr marL="0" indent="0" algn="l">
              <a:spcBef>
                <a:spcPts val="0"/>
              </a:spcBef>
              <a:buFont typeface="Skeena" panose="020B0604020202020204" pitchFamily="34" charset="0"/>
              <a:buNone/>
              <a:defRPr sz="2000" b="0">
                <a:solidFill>
                  <a:schemeClr val="bg1"/>
                </a:solidFill>
              </a:defRPr>
            </a:lvl1pPr>
            <a:lvl2pPr marL="0" indent="0" algn="l">
              <a:spcBef>
                <a:spcPts val="0"/>
              </a:spcBef>
              <a:buFont typeface="Skeena" panose="020B0604020202020204" pitchFamily="34" charset="0"/>
              <a:buNone/>
              <a:defRPr sz="2000" b="0">
                <a:solidFill>
                  <a:schemeClr val="bg1"/>
                </a:solidFill>
              </a:defRPr>
            </a:lvl2pPr>
            <a:lvl3pPr marL="0" indent="0" algn="l">
              <a:spcBef>
                <a:spcPts val="0"/>
              </a:spcBef>
              <a:buNone/>
              <a:defRPr sz="2000" b="0">
                <a:solidFill>
                  <a:schemeClr val="bg1"/>
                </a:solidFill>
              </a:defRPr>
            </a:lvl3pPr>
            <a:lvl4pPr marL="0" indent="0" algn="l">
              <a:spcBef>
                <a:spcPts val="0"/>
              </a:spcBef>
              <a:buNone/>
              <a:defRPr sz="2000" b="0">
                <a:solidFill>
                  <a:schemeClr val="bg1"/>
                </a:solidFill>
              </a:defRPr>
            </a:lvl4pPr>
            <a:lvl5pPr marL="0" indent="0" algn="l">
              <a:spcBef>
                <a:spcPts val="0"/>
              </a:spcBef>
              <a:buNone/>
              <a:defRPr sz="2000" b="0">
                <a:solidFill>
                  <a:schemeClr val="bg1"/>
                </a:solidFill>
              </a:defRPr>
            </a:lvl5pPr>
            <a:lvl6pPr marL="0" indent="0" algn="l">
              <a:spcBef>
                <a:spcPts val="0"/>
              </a:spcBef>
              <a:buNone/>
              <a:defRPr sz="2000" b="0">
                <a:solidFill>
                  <a:schemeClr val="bg1"/>
                </a:solidFill>
              </a:defRPr>
            </a:lvl6pPr>
            <a:lvl7pPr marL="0" indent="0" algn="l">
              <a:spcBef>
                <a:spcPts val="0"/>
              </a:spcBef>
              <a:buNone/>
              <a:defRPr sz="2000" b="0">
                <a:solidFill>
                  <a:schemeClr val="bg1"/>
                </a:solidFill>
              </a:defRPr>
            </a:lvl7pPr>
            <a:lvl8pPr marL="0" indent="0" algn="l">
              <a:spcBef>
                <a:spcPts val="0"/>
              </a:spcBef>
              <a:buNone/>
              <a:defRPr sz="2000" b="0">
                <a:solidFill>
                  <a:schemeClr val="bg1"/>
                </a:solidFill>
              </a:defRPr>
            </a:lvl8pPr>
            <a:lvl9pPr marL="0" indent="0" algn="l">
              <a:spcBef>
                <a:spcPts val="0"/>
              </a:spcBef>
              <a:buNone/>
              <a:defRPr sz="2000" b="0">
                <a:solidFill>
                  <a:schemeClr val="bg1"/>
                </a:solidFill>
              </a:defRPr>
            </a:lvl9pPr>
          </a:lstStyle>
          <a:p>
            <a:pPr lvl="0"/>
            <a:r>
              <a:rPr lang="de-DE" noProof="0"/>
              <a:t>Agendapunkt durch Klicken bearbeiten</a:t>
            </a:r>
          </a:p>
        </p:txBody>
      </p:sp>
      <p:sp>
        <p:nvSpPr>
          <p:cNvPr id="11" name="Text Placeholder 10">
            <a:extLst>
              <a:ext uri="{FF2B5EF4-FFF2-40B4-BE49-F238E27FC236}">
                <a16:creationId xmlns:a16="http://schemas.microsoft.com/office/drawing/2014/main" id="{6ABA5052-A202-BCA2-8153-3389CAF6C06B}"/>
              </a:ext>
            </a:extLst>
          </p:cNvPr>
          <p:cNvSpPr>
            <a:spLocks noGrp="1"/>
          </p:cNvSpPr>
          <p:nvPr>
            <p:ph type="body" sz="quarter" idx="14" hasCustomPrompt="1"/>
          </p:nvPr>
        </p:nvSpPr>
        <p:spPr bwMode="invGray">
          <a:xfrm>
            <a:off x="407368" y="1813806"/>
            <a:ext cx="360000" cy="307777"/>
          </a:xfrm>
        </p:spPr>
        <p:txBody>
          <a:bodyPr anchor="b">
            <a:spAutoFit/>
          </a:bodyPr>
          <a:lstStyle>
            <a:lvl1pPr marL="0" indent="0" algn="l">
              <a:spcBef>
                <a:spcPts val="0"/>
              </a:spcBef>
              <a:buFont typeface="Skeena" panose="020B0604020202020204" pitchFamily="34" charset="0"/>
              <a:buNone/>
              <a:defRPr sz="2000" b="0">
                <a:solidFill>
                  <a:schemeClr val="bg1"/>
                </a:solidFill>
              </a:defRPr>
            </a:lvl1pPr>
            <a:lvl2pPr marL="0" indent="0" algn="l">
              <a:spcBef>
                <a:spcPts val="0"/>
              </a:spcBef>
              <a:buFont typeface="Skeena" panose="020B0604020202020204" pitchFamily="34" charset="0"/>
              <a:buNone/>
              <a:defRPr sz="2000" b="0">
                <a:solidFill>
                  <a:schemeClr val="bg1"/>
                </a:solidFill>
              </a:defRPr>
            </a:lvl2pPr>
            <a:lvl3pPr marL="0" indent="0" algn="l">
              <a:spcBef>
                <a:spcPts val="0"/>
              </a:spcBef>
              <a:buNone/>
              <a:defRPr sz="2000" b="0">
                <a:solidFill>
                  <a:schemeClr val="bg1"/>
                </a:solidFill>
              </a:defRPr>
            </a:lvl3pPr>
            <a:lvl4pPr marL="0" indent="0" algn="l">
              <a:spcBef>
                <a:spcPts val="0"/>
              </a:spcBef>
              <a:buNone/>
              <a:defRPr sz="2000" b="0">
                <a:solidFill>
                  <a:schemeClr val="bg1"/>
                </a:solidFill>
              </a:defRPr>
            </a:lvl4pPr>
            <a:lvl5pPr marL="0" indent="0" algn="l">
              <a:spcBef>
                <a:spcPts val="0"/>
              </a:spcBef>
              <a:buNone/>
              <a:defRPr sz="2000" b="0">
                <a:solidFill>
                  <a:schemeClr val="bg1"/>
                </a:solidFill>
              </a:defRPr>
            </a:lvl5pPr>
            <a:lvl6pPr marL="0" indent="0" algn="l">
              <a:spcBef>
                <a:spcPts val="0"/>
              </a:spcBef>
              <a:buNone/>
              <a:defRPr sz="2000" b="0">
                <a:solidFill>
                  <a:schemeClr val="bg1"/>
                </a:solidFill>
              </a:defRPr>
            </a:lvl6pPr>
            <a:lvl7pPr marL="0" indent="0" algn="l">
              <a:spcBef>
                <a:spcPts val="0"/>
              </a:spcBef>
              <a:buNone/>
              <a:defRPr sz="2000" b="0">
                <a:solidFill>
                  <a:schemeClr val="bg1"/>
                </a:solidFill>
              </a:defRPr>
            </a:lvl7pPr>
            <a:lvl8pPr marL="0" indent="0" algn="l">
              <a:spcBef>
                <a:spcPts val="0"/>
              </a:spcBef>
              <a:buNone/>
              <a:defRPr sz="2000" b="0">
                <a:solidFill>
                  <a:schemeClr val="bg1"/>
                </a:solidFill>
              </a:defRPr>
            </a:lvl8pPr>
            <a:lvl9pPr marL="0" indent="0" algn="l">
              <a:spcBef>
                <a:spcPts val="0"/>
              </a:spcBef>
              <a:buNone/>
              <a:defRPr sz="2000" b="0">
                <a:solidFill>
                  <a:schemeClr val="bg1"/>
                </a:solidFill>
              </a:defRPr>
            </a:lvl9pPr>
          </a:lstStyle>
          <a:p>
            <a:pPr lvl="0"/>
            <a:r>
              <a:rPr lang="de-DE" noProof="0"/>
              <a:t>0X</a:t>
            </a:r>
          </a:p>
        </p:txBody>
      </p:sp>
      <p:sp>
        <p:nvSpPr>
          <p:cNvPr id="12" name="Text Placeholder 10">
            <a:extLst>
              <a:ext uri="{FF2B5EF4-FFF2-40B4-BE49-F238E27FC236}">
                <a16:creationId xmlns:a16="http://schemas.microsoft.com/office/drawing/2014/main" id="{25A5CE4A-7B6B-9514-46BF-646ADCCCA051}"/>
              </a:ext>
            </a:extLst>
          </p:cNvPr>
          <p:cNvSpPr>
            <a:spLocks noGrp="1"/>
          </p:cNvSpPr>
          <p:nvPr>
            <p:ph type="body" sz="quarter" idx="15" hasCustomPrompt="1"/>
          </p:nvPr>
        </p:nvSpPr>
        <p:spPr bwMode="invGray">
          <a:xfrm>
            <a:off x="407368" y="2141111"/>
            <a:ext cx="5472000" cy="307777"/>
          </a:xfrm>
        </p:spPr>
        <p:txBody>
          <a:bodyPr anchor="t">
            <a:spAutoFit/>
          </a:bodyPr>
          <a:lstStyle>
            <a:lvl1pPr marL="0" indent="0" algn="l">
              <a:spcBef>
                <a:spcPts val="0"/>
              </a:spcBef>
              <a:buFont typeface="Skeena" panose="020B0604020202020204" pitchFamily="34" charset="0"/>
              <a:buNone/>
              <a:defRPr sz="2000" b="0">
                <a:solidFill>
                  <a:schemeClr val="bg1"/>
                </a:solidFill>
              </a:defRPr>
            </a:lvl1pPr>
            <a:lvl2pPr marL="0" indent="0" algn="l">
              <a:spcBef>
                <a:spcPts val="0"/>
              </a:spcBef>
              <a:buFont typeface="Skeena" panose="020B0604020202020204" pitchFamily="34" charset="0"/>
              <a:buNone/>
              <a:defRPr sz="2000" b="0">
                <a:solidFill>
                  <a:schemeClr val="bg1"/>
                </a:solidFill>
              </a:defRPr>
            </a:lvl2pPr>
            <a:lvl3pPr marL="0" indent="0" algn="l">
              <a:spcBef>
                <a:spcPts val="0"/>
              </a:spcBef>
              <a:buNone/>
              <a:defRPr sz="2000" b="0">
                <a:solidFill>
                  <a:schemeClr val="bg1"/>
                </a:solidFill>
              </a:defRPr>
            </a:lvl3pPr>
            <a:lvl4pPr marL="0" indent="0" algn="l">
              <a:spcBef>
                <a:spcPts val="0"/>
              </a:spcBef>
              <a:buNone/>
              <a:defRPr sz="2000" b="0">
                <a:solidFill>
                  <a:schemeClr val="bg1"/>
                </a:solidFill>
              </a:defRPr>
            </a:lvl4pPr>
            <a:lvl5pPr marL="0" indent="0" algn="l">
              <a:spcBef>
                <a:spcPts val="0"/>
              </a:spcBef>
              <a:buNone/>
              <a:defRPr sz="2000" b="0">
                <a:solidFill>
                  <a:schemeClr val="bg1"/>
                </a:solidFill>
              </a:defRPr>
            </a:lvl5pPr>
            <a:lvl6pPr marL="0" indent="0" algn="l">
              <a:spcBef>
                <a:spcPts val="0"/>
              </a:spcBef>
              <a:buNone/>
              <a:defRPr sz="2000" b="0">
                <a:solidFill>
                  <a:schemeClr val="bg1"/>
                </a:solidFill>
              </a:defRPr>
            </a:lvl6pPr>
            <a:lvl7pPr marL="0" indent="0" algn="l">
              <a:spcBef>
                <a:spcPts val="0"/>
              </a:spcBef>
              <a:buNone/>
              <a:defRPr sz="2000" b="0">
                <a:solidFill>
                  <a:schemeClr val="bg1"/>
                </a:solidFill>
              </a:defRPr>
            </a:lvl7pPr>
            <a:lvl8pPr marL="0" indent="0" algn="l">
              <a:spcBef>
                <a:spcPts val="0"/>
              </a:spcBef>
              <a:buNone/>
              <a:defRPr sz="2000" b="0">
                <a:solidFill>
                  <a:schemeClr val="bg1"/>
                </a:solidFill>
              </a:defRPr>
            </a:lvl8pPr>
            <a:lvl9pPr marL="0" indent="0" algn="l">
              <a:spcBef>
                <a:spcPts val="0"/>
              </a:spcBef>
              <a:buNone/>
              <a:defRPr sz="2000" b="0">
                <a:solidFill>
                  <a:schemeClr val="bg1"/>
                </a:solidFill>
              </a:defRPr>
            </a:lvl9pPr>
          </a:lstStyle>
          <a:p>
            <a:pPr lvl="0"/>
            <a:r>
              <a:rPr lang="de-DE" noProof="0"/>
              <a:t>Agendapunkt durch Klicken bearbeiten</a:t>
            </a:r>
          </a:p>
        </p:txBody>
      </p:sp>
      <p:sp>
        <p:nvSpPr>
          <p:cNvPr id="13" name="Text Placeholder 10">
            <a:extLst>
              <a:ext uri="{FF2B5EF4-FFF2-40B4-BE49-F238E27FC236}">
                <a16:creationId xmlns:a16="http://schemas.microsoft.com/office/drawing/2014/main" id="{25800E80-18FE-E4BD-1166-486A8FA335EA}"/>
              </a:ext>
            </a:extLst>
          </p:cNvPr>
          <p:cNvSpPr>
            <a:spLocks noGrp="1"/>
          </p:cNvSpPr>
          <p:nvPr>
            <p:ph type="body" sz="quarter" idx="16" hasCustomPrompt="1"/>
          </p:nvPr>
        </p:nvSpPr>
        <p:spPr bwMode="invGray">
          <a:xfrm>
            <a:off x="407368" y="3076614"/>
            <a:ext cx="360000" cy="307777"/>
          </a:xfrm>
        </p:spPr>
        <p:txBody>
          <a:bodyPr anchor="b">
            <a:spAutoFit/>
          </a:bodyPr>
          <a:lstStyle>
            <a:lvl1pPr marL="0" indent="0" algn="l">
              <a:spcBef>
                <a:spcPts val="0"/>
              </a:spcBef>
              <a:buFont typeface="Skeena" panose="020B0604020202020204" pitchFamily="34" charset="0"/>
              <a:buNone/>
              <a:defRPr sz="2000" b="0">
                <a:solidFill>
                  <a:schemeClr val="bg1"/>
                </a:solidFill>
              </a:defRPr>
            </a:lvl1pPr>
            <a:lvl2pPr marL="0" indent="0" algn="l">
              <a:spcBef>
                <a:spcPts val="0"/>
              </a:spcBef>
              <a:buFont typeface="Skeena" panose="020B0604020202020204" pitchFamily="34" charset="0"/>
              <a:buNone/>
              <a:defRPr sz="2000" b="0">
                <a:solidFill>
                  <a:schemeClr val="bg1"/>
                </a:solidFill>
              </a:defRPr>
            </a:lvl2pPr>
            <a:lvl3pPr marL="0" indent="0" algn="l">
              <a:spcBef>
                <a:spcPts val="0"/>
              </a:spcBef>
              <a:buNone/>
              <a:defRPr sz="2000" b="0">
                <a:solidFill>
                  <a:schemeClr val="bg1"/>
                </a:solidFill>
              </a:defRPr>
            </a:lvl3pPr>
            <a:lvl4pPr marL="0" indent="0" algn="l">
              <a:spcBef>
                <a:spcPts val="0"/>
              </a:spcBef>
              <a:buNone/>
              <a:defRPr sz="2000" b="0">
                <a:solidFill>
                  <a:schemeClr val="bg1"/>
                </a:solidFill>
              </a:defRPr>
            </a:lvl4pPr>
            <a:lvl5pPr marL="0" indent="0" algn="l">
              <a:spcBef>
                <a:spcPts val="0"/>
              </a:spcBef>
              <a:buNone/>
              <a:defRPr sz="2000" b="0">
                <a:solidFill>
                  <a:schemeClr val="bg1"/>
                </a:solidFill>
              </a:defRPr>
            </a:lvl5pPr>
            <a:lvl6pPr marL="0" indent="0" algn="l">
              <a:spcBef>
                <a:spcPts val="0"/>
              </a:spcBef>
              <a:buNone/>
              <a:defRPr sz="2000" b="0">
                <a:solidFill>
                  <a:schemeClr val="bg1"/>
                </a:solidFill>
              </a:defRPr>
            </a:lvl6pPr>
            <a:lvl7pPr marL="0" indent="0" algn="l">
              <a:spcBef>
                <a:spcPts val="0"/>
              </a:spcBef>
              <a:buNone/>
              <a:defRPr sz="2000" b="0">
                <a:solidFill>
                  <a:schemeClr val="bg1"/>
                </a:solidFill>
              </a:defRPr>
            </a:lvl7pPr>
            <a:lvl8pPr marL="0" indent="0" algn="l">
              <a:spcBef>
                <a:spcPts val="0"/>
              </a:spcBef>
              <a:buNone/>
              <a:defRPr sz="2000" b="0">
                <a:solidFill>
                  <a:schemeClr val="bg1"/>
                </a:solidFill>
              </a:defRPr>
            </a:lvl8pPr>
            <a:lvl9pPr marL="0" indent="0" algn="l">
              <a:spcBef>
                <a:spcPts val="0"/>
              </a:spcBef>
              <a:buNone/>
              <a:defRPr sz="2000" b="0">
                <a:solidFill>
                  <a:schemeClr val="bg1"/>
                </a:solidFill>
              </a:defRPr>
            </a:lvl9pPr>
          </a:lstStyle>
          <a:p>
            <a:pPr lvl="0"/>
            <a:r>
              <a:rPr lang="de-DE" noProof="0"/>
              <a:t>0X</a:t>
            </a:r>
          </a:p>
        </p:txBody>
      </p:sp>
      <p:sp>
        <p:nvSpPr>
          <p:cNvPr id="14" name="Text Placeholder 10">
            <a:extLst>
              <a:ext uri="{FF2B5EF4-FFF2-40B4-BE49-F238E27FC236}">
                <a16:creationId xmlns:a16="http://schemas.microsoft.com/office/drawing/2014/main" id="{01D13016-0DCF-D74C-CA0F-D89CB08BD9C4}"/>
              </a:ext>
            </a:extLst>
          </p:cNvPr>
          <p:cNvSpPr>
            <a:spLocks noGrp="1"/>
          </p:cNvSpPr>
          <p:nvPr>
            <p:ph type="body" sz="quarter" idx="17" hasCustomPrompt="1"/>
          </p:nvPr>
        </p:nvSpPr>
        <p:spPr bwMode="invGray">
          <a:xfrm>
            <a:off x="407368" y="3403919"/>
            <a:ext cx="5472000" cy="307777"/>
          </a:xfrm>
        </p:spPr>
        <p:txBody>
          <a:bodyPr anchor="t">
            <a:spAutoFit/>
          </a:bodyPr>
          <a:lstStyle>
            <a:lvl1pPr marL="0" indent="0" algn="l">
              <a:spcBef>
                <a:spcPts val="0"/>
              </a:spcBef>
              <a:buFont typeface="Skeena" panose="020B0604020202020204" pitchFamily="34" charset="0"/>
              <a:buNone/>
              <a:defRPr sz="2000" b="0">
                <a:solidFill>
                  <a:schemeClr val="bg1"/>
                </a:solidFill>
              </a:defRPr>
            </a:lvl1pPr>
            <a:lvl2pPr marL="0" indent="0" algn="l">
              <a:spcBef>
                <a:spcPts val="0"/>
              </a:spcBef>
              <a:buFont typeface="Skeena" panose="020B0604020202020204" pitchFamily="34" charset="0"/>
              <a:buNone/>
              <a:defRPr sz="2000" b="0">
                <a:solidFill>
                  <a:schemeClr val="bg1"/>
                </a:solidFill>
              </a:defRPr>
            </a:lvl2pPr>
            <a:lvl3pPr marL="0" indent="0" algn="l">
              <a:spcBef>
                <a:spcPts val="0"/>
              </a:spcBef>
              <a:buNone/>
              <a:defRPr sz="2000" b="0">
                <a:solidFill>
                  <a:schemeClr val="bg1"/>
                </a:solidFill>
              </a:defRPr>
            </a:lvl3pPr>
            <a:lvl4pPr marL="0" indent="0" algn="l">
              <a:spcBef>
                <a:spcPts val="0"/>
              </a:spcBef>
              <a:buNone/>
              <a:defRPr sz="2000" b="0">
                <a:solidFill>
                  <a:schemeClr val="bg1"/>
                </a:solidFill>
              </a:defRPr>
            </a:lvl4pPr>
            <a:lvl5pPr marL="0" indent="0" algn="l">
              <a:spcBef>
                <a:spcPts val="0"/>
              </a:spcBef>
              <a:buNone/>
              <a:defRPr sz="2000" b="0">
                <a:solidFill>
                  <a:schemeClr val="bg1"/>
                </a:solidFill>
              </a:defRPr>
            </a:lvl5pPr>
            <a:lvl6pPr marL="0" indent="0" algn="l">
              <a:spcBef>
                <a:spcPts val="0"/>
              </a:spcBef>
              <a:buNone/>
              <a:defRPr sz="2000" b="0">
                <a:solidFill>
                  <a:schemeClr val="bg1"/>
                </a:solidFill>
              </a:defRPr>
            </a:lvl6pPr>
            <a:lvl7pPr marL="0" indent="0" algn="l">
              <a:spcBef>
                <a:spcPts val="0"/>
              </a:spcBef>
              <a:buNone/>
              <a:defRPr sz="2000" b="0">
                <a:solidFill>
                  <a:schemeClr val="bg1"/>
                </a:solidFill>
              </a:defRPr>
            </a:lvl7pPr>
            <a:lvl8pPr marL="0" indent="0" algn="l">
              <a:spcBef>
                <a:spcPts val="0"/>
              </a:spcBef>
              <a:buNone/>
              <a:defRPr sz="2000" b="0">
                <a:solidFill>
                  <a:schemeClr val="bg1"/>
                </a:solidFill>
              </a:defRPr>
            </a:lvl8pPr>
            <a:lvl9pPr marL="0" indent="0" algn="l">
              <a:spcBef>
                <a:spcPts val="0"/>
              </a:spcBef>
              <a:buNone/>
              <a:defRPr sz="2000" b="0">
                <a:solidFill>
                  <a:schemeClr val="bg1"/>
                </a:solidFill>
              </a:defRPr>
            </a:lvl9pPr>
          </a:lstStyle>
          <a:p>
            <a:pPr lvl="0"/>
            <a:r>
              <a:rPr lang="de-DE" noProof="0"/>
              <a:t>Agendapunkt durch Klicken bearbeiten</a:t>
            </a:r>
            <a:endParaRPr lang="de-DE" noProof="0" dirty="0"/>
          </a:p>
        </p:txBody>
      </p:sp>
      <p:sp>
        <p:nvSpPr>
          <p:cNvPr id="15" name="Text Placeholder 10">
            <a:extLst>
              <a:ext uri="{FF2B5EF4-FFF2-40B4-BE49-F238E27FC236}">
                <a16:creationId xmlns:a16="http://schemas.microsoft.com/office/drawing/2014/main" id="{ED6C9F97-4534-577B-D60D-1C395C1AEBE5}"/>
              </a:ext>
            </a:extLst>
          </p:cNvPr>
          <p:cNvSpPr>
            <a:spLocks noGrp="1"/>
          </p:cNvSpPr>
          <p:nvPr>
            <p:ph type="body" sz="quarter" idx="18" hasCustomPrompt="1"/>
          </p:nvPr>
        </p:nvSpPr>
        <p:spPr bwMode="invGray">
          <a:xfrm>
            <a:off x="407368" y="4339422"/>
            <a:ext cx="360000" cy="307777"/>
          </a:xfrm>
        </p:spPr>
        <p:txBody>
          <a:bodyPr anchor="b">
            <a:spAutoFit/>
          </a:bodyPr>
          <a:lstStyle>
            <a:lvl1pPr marL="0" indent="0" algn="l">
              <a:spcBef>
                <a:spcPts val="0"/>
              </a:spcBef>
              <a:buFont typeface="Skeena" panose="020B0604020202020204" pitchFamily="34" charset="0"/>
              <a:buNone/>
              <a:defRPr sz="2000" b="0">
                <a:solidFill>
                  <a:schemeClr val="bg1"/>
                </a:solidFill>
              </a:defRPr>
            </a:lvl1pPr>
            <a:lvl2pPr marL="0" indent="0" algn="l">
              <a:spcBef>
                <a:spcPts val="0"/>
              </a:spcBef>
              <a:buFont typeface="Skeena" panose="020B0604020202020204" pitchFamily="34" charset="0"/>
              <a:buNone/>
              <a:defRPr sz="2000" b="0">
                <a:solidFill>
                  <a:schemeClr val="bg1"/>
                </a:solidFill>
              </a:defRPr>
            </a:lvl2pPr>
            <a:lvl3pPr marL="0" indent="0" algn="l">
              <a:spcBef>
                <a:spcPts val="0"/>
              </a:spcBef>
              <a:buNone/>
              <a:defRPr sz="2000" b="0">
                <a:solidFill>
                  <a:schemeClr val="bg1"/>
                </a:solidFill>
              </a:defRPr>
            </a:lvl3pPr>
            <a:lvl4pPr marL="0" indent="0" algn="l">
              <a:spcBef>
                <a:spcPts val="0"/>
              </a:spcBef>
              <a:buNone/>
              <a:defRPr sz="2000" b="0">
                <a:solidFill>
                  <a:schemeClr val="bg1"/>
                </a:solidFill>
              </a:defRPr>
            </a:lvl4pPr>
            <a:lvl5pPr marL="0" indent="0" algn="l">
              <a:spcBef>
                <a:spcPts val="0"/>
              </a:spcBef>
              <a:buNone/>
              <a:defRPr sz="2000" b="0">
                <a:solidFill>
                  <a:schemeClr val="bg1"/>
                </a:solidFill>
              </a:defRPr>
            </a:lvl5pPr>
            <a:lvl6pPr marL="0" indent="0" algn="l">
              <a:spcBef>
                <a:spcPts val="0"/>
              </a:spcBef>
              <a:buNone/>
              <a:defRPr sz="2000" b="0">
                <a:solidFill>
                  <a:schemeClr val="bg1"/>
                </a:solidFill>
              </a:defRPr>
            </a:lvl6pPr>
            <a:lvl7pPr marL="0" indent="0" algn="l">
              <a:spcBef>
                <a:spcPts val="0"/>
              </a:spcBef>
              <a:buNone/>
              <a:defRPr sz="2000" b="0">
                <a:solidFill>
                  <a:schemeClr val="bg1"/>
                </a:solidFill>
              </a:defRPr>
            </a:lvl7pPr>
            <a:lvl8pPr marL="0" indent="0" algn="l">
              <a:spcBef>
                <a:spcPts val="0"/>
              </a:spcBef>
              <a:buNone/>
              <a:defRPr sz="2000" b="0">
                <a:solidFill>
                  <a:schemeClr val="bg1"/>
                </a:solidFill>
              </a:defRPr>
            </a:lvl8pPr>
            <a:lvl9pPr marL="0" indent="0" algn="l">
              <a:spcBef>
                <a:spcPts val="0"/>
              </a:spcBef>
              <a:buNone/>
              <a:defRPr sz="2000" b="0">
                <a:solidFill>
                  <a:schemeClr val="bg1"/>
                </a:solidFill>
              </a:defRPr>
            </a:lvl9pPr>
          </a:lstStyle>
          <a:p>
            <a:pPr lvl="0"/>
            <a:r>
              <a:rPr lang="de-DE" noProof="0"/>
              <a:t>0X</a:t>
            </a:r>
          </a:p>
        </p:txBody>
      </p:sp>
      <p:sp>
        <p:nvSpPr>
          <p:cNvPr id="16" name="Text Placeholder 10">
            <a:extLst>
              <a:ext uri="{FF2B5EF4-FFF2-40B4-BE49-F238E27FC236}">
                <a16:creationId xmlns:a16="http://schemas.microsoft.com/office/drawing/2014/main" id="{F78D257A-5C26-EA66-9237-66DB251471ED}"/>
              </a:ext>
            </a:extLst>
          </p:cNvPr>
          <p:cNvSpPr>
            <a:spLocks noGrp="1"/>
          </p:cNvSpPr>
          <p:nvPr>
            <p:ph type="body" sz="quarter" idx="19" hasCustomPrompt="1"/>
          </p:nvPr>
        </p:nvSpPr>
        <p:spPr bwMode="invGray">
          <a:xfrm>
            <a:off x="407368" y="4666727"/>
            <a:ext cx="5472000" cy="307777"/>
          </a:xfrm>
        </p:spPr>
        <p:txBody>
          <a:bodyPr anchor="t">
            <a:spAutoFit/>
          </a:bodyPr>
          <a:lstStyle>
            <a:lvl1pPr marL="0" indent="0" algn="l">
              <a:spcBef>
                <a:spcPts val="0"/>
              </a:spcBef>
              <a:buFont typeface="Skeena" panose="020B0604020202020204" pitchFamily="34" charset="0"/>
              <a:buNone/>
              <a:defRPr sz="2000" b="0">
                <a:solidFill>
                  <a:schemeClr val="bg1"/>
                </a:solidFill>
              </a:defRPr>
            </a:lvl1pPr>
            <a:lvl2pPr marL="0" indent="0" algn="l">
              <a:spcBef>
                <a:spcPts val="0"/>
              </a:spcBef>
              <a:buFont typeface="Skeena" panose="020B0604020202020204" pitchFamily="34" charset="0"/>
              <a:buNone/>
              <a:defRPr sz="2000" b="0">
                <a:solidFill>
                  <a:schemeClr val="bg1"/>
                </a:solidFill>
              </a:defRPr>
            </a:lvl2pPr>
            <a:lvl3pPr marL="0" indent="0" algn="l">
              <a:spcBef>
                <a:spcPts val="0"/>
              </a:spcBef>
              <a:buNone/>
              <a:defRPr sz="2000" b="0">
                <a:solidFill>
                  <a:schemeClr val="bg1"/>
                </a:solidFill>
              </a:defRPr>
            </a:lvl3pPr>
            <a:lvl4pPr marL="0" indent="0" algn="l">
              <a:spcBef>
                <a:spcPts val="0"/>
              </a:spcBef>
              <a:buNone/>
              <a:defRPr sz="2000" b="0">
                <a:solidFill>
                  <a:schemeClr val="bg1"/>
                </a:solidFill>
              </a:defRPr>
            </a:lvl4pPr>
            <a:lvl5pPr marL="0" indent="0" algn="l">
              <a:spcBef>
                <a:spcPts val="0"/>
              </a:spcBef>
              <a:buNone/>
              <a:defRPr sz="2000" b="0">
                <a:solidFill>
                  <a:schemeClr val="bg1"/>
                </a:solidFill>
              </a:defRPr>
            </a:lvl5pPr>
            <a:lvl6pPr marL="0" indent="0" algn="l">
              <a:spcBef>
                <a:spcPts val="0"/>
              </a:spcBef>
              <a:buNone/>
              <a:defRPr sz="2000" b="0">
                <a:solidFill>
                  <a:schemeClr val="bg1"/>
                </a:solidFill>
              </a:defRPr>
            </a:lvl6pPr>
            <a:lvl7pPr marL="0" indent="0" algn="l">
              <a:spcBef>
                <a:spcPts val="0"/>
              </a:spcBef>
              <a:buNone/>
              <a:defRPr sz="2000" b="0">
                <a:solidFill>
                  <a:schemeClr val="bg1"/>
                </a:solidFill>
              </a:defRPr>
            </a:lvl7pPr>
            <a:lvl8pPr marL="0" indent="0" algn="l">
              <a:spcBef>
                <a:spcPts val="0"/>
              </a:spcBef>
              <a:buNone/>
              <a:defRPr sz="2000" b="0">
                <a:solidFill>
                  <a:schemeClr val="bg1"/>
                </a:solidFill>
              </a:defRPr>
            </a:lvl8pPr>
            <a:lvl9pPr marL="0" indent="0" algn="l">
              <a:spcBef>
                <a:spcPts val="0"/>
              </a:spcBef>
              <a:buNone/>
              <a:defRPr sz="2000" b="0">
                <a:solidFill>
                  <a:schemeClr val="bg1"/>
                </a:solidFill>
              </a:defRPr>
            </a:lvl9pPr>
          </a:lstStyle>
          <a:p>
            <a:pPr lvl="0"/>
            <a:r>
              <a:rPr lang="de-DE" noProof="0"/>
              <a:t>Agendapunkt durch Klicken bearbeiten</a:t>
            </a:r>
          </a:p>
        </p:txBody>
      </p:sp>
      <p:sp>
        <p:nvSpPr>
          <p:cNvPr id="17" name="Text Placeholder 10">
            <a:extLst>
              <a:ext uri="{FF2B5EF4-FFF2-40B4-BE49-F238E27FC236}">
                <a16:creationId xmlns:a16="http://schemas.microsoft.com/office/drawing/2014/main" id="{A07D1D18-8228-4586-7B64-34CB34A9C9A8}"/>
              </a:ext>
            </a:extLst>
          </p:cNvPr>
          <p:cNvSpPr>
            <a:spLocks noGrp="1"/>
          </p:cNvSpPr>
          <p:nvPr>
            <p:ph type="body" sz="quarter" idx="20" hasCustomPrompt="1"/>
          </p:nvPr>
        </p:nvSpPr>
        <p:spPr bwMode="invGray">
          <a:xfrm>
            <a:off x="407368" y="5602230"/>
            <a:ext cx="360000" cy="307777"/>
          </a:xfrm>
        </p:spPr>
        <p:txBody>
          <a:bodyPr anchor="b">
            <a:spAutoFit/>
          </a:bodyPr>
          <a:lstStyle>
            <a:lvl1pPr marL="0" indent="0" algn="l">
              <a:spcBef>
                <a:spcPts val="0"/>
              </a:spcBef>
              <a:buFont typeface="Skeena" panose="020B0604020202020204" pitchFamily="34" charset="0"/>
              <a:buNone/>
              <a:defRPr sz="2000" b="0">
                <a:solidFill>
                  <a:schemeClr val="bg1"/>
                </a:solidFill>
              </a:defRPr>
            </a:lvl1pPr>
            <a:lvl2pPr marL="0" indent="0" algn="l">
              <a:spcBef>
                <a:spcPts val="0"/>
              </a:spcBef>
              <a:buFont typeface="Skeena" panose="020B0604020202020204" pitchFamily="34" charset="0"/>
              <a:buNone/>
              <a:defRPr sz="2000" b="0">
                <a:solidFill>
                  <a:schemeClr val="bg1"/>
                </a:solidFill>
              </a:defRPr>
            </a:lvl2pPr>
            <a:lvl3pPr marL="0" indent="0" algn="l">
              <a:spcBef>
                <a:spcPts val="0"/>
              </a:spcBef>
              <a:buNone/>
              <a:defRPr sz="2000" b="0">
                <a:solidFill>
                  <a:schemeClr val="bg1"/>
                </a:solidFill>
              </a:defRPr>
            </a:lvl3pPr>
            <a:lvl4pPr marL="0" indent="0" algn="l">
              <a:spcBef>
                <a:spcPts val="0"/>
              </a:spcBef>
              <a:buNone/>
              <a:defRPr sz="2000" b="0">
                <a:solidFill>
                  <a:schemeClr val="bg1"/>
                </a:solidFill>
              </a:defRPr>
            </a:lvl4pPr>
            <a:lvl5pPr marL="0" indent="0" algn="l">
              <a:spcBef>
                <a:spcPts val="0"/>
              </a:spcBef>
              <a:buNone/>
              <a:defRPr sz="2000" b="0">
                <a:solidFill>
                  <a:schemeClr val="bg1"/>
                </a:solidFill>
              </a:defRPr>
            </a:lvl5pPr>
            <a:lvl6pPr marL="0" indent="0" algn="l">
              <a:spcBef>
                <a:spcPts val="0"/>
              </a:spcBef>
              <a:buNone/>
              <a:defRPr sz="2000" b="0">
                <a:solidFill>
                  <a:schemeClr val="bg1"/>
                </a:solidFill>
              </a:defRPr>
            </a:lvl6pPr>
            <a:lvl7pPr marL="0" indent="0" algn="l">
              <a:spcBef>
                <a:spcPts val="0"/>
              </a:spcBef>
              <a:buNone/>
              <a:defRPr sz="2000" b="0">
                <a:solidFill>
                  <a:schemeClr val="bg1"/>
                </a:solidFill>
              </a:defRPr>
            </a:lvl7pPr>
            <a:lvl8pPr marL="0" indent="0" algn="l">
              <a:spcBef>
                <a:spcPts val="0"/>
              </a:spcBef>
              <a:buNone/>
              <a:defRPr sz="2000" b="0">
                <a:solidFill>
                  <a:schemeClr val="bg1"/>
                </a:solidFill>
              </a:defRPr>
            </a:lvl8pPr>
            <a:lvl9pPr marL="0" indent="0" algn="l">
              <a:spcBef>
                <a:spcPts val="0"/>
              </a:spcBef>
              <a:buNone/>
              <a:defRPr sz="2000" b="0">
                <a:solidFill>
                  <a:schemeClr val="bg1"/>
                </a:solidFill>
              </a:defRPr>
            </a:lvl9pPr>
          </a:lstStyle>
          <a:p>
            <a:pPr lvl="0"/>
            <a:r>
              <a:rPr lang="de-DE" noProof="0"/>
              <a:t>0X</a:t>
            </a:r>
          </a:p>
        </p:txBody>
      </p:sp>
      <p:sp>
        <p:nvSpPr>
          <p:cNvPr id="18" name="Text Placeholder 10">
            <a:extLst>
              <a:ext uri="{FF2B5EF4-FFF2-40B4-BE49-F238E27FC236}">
                <a16:creationId xmlns:a16="http://schemas.microsoft.com/office/drawing/2014/main" id="{0545E312-C142-5BB9-EB2A-BB24ACA32BD4}"/>
              </a:ext>
            </a:extLst>
          </p:cNvPr>
          <p:cNvSpPr>
            <a:spLocks noGrp="1"/>
          </p:cNvSpPr>
          <p:nvPr>
            <p:ph type="body" sz="quarter" idx="21" hasCustomPrompt="1"/>
          </p:nvPr>
        </p:nvSpPr>
        <p:spPr bwMode="invGray">
          <a:xfrm>
            <a:off x="407368" y="5929535"/>
            <a:ext cx="5472000" cy="307777"/>
          </a:xfrm>
        </p:spPr>
        <p:txBody>
          <a:bodyPr anchor="t">
            <a:spAutoFit/>
          </a:bodyPr>
          <a:lstStyle>
            <a:lvl1pPr marL="0" indent="0" algn="l">
              <a:spcBef>
                <a:spcPts val="0"/>
              </a:spcBef>
              <a:buFont typeface="Skeena" panose="020B0604020202020204" pitchFamily="34" charset="0"/>
              <a:buNone/>
              <a:defRPr sz="2000" b="0">
                <a:solidFill>
                  <a:schemeClr val="bg1"/>
                </a:solidFill>
              </a:defRPr>
            </a:lvl1pPr>
            <a:lvl2pPr marL="0" indent="0" algn="l">
              <a:spcBef>
                <a:spcPts val="0"/>
              </a:spcBef>
              <a:buFont typeface="Skeena" panose="020B0604020202020204" pitchFamily="34" charset="0"/>
              <a:buNone/>
              <a:defRPr sz="2000" b="0">
                <a:solidFill>
                  <a:schemeClr val="bg1"/>
                </a:solidFill>
              </a:defRPr>
            </a:lvl2pPr>
            <a:lvl3pPr marL="0" indent="0" algn="l">
              <a:spcBef>
                <a:spcPts val="0"/>
              </a:spcBef>
              <a:buNone/>
              <a:defRPr sz="2000" b="0">
                <a:solidFill>
                  <a:schemeClr val="bg1"/>
                </a:solidFill>
              </a:defRPr>
            </a:lvl3pPr>
            <a:lvl4pPr marL="0" indent="0" algn="l">
              <a:spcBef>
                <a:spcPts val="0"/>
              </a:spcBef>
              <a:buNone/>
              <a:defRPr sz="2000" b="0">
                <a:solidFill>
                  <a:schemeClr val="bg1"/>
                </a:solidFill>
              </a:defRPr>
            </a:lvl4pPr>
            <a:lvl5pPr marL="0" indent="0" algn="l">
              <a:spcBef>
                <a:spcPts val="0"/>
              </a:spcBef>
              <a:buNone/>
              <a:defRPr sz="2000" b="0">
                <a:solidFill>
                  <a:schemeClr val="bg1"/>
                </a:solidFill>
              </a:defRPr>
            </a:lvl5pPr>
            <a:lvl6pPr marL="0" indent="0" algn="l">
              <a:spcBef>
                <a:spcPts val="0"/>
              </a:spcBef>
              <a:buNone/>
              <a:defRPr sz="2000" b="0">
                <a:solidFill>
                  <a:schemeClr val="bg1"/>
                </a:solidFill>
              </a:defRPr>
            </a:lvl6pPr>
            <a:lvl7pPr marL="0" indent="0" algn="l">
              <a:spcBef>
                <a:spcPts val="0"/>
              </a:spcBef>
              <a:buNone/>
              <a:defRPr sz="2000" b="0">
                <a:solidFill>
                  <a:schemeClr val="bg1"/>
                </a:solidFill>
              </a:defRPr>
            </a:lvl7pPr>
            <a:lvl8pPr marL="0" indent="0" algn="l">
              <a:spcBef>
                <a:spcPts val="0"/>
              </a:spcBef>
              <a:buNone/>
              <a:defRPr sz="2000" b="0">
                <a:solidFill>
                  <a:schemeClr val="bg1"/>
                </a:solidFill>
              </a:defRPr>
            </a:lvl8pPr>
            <a:lvl9pPr marL="0" indent="0" algn="l">
              <a:spcBef>
                <a:spcPts val="0"/>
              </a:spcBef>
              <a:buNone/>
              <a:defRPr sz="2000" b="0">
                <a:solidFill>
                  <a:schemeClr val="bg1"/>
                </a:solidFill>
              </a:defRPr>
            </a:lvl9pPr>
          </a:lstStyle>
          <a:p>
            <a:pPr lvl="0"/>
            <a:r>
              <a:rPr lang="de-DE" noProof="0"/>
              <a:t>Agendapunkt durch Klicken bearbeiten</a:t>
            </a:r>
          </a:p>
        </p:txBody>
      </p:sp>
      <p:sp>
        <p:nvSpPr>
          <p:cNvPr id="19" name="Text Placeholder 10">
            <a:extLst>
              <a:ext uri="{FF2B5EF4-FFF2-40B4-BE49-F238E27FC236}">
                <a16:creationId xmlns:a16="http://schemas.microsoft.com/office/drawing/2014/main" id="{D265CA33-AA9E-7A32-CE7A-BDD65432F8F6}"/>
              </a:ext>
            </a:extLst>
          </p:cNvPr>
          <p:cNvSpPr txBox="1">
            <a:spLocks/>
          </p:cNvSpPr>
          <p:nvPr userDrawn="1"/>
        </p:nvSpPr>
        <p:spPr bwMode="invGray">
          <a:xfrm>
            <a:off x="9061233" y="316267"/>
            <a:ext cx="2723399" cy="306000"/>
          </a:xfrm>
          <a:prstGeom prst="rect">
            <a:avLst/>
          </a:prstGeom>
          <a:blipFill>
            <a:blip r:embed="rId2"/>
            <a:stretch>
              <a:fillRect/>
            </a:stretch>
          </a:blipFill>
        </p:spPr>
        <p:txBody>
          <a:bodyPr/>
          <a:lstStyle>
            <a:lvl1pPr marL="0" indent="0" algn="l" defTabSz="914400" rtl="0" eaLnBrk="1" latinLnBrk="0" hangingPunct="1">
              <a:lnSpc>
                <a:spcPct val="100000"/>
              </a:lnSpc>
              <a:spcBef>
                <a:spcPts val="0"/>
              </a:spcBef>
              <a:buFont typeface="Skeena" panose="020B0604020202020204" pitchFamily="34" charset="0"/>
              <a:buNone/>
              <a:defRPr sz="100" b="0" kern="1200">
                <a:noFill/>
                <a:latin typeface="+mn-lt"/>
                <a:ea typeface="+mn-ea"/>
                <a:cs typeface="+mn-cs"/>
              </a:defRPr>
            </a:lvl1pPr>
            <a:lvl2pPr marL="0" indent="0" algn="l" defTabSz="914400" rtl="0" eaLnBrk="1" latinLnBrk="0" hangingPunct="1">
              <a:lnSpc>
                <a:spcPct val="100000"/>
              </a:lnSpc>
              <a:spcBef>
                <a:spcPts val="0"/>
              </a:spcBef>
              <a:buFont typeface="Skeena" panose="020B0604020202020204" pitchFamily="34" charset="0"/>
              <a:buNone/>
              <a:defRPr sz="100" b="0" kern="1200">
                <a:noFill/>
                <a:latin typeface="+mn-lt"/>
                <a:ea typeface="+mn-ea"/>
                <a:cs typeface="+mn-cs"/>
              </a:defRPr>
            </a:lvl2pPr>
            <a:lvl3pPr marL="0" indent="0" algn="l" defTabSz="914400" rtl="0" eaLnBrk="1" latinLnBrk="0" hangingPunct="1">
              <a:lnSpc>
                <a:spcPct val="100000"/>
              </a:lnSpc>
              <a:spcBef>
                <a:spcPts val="0"/>
              </a:spcBef>
              <a:buFont typeface="Wingdings" panose="05000000000000000000" pitchFamily="2" charset="2"/>
              <a:buNone/>
              <a:defRPr sz="100" b="0" kern="1200">
                <a:noFill/>
                <a:latin typeface="+mn-lt"/>
                <a:ea typeface="+mn-ea"/>
                <a:cs typeface="+mn-cs"/>
              </a:defRPr>
            </a:lvl3pPr>
            <a:lvl4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4pPr>
            <a:lvl5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5pPr>
            <a:lvl6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6pPr>
            <a:lvl7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7pPr>
            <a:lvl8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8pPr>
            <a:lvl9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9pPr>
          </a:lstStyle>
          <a:p>
            <a:r>
              <a:rPr lang="de-DE" noProof="0"/>
              <a:t> </a:t>
            </a:r>
          </a:p>
        </p:txBody>
      </p:sp>
    </p:spTree>
    <p:extLst>
      <p:ext uri="{BB962C8B-B14F-4D97-AF65-F5344CB8AC3E}">
        <p14:creationId xmlns:p14="http://schemas.microsoft.com/office/powerpoint/2010/main" val="1132610751"/>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 Agenda (lang)">
    <p:spTree>
      <p:nvGrpSpPr>
        <p:cNvPr id="1" name=""/>
        <p:cNvGrpSpPr/>
        <p:nvPr/>
      </p:nvGrpSpPr>
      <p:grpSpPr>
        <a:xfrm>
          <a:off x="0" y="0"/>
          <a:ext cx="0" cy="0"/>
          <a:chOff x="0" y="0"/>
          <a:chExt cx="0" cy="0"/>
        </a:xfrm>
      </p:grpSpPr>
      <p:sp>
        <p:nvSpPr>
          <p:cNvPr id="9" name="Text Placeholder 10">
            <a:extLst>
              <a:ext uri="{FF2B5EF4-FFF2-40B4-BE49-F238E27FC236}">
                <a16:creationId xmlns:a16="http://schemas.microsoft.com/office/drawing/2014/main" id="{93827F3F-23F6-3143-81F1-510EE74CD825}"/>
              </a:ext>
            </a:extLst>
          </p:cNvPr>
          <p:cNvSpPr>
            <a:spLocks noGrp="1"/>
          </p:cNvSpPr>
          <p:nvPr>
            <p:ph type="body" sz="quarter" idx="12" hasCustomPrompt="1"/>
          </p:nvPr>
        </p:nvSpPr>
        <p:spPr bwMode="invGray">
          <a:xfrm>
            <a:off x="695688" y="866669"/>
            <a:ext cx="360000" cy="307777"/>
          </a:xfrm>
        </p:spPr>
        <p:txBody>
          <a:bodyPr anchor="ctr">
            <a:spAutoFit/>
          </a:bodyPr>
          <a:lstStyle>
            <a:lvl1pPr marL="0" indent="0" algn="r">
              <a:spcBef>
                <a:spcPts val="0"/>
              </a:spcBef>
              <a:buFont typeface="Skeena" panose="020B0604020202020204" pitchFamily="34" charset="0"/>
              <a:buNone/>
              <a:defRPr sz="2000" b="0">
                <a:solidFill>
                  <a:schemeClr val="bg1"/>
                </a:solidFill>
              </a:defRPr>
            </a:lvl1pPr>
            <a:lvl2pPr marL="0" indent="0" algn="r">
              <a:spcBef>
                <a:spcPts val="0"/>
              </a:spcBef>
              <a:buFont typeface="Skeena" panose="020B0604020202020204" pitchFamily="34" charset="0"/>
              <a:buNone/>
              <a:defRPr sz="2000" b="0">
                <a:solidFill>
                  <a:schemeClr val="bg1"/>
                </a:solidFill>
              </a:defRPr>
            </a:lvl2pPr>
            <a:lvl3pPr marL="0" indent="0" algn="r">
              <a:spcBef>
                <a:spcPts val="0"/>
              </a:spcBef>
              <a:buNone/>
              <a:defRPr sz="2000" b="0">
                <a:solidFill>
                  <a:schemeClr val="bg1"/>
                </a:solidFill>
              </a:defRPr>
            </a:lvl3pPr>
            <a:lvl4pPr marL="0" indent="0" algn="r">
              <a:spcBef>
                <a:spcPts val="0"/>
              </a:spcBef>
              <a:buNone/>
              <a:defRPr sz="2000" b="0">
                <a:solidFill>
                  <a:schemeClr val="bg1"/>
                </a:solidFill>
              </a:defRPr>
            </a:lvl4pPr>
            <a:lvl5pPr marL="0" indent="0" algn="r">
              <a:spcBef>
                <a:spcPts val="0"/>
              </a:spcBef>
              <a:buNone/>
              <a:defRPr sz="2000" b="0">
                <a:solidFill>
                  <a:schemeClr val="bg1"/>
                </a:solidFill>
              </a:defRPr>
            </a:lvl5pPr>
            <a:lvl6pPr marL="0" indent="0" algn="r">
              <a:spcBef>
                <a:spcPts val="0"/>
              </a:spcBef>
              <a:buNone/>
              <a:defRPr sz="2000" b="0">
                <a:solidFill>
                  <a:schemeClr val="bg1"/>
                </a:solidFill>
              </a:defRPr>
            </a:lvl6pPr>
            <a:lvl7pPr marL="0" indent="0" algn="r">
              <a:spcBef>
                <a:spcPts val="0"/>
              </a:spcBef>
              <a:buNone/>
              <a:defRPr sz="2000" b="0">
                <a:solidFill>
                  <a:schemeClr val="bg1"/>
                </a:solidFill>
              </a:defRPr>
            </a:lvl7pPr>
            <a:lvl8pPr marL="0" indent="0" algn="r">
              <a:spcBef>
                <a:spcPts val="0"/>
              </a:spcBef>
              <a:buNone/>
              <a:defRPr sz="2000" b="0">
                <a:solidFill>
                  <a:schemeClr val="bg1"/>
                </a:solidFill>
              </a:defRPr>
            </a:lvl8pPr>
            <a:lvl9pPr marL="0" indent="0" algn="r">
              <a:spcBef>
                <a:spcPts val="0"/>
              </a:spcBef>
              <a:buNone/>
              <a:defRPr sz="2000" b="0">
                <a:solidFill>
                  <a:schemeClr val="bg1"/>
                </a:solidFill>
              </a:defRPr>
            </a:lvl9pPr>
          </a:lstStyle>
          <a:p>
            <a:pPr lvl="0"/>
            <a:r>
              <a:rPr lang="de-DE" noProof="0"/>
              <a:t>0X</a:t>
            </a:r>
          </a:p>
        </p:txBody>
      </p:sp>
      <p:sp>
        <p:nvSpPr>
          <p:cNvPr id="10" name="Text Placeholder 10">
            <a:extLst>
              <a:ext uri="{FF2B5EF4-FFF2-40B4-BE49-F238E27FC236}">
                <a16:creationId xmlns:a16="http://schemas.microsoft.com/office/drawing/2014/main" id="{2CA61D65-9C5F-4547-248C-B4CABFC35E37}"/>
              </a:ext>
            </a:extLst>
          </p:cNvPr>
          <p:cNvSpPr>
            <a:spLocks noGrp="1"/>
          </p:cNvSpPr>
          <p:nvPr>
            <p:ph type="body" sz="quarter" idx="13" hasCustomPrompt="1"/>
          </p:nvPr>
        </p:nvSpPr>
        <p:spPr bwMode="invGray">
          <a:xfrm>
            <a:off x="1271464" y="866669"/>
            <a:ext cx="4608000" cy="307777"/>
          </a:xfrm>
        </p:spPr>
        <p:txBody>
          <a:bodyPr anchor="ctr">
            <a:spAutoFit/>
          </a:bodyPr>
          <a:lstStyle>
            <a:lvl1pPr marL="0" indent="0" algn="l">
              <a:spcBef>
                <a:spcPts val="0"/>
              </a:spcBef>
              <a:buFont typeface="Skeena" panose="020B0604020202020204" pitchFamily="34" charset="0"/>
              <a:buNone/>
              <a:defRPr sz="2000" b="0">
                <a:solidFill>
                  <a:schemeClr val="bg1"/>
                </a:solidFill>
              </a:defRPr>
            </a:lvl1pPr>
            <a:lvl2pPr marL="0" indent="0" algn="l">
              <a:spcBef>
                <a:spcPts val="0"/>
              </a:spcBef>
              <a:buFont typeface="Skeena" panose="020B0604020202020204" pitchFamily="34" charset="0"/>
              <a:buNone/>
              <a:defRPr sz="2000" b="0">
                <a:solidFill>
                  <a:schemeClr val="bg1"/>
                </a:solidFill>
              </a:defRPr>
            </a:lvl2pPr>
            <a:lvl3pPr marL="0" indent="0" algn="l">
              <a:spcBef>
                <a:spcPts val="0"/>
              </a:spcBef>
              <a:buNone/>
              <a:defRPr sz="2000" b="0">
                <a:solidFill>
                  <a:schemeClr val="bg1"/>
                </a:solidFill>
              </a:defRPr>
            </a:lvl3pPr>
            <a:lvl4pPr marL="0" indent="0" algn="l">
              <a:spcBef>
                <a:spcPts val="0"/>
              </a:spcBef>
              <a:buNone/>
              <a:defRPr sz="2000" b="0">
                <a:solidFill>
                  <a:schemeClr val="bg1"/>
                </a:solidFill>
              </a:defRPr>
            </a:lvl4pPr>
            <a:lvl5pPr marL="0" indent="0" algn="l">
              <a:spcBef>
                <a:spcPts val="0"/>
              </a:spcBef>
              <a:buNone/>
              <a:defRPr sz="2000" b="0">
                <a:solidFill>
                  <a:schemeClr val="bg1"/>
                </a:solidFill>
              </a:defRPr>
            </a:lvl5pPr>
            <a:lvl6pPr marL="0" indent="0" algn="l">
              <a:spcBef>
                <a:spcPts val="0"/>
              </a:spcBef>
              <a:buNone/>
              <a:defRPr sz="2000" b="0">
                <a:solidFill>
                  <a:schemeClr val="bg1"/>
                </a:solidFill>
              </a:defRPr>
            </a:lvl6pPr>
            <a:lvl7pPr marL="0" indent="0" algn="l">
              <a:spcBef>
                <a:spcPts val="0"/>
              </a:spcBef>
              <a:buNone/>
              <a:defRPr sz="2000" b="0">
                <a:solidFill>
                  <a:schemeClr val="bg1"/>
                </a:solidFill>
              </a:defRPr>
            </a:lvl7pPr>
            <a:lvl8pPr marL="0" indent="0" algn="l">
              <a:spcBef>
                <a:spcPts val="0"/>
              </a:spcBef>
              <a:buNone/>
              <a:defRPr sz="2000" b="0">
                <a:solidFill>
                  <a:schemeClr val="bg1"/>
                </a:solidFill>
              </a:defRPr>
            </a:lvl8pPr>
            <a:lvl9pPr marL="0" indent="0" algn="l">
              <a:spcBef>
                <a:spcPts val="0"/>
              </a:spcBef>
              <a:buNone/>
              <a:defRPr sz="2000" b="0">
                <a:solidFill>
                  <a:schemeClr val="bg1"/>
                </a:solidFill>
              </a:defRPr>
            </a:lvl9pPr>
          </a:lstStyle>
          <a:p>
            <a:pPr lvl="0"/>
            <a:r>
              <a:rPr lang="de-DE" noProof="0"/>
              <a:t>Agendapunkt durch Klicken bearbeiten</a:t>
            </a:r>
          </a:p>
        </p:txBody>
      </p:sp>
      <p:sp>
        <p:nvSpPr>
          <p:cNvPr id="11" name="Text Placeholder 10">
            <a:extLst>
              <a:ext uri="{FF2B5EF4-FFF2-40B4-BE49-F238E27FC236}">
                <a16:creationId xmlns:a16="http://schemas.microsoft.com/office/drawing/2014/main" id="{6ABA5052-A202-BCA2-8153-3389CAF6C06B}"/>
              </a:ext>
            </a:extLst>
          </p:cNvPr>
          <p:cNvSpPr>
            <a:spLocks noGrp="1"/>
          </p:cNvSpPr>
          <p:nvPr>
            <p:ph type="body" sz="quarter" idx="14" hasCustomPrompt="1"/>
          </p:nvPr>
        </p:nvSpPr>
        <p:spPr bwMode="invGray">
          <a:xfrm>
            <a:off x="695688" y="2523359"/>
            <a:ext cx="360000" cy="307777"/>
          </a:xfrm>
        </p:spPr>
        <p:txBody>
          <a:bodyPr anchor="ctr">
            <a:spAutoFit/>
          </a:bodyPr>
          <a:lstStyle>
            <a:lvl1pPr marL="0" indent="0" algn="r">
              <a:spcBef>
                <a:spcPts val="0"/>
              </a:spcBef>
              <a:buFont typeface="Skeena" panose="020B0604020202020204" pitchFamily="34" charset="0"/>
              <a:buNone/>
              <a:defRPr sz="2000" b="0">
                <a:solidFill>
                  <a:schemeClr val="bg1"/>
                </a:solidFill>
              </a:defRPr>
            </a:lvl1pPr>
            <a:lvl2pPr marL="0" indent="0" algn="r">
              <a:spcBef>
                <a:spcPts val="0"/>
              </a:spcBef>
              <a:buFont typeface="Skeena" panose="020B0604020202020204" pitchFamily="34" charset="0"/>
              <a:buNone/>
              <a:defRPr sz="2000" b="0">
                <a:solidFill>
                  <a:schemeClr val="bg1"/>
                </a:solidFill>
              </a:defRPr>
            </a:lvl2pPr>
            <a:lvl3pPr marL="0" indent="0" algn="r">
              <a:spcBef>
                <a:spcPts val="0"/>
              </a:spcBef>
              <a:buNone/>
              <a:defRPr sz="2000" b="0">
                <a:solidFill>
                  <a:schemeClr val="bg1"/>
                </a:solidFill>
              </a:defRPr>
            </a:lvl3pPr>
            <a:lvl4pPr marL="0" indent="0" algn="r">
              <a:spcBef>
                <a:spcPts val="0"/>
              </a:spcBef>
              <a:buNone/>
              <a:defRPr sz="2000" b="0">
                <a:solidFill>
                  <a:schemeClr val="bg1"/>
                </a:solidFill>
              </a:defRPr>
            </a:lvl4pPr>
            <a:lvl5pPr marL="0" indent="0" algn="r">
              <a:spcBef>
                <a:spcPts val="0"/>
              </a:spcBef>
              <a:buNone/>
              <a:defRPr sz="2000" b="0">
                <a:solidFill>
                  <a:schemeClr val="bg1"/>
                </a:solidFill>
              </a:defRPr>
            </a:lvl5pPr>
            <a:lvl6pPr marL="0" indent="0" algn="r">
              <a:spcBef>
                <a:spcPts val="0"/>
              </a:spcBef>
              <a:buNone/>
              <a:defRPr sz="2000" b="0">
                <a:solidFill>
                  <a:schemeClr val="bg1"/>
                </a:solidFill>
              </a:defRPr>
            </a:lvl6pPr>
            <a:lvl7pPr marL="0" indent="0" algn="r">
              <a:spcBef>
                <a:spcPts val="0"/>
              </a:spcBef>
              <a:buNone/>
              <a:defRPr sz="2000" b="0">
                <a:solidFill>
                  <a:schemeClr val="bg1"/>
                </a:solidFill>
              </a:defRPr>
            </a:lvl7pPr>
            <a:lvl8pPr marL="0" indent="0" algn="r">
              <a:spcBef>
                <a:spcPts val="0"/>
              </a:spcBef>
              <a:buNone/>
              <a:defRPr sz="2000" b="0">
                <a:solidFill>
                  <a:schemeClr val="bg1"/>
                </a:solidFill>
              </a:defRPr>
            </a:lvl8pPr>
            <a:lvl9pPr marL="0" indent="0" algn="r">
              <a:spcBef>
                <a:spcPts val="0"/>
              </a:spcBef>
              <a:buNone/>
              <a:defRPr sz="2000" b="0">
                <a:solidFill>
                  <a:schemeClr val="bg1"/>
                </a:solidFill>
              </a:defRPr>
            </a:lvl9pPr>
          </a:lstStyle>
          <a:p>
            <a:pPr lvl="0"/>
            <a:r>
              <a:rPr lang="de-DE" noProof="0"/>
              <a:t>0X</a:t>
            </a:r>
          </a:p>
        </p:txBody>
      </p:sp>
      <p:sp>
        <p:nvSpPr>
          <p:cNvPr id="12" name="Text Placeholder 10">
            <a:extLst>
              <a:ext uri="{FF2B5EF4-FFF2-40B4-BE49-F238E27FC236}">
                <a16:creationId xmlns:a16="http://schemas.microsoft.com/office/drawing/2014/main" id="{25A5CE4A-7B6B-9514-46BF-646ADCCCA051}"/>
              </a:ext>
            </a:extLst>
          </p:cNvPr>
          <p:cNvSpPr>
            <a:spLocks noGrp="1"/>
          </p:cNvSpPr>
          <p:nvPr>
            <p:ph type="body" sz="quarter" idx="15" hasCustomPrompt="1"/>
          </p:nvPr>
        </p:nvSpPr>
        <p:spPr bwMode="invGray">
          <a:xfrm>
            <a:off x="1271464" y="2523359"/>
            <a:ext cx="4608000" cy="307777"/>
          </a:xfrm>
        </p:spPr>
        <p:txBody>
          <a:bodyPr anchor="ctr">
            <a:spAutoFit/>
          </a:bodyPr>
          <a:lstStyle>
            <a:lvl1pPr marL="0" indent="0" algn="l">
              <a:spcBef>
                <a:spcPts val="0"/>
              </a:spcBef>
              <a:buFont typeface="Skeena" panose="020B0604020202020204" pitchFamily="34" charset="0"/>
              <a:buNone/>
              <a:defRPr sz="2000" b="0">
                <a:solidFill>
                  <a:schemeClr val="bg1"/>
                </a:solidFill>
              </a:defRPr>
            </a:lvl1pPr>
            <a:lvl2pPr marL="0" indent="0" algn="l">
              <a:spcBef>
                <a:spcPts val="0"/>
              </a:spcBef>
              <a:buFont typeface="Skeena" panose="020B0604020202020204" pitchFamily="34" charset="0"/>
              <a:buNone/>
              <a:defRPr sz="2000" b="0">
                <a:solidFill>
                  <a:schemeClr val="bg1"/>
                </a:solidFill>
              </a:defRPr>
            </a:lvl2pPr>
            <a:lvl3pPr marL="0" indent="0" algn="l">
              <a:spcBef>
                <a:spcPts val="0"/>
              </a:spcBef>
              <a:buNone/>
              <a:defRPr sz="2000" b="0">
                <a:solidFill>
                  <a:schemeClr val="bg1"/>
                </a:solidFill>
              </a:defRPr>
            </a:lvl3pPr>
            <a:lvl4pPr marL="0" indent="0" algn="l">
              <a:spcBef>
                <a:spcPts val="0"/>
              </a:spcBef>
              <a:buNone/>
              <a:defRPr sz="2000" b="0">
                <a:solidFill>
                  <a:schemeClr val="bg1"/>
                </a:solidFill>
              </a:defRPr>
            </a:lvl4pPr>
            <a:lvl5pPr marL="0" indent="0" algn="l">
              <a:spcBef>
                <a:spcPts val="0"/>
              </a:spcBef>
              <a:buNone/>
              <a:defRPr sz="2000" b="0">
                <a:solidFill>
                  <a:schemeClr val="bg1"/>
                </a:solidFill>
              </a:defRPr>
            </a:lvl5pPr>
            <a:lvl6pPr marL="0" indent="0" algn="l">
              <a:spcBef>
                <a:spcPts val="0"/>
              </a:spcBef>
              <a:buNone/>
              <a:defRPr sz="2000" b="0">
                <a:solidFill>
                  <a:schemeClr val="bg1"/>
                </a:solidFill>
              </a:defRPr>
            </a:lvl6pPr>
            <a:lvl7pPr marL="0" indent="0" algn="l">
              <a:spcBef>
                <a:spcPts val="0"/>
              </a:spcBef>
              <a:buNone/>
              <a:defRPr sz="2000" b="0">
                <a:solidFill>
                  <a:schemeClr val="bg1"/>
                </a:solidFill>
              </a:defRPr>
            </a:lvl7pPr>
            <a:lvl8pPr marL="0" indent="0" algn="l">
              <a:spcBef>
                <a:spcPts val="0"/>
              </a:spcBef>
              <a:buNone/>
              <a:defRPr sz="2000" b="0">
                <a:solidFill>
                  <a:schemeClr val="bg1"/>
                </a:solidFill>
              </a:defRPr>
            </a:lvl8pPr>
            <a:lvl9pPr marL="0" indent="0" algn="l">
              <a:spcBef>
                <a:spcPts val="0"/>
              </a:spcBef>
              <a:buNone/>
              <a:defRPr sz="2000" b="0">
                <a:solidFill>
                  <a:schemeClr val="bg1"/>
                </a:solidFill>
              </a:defRPr>
            </a:lvl9pPr>
          </a:lstStyle>
          <a:p>
            <a:pPr lvl="0"/>
            <a:r>
              <a:rPr lang="de-DE" noProof="0"/>
              <a:t>Agendapunkt durch Klicken bearbeiten</a:t>
            </a:r>
          </a:p>
        </p:txBody>
      </p:sp>
      <p:sp>
        <p:nvSpPr>
          <p:cNvPr id="13" name="Text Placeholder 10">
            <a:extLst>
              <a:ext uri="{FF2B5EF4-FFF2-40B4-BE49-F238E27FC236}">
                <a16:creationId xmlns:a16="http://schemas.microsoft.com/office/drawing/2014/main" id="{25800E80-18FE-E4BD-1166-486A8FA335EA}"/>
              </a:ext>
            </a:extLst>
          </p:cNvPr>
          <p:cNvSpPr>
            <a:spLocks noGrp="1"/>
          </p:cNvSpPr>
          <p:nvPr>
            <p:ph type="body" sz="quarter" idx="16" hasCustomPrompt="1"/>
          </p:nvPr>
        </p:nvSpPr>
        <p:spPr bwMode="invGray">
          <a:xfrm>
            <a:off x="695688" y="4180049"/>
            <a:ext cx="360000" cy="307777"/>
          </a:xfrm>
        </p:spPr>
        <p:txBody>
          <a:bodyPr anchor="ctr">
            <a:spAutoFit/>
          </a:bodyPr>
          <a:lstStyle>
            <a:lvl1pPr marL="0" indent="0" algn="r">
              <a:spcBef>
                <a:spcPts val="0"/>
              </a:spcBef>
              <a:buFont typeface="Skeena" panose="020B0604020202020204" pitchFamily="34" charset="0"/>
              <a:buNone/>
              <a:defRPr sz="2000" b="0">
                <a:solidFill>
                  <a:schemeClr val="bg1"/>
                </a:solidFill>
              </a:defRPr>
            </a:lvl1pPr>
            <a:lvl2pPr marL="0" indent="0" algn="r">
              <a:spcBef>
                <a:spcPts val="0"/>
              </a:spcBef>
              <a:buFont typeface="Skeena" panose="020B0604020202020204" pitchFamily="34" charset="0"/>
              <a:buNone/>
              <a:defRPr sz="2000" b="0">
                <a:solidFill>
                  <a:schemeClr val="bg1"/>
                </a:solidFill>
              </a:defRPr>
            </a:lvl2pPr>
            <a:lvl3pPr marL="0" indent="0" algn="r">
              <a:spcBef>
                <a:spcPts val="0"/>
              </a:spcBef>
              <a:buNone/>
              <a:defRPr sz="2000" b="0">
                <a:solidFill>
                  <a:schemeClr val="bg1"/>
                </a:solidFill>
              </a:defRPr>
            </a:lvl3pPr>
            <a:lvl4pPr marL="0" indent="0" algn="r">
              <a:spcBef>
                <a:spcPts val="0"/>
              </a:spcBef>
              <a:buNone/>
              <a:defRPr sz="2000" b="0">
                <a:solidFill>
                  <a:schemeClr val="bg1"/>
                </a:solidFill>
              </a:defRPr>
            </a:lvl4pPr>
            <a:lvl5pPr marL="0" indent="0" algn="r">
              <a:spcBef>
                <a:spcPts val="0"/>
              </a:spcBef>
              <a:buNone/>
              <a:defRPr sz="2000" b="0">
                <a:solidFill>
                  <a:schemeClr val="bg1"/>
                </a:solidFill>
              </a:defRPr>
            </a:lvl5pPr>
            <a:lvl6pPr marL="0" indent="0" algn="r">
              <a:spcBef>
                <a:spcPts val="0"/>
              </a:spcBef>
              <a:buNone/>
              <a:defRPr sz="2000" b="0">
                <a:solidFill>
                  <a:schemeClr val="bg1"/>
                </a:solidFill>
              </a:defRPr>
            </a:lvl6pPr>
            <a:lvl7pPr marL="0" indent="0" algn="r">
              <a:spcBef>
                <a:spcPts val="0"/>
              </a:spcBef>
              <a:buNone/>
              <a:defRPr sz="2000" b="0">
                <a:solidFill>
                  <a:schemeClr val="bg1"/>
                </a:solidFill>
              </a:defRPr>
            </a:lvl7pPr>
            <a:lvl8pPr marL="0" indent="0" algn="r">
              <a:spcBef>
                <a:spcPts val="0"/>
              </a:spcBef>
              <a:buNone/>
              <a:defRPr sz="2000" b="0">
                <a:solidFill>
                  <a:schemeClr val="bg1"/>
                </a:solidFill>
              </a:defRPr>
            </a:lvl8pPr>
            <a:lvl9pPr marL="0" indent="0" algn="r">
              <a:spcBef>
                <a:spcPts val="0"/>
              </a:spcBef>
              <a:buNone/>
              <a:defRPr sz="2000" b="0">
                <a:solidFill>
                  <a:schemeClr val="bg1"/>
                </a:solidFill>
              </a:defRPr>
            </a:lvl9pPr>
          </a:lstStyle>
          <a:p>
            <a:pPr lvl="0"/>
            <a:r>
              <a:rPr lang="de-DE" noProof="0"/>
              <a:t>0X</a:t>
            </a:r>
          </a:p>
        </p:txBody>
      </p:sp>
      <p:sp>
        <p:nvSpPr>
          <p:cNvPr id="14" name="Text Placeholder 10">
            <a:extLst>
              <a:ext uri="{FF2B5EF4-FFF2-40B4-BE49-F238E27FC236}">
                <a16:creationId xmlns:a16="http://schemas.microsoft.com/office/drawing/2014/main" id="{01D13016-0DCF-D74C-CA0F-D89CB08BD9C4}"/>
              </a:ext>
            </a:extLst>
          </p:cNvPr>
          <p:cNvSpPr>
            <a:spLocks noGrp="1"/>
          </p:cNvSpPr>
          <p:nvPr>
            <p:ph type="body" sz="quarter" idx="17" hasCustomPrompt="1"/>
          </p:nvPr>
        </p:nvSpPr>
        <p:spPr bwMode="invGray">
          <a:xfrm>
            <a:off x="1271464" y="4180049"/>
            <a:ext cx="4608000" cy="307777"/>
          </a:xfrm>
        </p:spPr>
        <p:txBody>
          <a:bodyPr anchor="ctr">
            <a:spAutoFit/>
          </a:bodyPr>
          <a:lstStyle>
            <a:lvl1pPr marL="0" indent="0" algn="l">
              <a:spcBef>
                <a:spcPts val="0"/>
              </a:spcBef>
              <a:buFont typeface="Skeena" panose="020B0604020202020204" pitchFamily="34" charset="0"/>
              <a:buNone/>
              <a:defRPr sz="2000" b="0">
                <a:solidFill>
                  <a:schemeClr val="bg1"/>
                </a:solidFill>
              </a:defRPr>
            </a:lvl1pPr>
            <a:lvl2pPr marL="0" indent="0" algn="l">
              <a:spcBef>
                <a:spcPts val="0"/>
              </a:spcBef>
              <a:buFont typeface="Skeena" panose="020B0604020202020204" pitchFamily="34" charset="0"/>
              <a:buNone/>
              <a:defRPr sz="2000" b="0">
                <a:solidFill>
                  <a:schemeClr val="bg1"/>
                </a:solidFill>
              </a:defRPr>
            </a:lvl2pPr>
            <a:lvl3pPr marL="0" indent="0" algn="l">
              <a:spcBef>
                <a:spcPts val="0"/>
              </a:spcBef>
              <a:buNone/>
              <a:defRPr sz="2000" b="0">
                <a:solidFill>
                  <a:schemeClr val="bg1"/>
                </a:solidFill>
              </a:defRPr>
            </a:lvl3pPr>
            <a:lvl4pPr marL="0" indent="0" algn="l">
              <a:spcBef>
                <a:spcPts val="0"/>
              </a:spcBef>
              <a:buNone/>
              <a:defRPr sz="2000" b="0">
                <a:solidFill>
                  <a:schemeClr val="bg1"/>
                </a:solidFill>
              </a:defRPr>
            </a:lvl4pPr>
            <a:lvl5pPr marL="0" indent="0" algn="l">
              <a:spcBef>
                <a:spcPts val="0"/>
              </a:spcBef>
              <a:buNone/>
              <a:defRPr sz="2000" b="0">
                <a:solidFill>
                  <a:schemeClr val="bg1"/>
                </a:solidFill>
              </a:defRPr>
            </a:lvl5pPr>
            <a:lvl6pPr marL="0" indent="0" algn="l">
              <a:spcBef>
                <a:spcPts val="0"/>
              </a:spcBef>
              <a:buNone/>
              <a:defRPr sz="2000" b="0">
                <a:solidFill>
                  <a:schemeClr val="bg1"/>
                </a:solidFill>
              </a:defRPr>
            </a:lvl6pPr>
            <a:lvl7pPr marL="0" indent="0" algn="l">
              <a:spcBef>
                <a:spcPts val="0"/>
              </a:spcBef>
              <a:buNone/>
              <a:defRPr sz="2000" b="0">
                <a:solidFill>
                  <a:schemeClr val="bg1"/>
                </a:solidFill>
              </a:defRPr>
            </a:lvl7pPr>
            <a:lvl8pPr marL="0" indent="0" algn="l">
              <a:spcBef>
                <a:spcPts val="0"/>
              </a:spcBef>
              <a:buNone/>
              <a:defRPr sz="2000" b="0">
                <a:solidFill>
                  <a:schemeClr val="bg1"/>
                </a:solidFill>
              </a:defRPr>
            </a:lvl8pPr>
            <a:lvl9pPr marL="0" indent="0" algn="l">
              <a:spcBef>
                <a:spcPts val="0"/>
              </a:spcBef>
              <a:buNone/>
              <a:defRPr sz="2000" b="0">
                <a:solidFill>
                  <a:schemeClr val="bg1"/>
                </a:solidFill>
              </a:defRPr>
            </a:lvl9pPr>
          </a:lstStyle>
          <a:p>
            <a:pPr lvl="0"/>
            <a:r>
              <a:rPr lang="de-DE" noProof="0"/>
              <a:t>Agendapunkt durch Klicken bearbeiten</a:t>
            </a:r>
          </a:p>
        </p:txBody>
      </p:sp>
      <p:sp>
        <p:nvSpPr>
          <p:cNvPr id="15" name="Text Placeholder 10">
            <a:extLst>
              <a:ext uri="{FF2B5EF4-FFF2-40B4-BE49-F238E27FC236}">
                <a16:creationId xmlns:a16="http://schemas.microsoft.com/office/drawing/2014/main" id="{ED6C9F97-4534-577B-D60D-1C395C1AEBE5}"/>
              </a:ext>
            </a:extLst>
          </p:cNvPr>
          <p:cNvSpPr>
            <a:spLocks noGrp="1"/>
          </p:cNvSpPr>
          <p:nvPr>
            <p:ph type="body" sz="quarter" idx="18" hasCustomPrompt="1"/>
          </p:nvPr>
        </p:nvSpPr>
        <p:spPr bwMode="invGray">
          <a:xfrm>
            <a:off x="695688" y="5836739"/>
            <a:ext cx="360000" cy="307777"/>
          </a:xfrm>
        </p:spPr>
        <p:txBody>
          <a:bodyPr anchor="ctr">
            <a:spAutoFit/>
          </a:bodyPr>
          <a:lstStyle>
            <a:lvl1pPr marL="0" indent="0" algn="r">
              <a:spcBef>
                <a:spcPts val="0"/>
              </a:spcBef>
              <a:buFont typeface="Skeena" panose="020B0604020202020204" pitchFamily="34" charset="0"/>
              <a:buNone/>
              <a:defRPr sz="2000" b="0">
                <a:solidFill>
                  <a:schemeClr val="bg1"/>
                </a:solidFill>
              </a:defRPr>
            </a:lvl1pPr>
            <a:lvl2pPr marL="0" indent="0" algn="r">
              <a:spcBef>
                <a:spcPts val="0"/>
              </a:spcBef>
              <a:buFont typeface="Skeena" panose="020B0604020202020204" pitchFamily="34" charset="0"/>
              <a:buNone/>
              <a:defRPr sz="2000" b="0">
                <a:solidFill>
                  <a:schemeClr val="bg1"/>
                </a:solidFill>
              </a:defRPr>
            </a:lvl2pPr>
            <a:lvl3pPr marL="0" indent="0" algn="r">
              <a:spcBef>
                <a:spcPts val="0"/>
              </a:spcBef>
              <a:buNone/>
              <a:defRPr sz="2000" b="0">
                <a:solidFill>
                  <a:schemeClr val="bg1"/>
                </a:solidFill>
              </a:defRPr>
            </a:lvl3pPr>
            <a:lvl4pPr marL="0" indent="0" algn="r">
              <a:spcBef>
                <a:spcPts val="0"/>
              </a:spcBef>
              <a:buNone/>
              <a:defRPr sz="2000" b="0">
                <a:solidFill>
                  <a:schemeClr val="bg1"/>
                </a:solidFill>
              </a:defRPr>
            </a:lvl4pPr>
            <a:lvl5pPr marL="0" indent="0" algn="r">
              <a:spcBef>
                <a:spcPts val="0"/>
              </a:spcBef>
              <a:buNone/>
              <a:defRPr sz="2000" b="0">
                <a:solidFill>
                  <a:schemeClr val="bg1"/>
                </a:solidFill>
              </a:defRPr>
            </a:lvl5pPr>
            <a:lvl6pPr marL="0" indent="0" algn="r">
              <a:spcBef>
                <a:spcPts val="0"/>
              </a:spcBef>
              <a:buNone/>
              <a:defRPr sz="2000" b="0">
                <a:solidFill>
                  <a:schemeClr val="bg1"/>
                </a:solidFill>
              </a:defRPr>
            </a:lvl6pPr>
            <a:lvl7pPr marL="0" indent="0" algn="r">
              <a:spcBef>
                <a:spcPts val="0"/>
              </a:spcBef>
              <a:buNone/>
              <a:defRPr sz="2000" b="0">
                <a:solidFill>
                  <a:schemeClr val="bg1"/>
                </a:solidFill>
              </a:defRPr>
            </a:lvl7pPr>
            <a:lvl8pPr marL="0" indent="0" algn="r">
              <a:spcBef>
                <a:spcPts val="0"/>
              </a:spcBef>
              <a:buNone/>
              <a:defRPr sz="2000" b="0">
                <a:solidFill>
                  <a:schemeClr val="bg1"/>
                </a:solidFill>
              </a:defRPr>
            </a:lvl8pPr>
            <a:lvl9pPr marL="0" indent="0" algn="r">
              <a:spcBef>
                <a:spcPts val="0"/>
              </a:spcBef>
              <a:buNone/>
              <a:defRPr sz="2000" b="0">
                <a:solidFill>
                  <a:schemeClr val="bg1"/>
                </a:solidFill>
              </a:defRPr>
            </a:lvl9pPr>
          </a:lstStyle>
          <a:p>
            <a:pPr lvl="0"/>
            <a:r>
              <a:rPr lang="de-DE" noProof="0"/>
              <a:t>0X</a:t>
            </a:r>
          </a:p>
        </p:txBody>
      </p:sp>
      <p:sp>
        <p:nvSpPr>
          <p:cNvPr id="16" name="Text Placeholder 10">
            <a:extLst>
              <a:ext uri="{FF2B5EF4-FFF2-40B4-BE49-F238E27FC236}">
                <a16:creationId xmlns:a16="http://schemas.microsoft.com/office/drawing/2014/main" id="{F78D257A-5C26-EA66-9237-66DB251471ED}"/>
              </a:ext>
            </a:extLst>
          </p:cNvPr>
          <p:cNvSpPr>
            <a:spLocks noGrp="1"/>
          </p:cNvSpPr>
          <p:nvPr>
            <p:ph type="body" sz="quarter" idx="19" hasCustomPrompt="1"/>
          </p:nvPr>
        </p:nvSpPr>
        <p:spPr bwMode="invGray">
          <a:xfrm>
            <a:off x="1271464" y="5836739"/>
            <a:ext cx="4608000" cy="307777"/>
          </a:xfrm>
        </p:spPr>
        <p:txBody>
          <a:bodyPr anchor="ctr">
            <a:spAutoFit/>
          </a:bodyPr>
          <a:lstStyle>
            <a:lvl1pPr marL="0" indent="0" algn="l">
              <a:spcBef>
                <a:spcPts val="0"/>
              </a:spcBef>
              <a:buFont typeface="Skeena" panose="020B0604020202020204" pitchFamily="34" charset="0"/>
              <a:buNone/>
              <a:defRPr sz="2000" b="0">
                <a:solidFill>
                  <a:schemeClr val="bg1"/>
                </a:solidFill>
              </a:defRPr>
            </a:lvl1pPr>
            <a:lvl2pPr marL="0" indent="0" algn="l">
              <a:spcBef>
                <a:spcPts val="0"/>
              </a:spcBef>
              <a:buFont typeface="Skeena" panose="020B0604020202020204" pitchFamily="34" charset="0"/>
              <a:buNone/>
              <a:defRPr sz="2000" b="0">
                <a:solidFill>
                  <a:schemeClr val="bg1"/>
                </a:solidFill>
              </a:defRPr>
            </a:lvl2pPr>
            <a:lvl3pPr marL="0" indent="0" algn="l">
              <a:spcBef>
                <a:spcPts val="0"/>
              </a:spcBef>
              <a:buNone/>
              <a:defRPr sz="2000" b="0">
                <a:solidFill>
                  <a:schemeClr val="bg1"/>
                </a:solidFill>
              </a:defRPr>
            </a:lvl3pPr>
            <a:lvl4pPr marL="0" indent="0" algn="l">
              <a:spcBef>
                <a:spcPts val="0"/>
              </a:spcBef>
              <a:buNone/>
              <a:defRPr sz="2000" b="0">
                <a:solidFill>
                  <a:schemeClr val="bg1"/>
                </a:solidFill>
              </a:defRPr>
            </a:lvl4pPr>
            <a:lvl5pPr marL="0" indent="0" algn="l">
              <a:spcBef>
                <a:spcPts val="0"/>
              </a:spcBef>
              <a:buNone/>
              <a:defRPr sz="2000" b="0">
                <a:solidFill>
                  <a:schemeClr val="bg1"/>
                </a:solidFill>
              </a:defRPr>
            </a:lvl5pPr>
            <a:lvl6pPr marL="0" indent="0" algn="l">
              <a:spcBef>
                <a:spcPts val="0"/>
              </a:spcBef>
              <a:buNone/>
              <a:defRPr sz="2000" b="0">
                <a:solidFill>
                  <a:schemeClr val="bg1"/>
                </a:solidFill>
              </a:defRPr>
            </a:lvl6pPr>
            <a:lvl7pPr marL="0" indent="0" algn="l">
              <a:spcBef>
                <a:spcPts val="0"/>
              </a:spcBef>
              <a:buNone/>
              <a:defRPr sz="2000" b="0">
                <a:solidFill>
                  <a:schemeClr val="bg1"/>
                </a:solidFill>
              </a:defRPr>
            </a:lvl7pPr>
            <a:lvl8pPr marL="0" indent="0" algn="l">
              <a:spcBef>
                <a:spcPts val="0"/>
              </a:spcBef>
              <a:buNone/>
              <a:defRPr sz="2000" b="0">
                <a:solidFill>
                  <a:schemeClr val="bg1"/>
                </a:solidFill>
              </a:defRPr>
            </a:lvl8pPr>
            <a:lvl9pPr marL="0" indent="0" algn="l">
              <a:spcBef>
                <a:spcPts val="0"/>
              </a:spcBef>
              <a:buNone/>
              <a:defRPr sz="2000" b="0">
                <a:solidFill>
                  <a:schemeClr val="bg1"/>
                </a:solidFill>
              </a:defRPr>
            </a:lvl9pPr>
          </a:lstStyle>
          <a:p>
            <a:pPr lvl="0"/>
            <a:r>
              <a:rPr lang="de-DE" noProof="0"/>
              <a:t>Agendapunkt durch Klicken bearbeiten</a:t>
            </a:r>
          </a:p>
        </p:txBody>
      </p:sp>
      <p:sp>
        <p:nvSpPr>
          <p:cNvPr id="17" name="Text Placeholder 10">
            <a:extLst>
              <a:ext uri="{FF2B5EF4-FFF2-40B4-BE49-F238E27FC236}">
                <a16:creationId xmlns:a16="http://schemas.microsoft.com/office/drawing/2014/main" id="{A07D1D18-8228-4586-7B64-34CB34A9C9A8}"/>
              </a:ext>
            </a:extLst>
          </p:cNvPr>
          <p:cNvSpPr>
            <a:spLocks noGrp="1"/>
          </p:cNvSpPr>
          <p:nvPr>
            <p:ph type="body" sz="quarter" idx="20" hasCustomPrompt="1"/>
          </p:nvPr>
        </p:nvSpPr>
        <p:spPr bwMode="invGray">
          <a:xfrm>
            <a:off x="6599601" y="866669"/>
            <a:ext cx="360000" cy="307777"/>
          </a:xfrm>
        </p:spPr>
        <p:txBody>
          <a:bodyPr anchor="ctr">
            <a:spAutoFit/>
          </a:bodyPr>
          <a:lstStyle>
            <a:lvl1pPr marL="0" indent="0" algn="r">
              <a:spcBef>
                <a:spcPts val="0"/>
              </a:spcBef>
              <a:buFont typeface="Skeena" panose="020B0604020202020204" pitchFamily="34" charset="0"/>
              <a:buNone/>
              <a:defRPr sz="2000" b="0">
                <a:solidFill>
                  <a:schemeClr val="bg1"/>
                </a:solidFill>
              </a:defRPr>
            </a:lvl1pPr>
            <a:lvl2pPr marL="0" indent="0" algn="r">
              <a:spcBef>
                <a:spcPts val="0"/>
              </a:spcBef>
              <a:buFont typeface="Skeena" panose="020B0604020202020204" pitchFamily="34" charset="0"/>
              <a:buNone/>
              <a:defRPr sz="2000" b="0">
                <a:solidFill>
                  <a:schemeClr val="bg1"/>
                </a:solidFill>
              </a:defRPr>
            </a:lvl2pPr>
            <a:lvl3pPr marL="0" indent="0" algn="r">
              <a:spcBef>
                <a:spcPts val="0"/>
              </a:spcBef>
              <a:buNone/>
              <a:defRPr sz="2000" b="0">
                <a:solidFill>
                  <a:schemeClr val="bg1"/>
                </a:solidFill>
              </a:defRPr>
            </a:lvl3pPr>
            <a:lvl4pPr marL="0" indent="0" algn="r">
              <a:spcBef>
                <a:spcPts val="0"/>
              </a:spcBef>
              <a:buNone/>
              <a:defRPr sz="2000" b="0">
                <a:solidFill>
                  <a:schemeClr val="bg1"/>
                </a:solidFill>
              </a:defRPr>
            </a:lvl4pPr>
            <a:lvl5pPr marL="0" indent="0" algn="r">
              <a:spcBef>
                <a:spcPts val="0"/>
              </a:spcBef>
              <a:buNone/>
              <a:defRPr sz="2000" b="0">
                <a:solidFill>
                  <a:schemeClr val="bg1"/>
                </a:solidFill>
              </a:defRPr>
            </a:lvl5pPr>
            <a:lvl6pPr marL="0" indent="0" algn="r">
              <a:spcBef>
                <a:spcPts val="0"/>
              </a:spcBef>
              <a:buNone/>
              <a:defRPr sz="2000" b="0">
                <a:solidFill>
                  <a:schemeClr val="bg1"/>
                </a:solidFill>
              </a:defRPr>
            </a:lvl6pPr>
            <a:lvl7pPr marL="0" indent="0" algn="r">
              <a:spcBef>
                <a:spcPts val="0"/>
              </a:spcBef>
              <a:buNone/>
              <a:defRPr sz="2000" b="0">
                <a:solidFill>
                  <a:schemeClr val="bg1"/>
                </a:solidFill>
              </a:defRPr>
            </a:lvl7pPr>
            <a:lvl8pPr marL="0" indent="0" algn="r">
              <a:spcBef>
                <a:spcPts val="0"/>
              </a:spcBef>
              <a:buNone/>
              <a:defRPr sz="2000" b="0">
                <a:solidFill>
                  <a:schemeClr val="bg1"/>
                </a:solidFill>
              </a:defRPr>
            </a:lvl8pPr>
            <a:lvl9pPr marL="0" indent="0" algn="r">
              <a:spcBef>
                <a:spcPts val="0"/>
              </a:spcBef>
              <a:buNone/>
              <a:defRPr sz="2000" b="0">
                <a:solidFill>
                  <a:schemeClr val="bg1"/>
                </a:solidFill>
              </a:defRPr>
            </a:lvl9pPr>
          </a:lstStyle>
          <a:p>
            <a:pPr lvl="0"/>
            <a:r>
              <a:rPr lang="de-DE" noProof="0"/>
              <a:t>0X</a:t>
            </a:r>
          </a:p>
        </p:txBody>
      </p:sp>
      <p:sp>
        <p:nvSpPr>
          <p:cNvPr id="18" name="Text Placeholder 10">
            <a:extLst>
              <a:ext uri="{FF2B5EF4-FFF2-40B4-BE49-F238E27FC236}">
                <a16:creationId xmlns:a16="http://schemas.microsoft.com/office/drawing/2014/main" id="{0545E312-C142-5BB9-EB2A-BB24ACA32BD4}"/>
              </a:ext>
            </a:extLst>
          </p:cNvPr>
          <p:cNvSpPr>
            <a:spLocks noGrp="1"/>
          </p:cNvSpPr>
          <p:nvPr>
            <p:ph type="body" sz="quarter" idx="21" hasCustomPrompt="1"/>
          </p:nvPr>
        </p:nvSpPr>
        <p:spPr bwMode="invGray">
          <a:xfrm>
            <a:off x="7176120" y="866669"/>
            <a:ext cx="4608000" cy="307777"/>
          </a:xfrm>
        </p:spPr>
        <p:txBody>
          <a:bodyPr anchor="ctr">
            <a:spAutoFit/>
          </a:bodyPr>
          <a:lstStyle>
            <a:lvl1pPr marL="0" indent="0" algn="l">
              <a:spcBef>
                <a:spcPts val="0"/>
              </a:spcBef>
              <a:buFont typeface="Skeena" panose="020B0604020202020204" pitchFamily="34" charset="0"/>
              <a:buNone/>
              <a:defRPr sz="2000" b="0">
                <a:solidFill>
                  <a:schemeClr val="bg1"/>
                </a:solidFill>
              </a:defRPr>
            </a:lvl1pPr>
            <a:lvl2pPr marL="0" indent="0" algn="l">
              <a:spcBef>
                <a:spcPts val="0"/>
              </a:spcBef>
              <a:buFont typeface="Skeena" panose="020B0604020202020204" pitchFamily="34" charset="0"/>
              <a:buNone/>
              <a:defRPr sz="2000" b="0">
                <a:solidFill>
                  <a:schemeClr val="bg1"/>
                </a:solidFill>
              </a:defRPr>
            </a:lvl2pPr>
            <a:lvl3pPr marL="0" indent="0" algn="l">
              <a:spcBef>
                <a:spcPts val="0"/>
              </a:spcBef>
              <a:buNone/>
              <a:defRPr sz="2000" b="0">
                <a:solidFill>
                  <a:schemeClr val="bg1"/>
                </a:solidFill>
              </a:defRPr>
            </a:lvl3pPr>
            <a:lvl4pPr marL="0" indent="0" algn="l">
              <a:spcBef>
                <a:spcPts val="0"/>
              </a:spcBef>
              <a:buNone/>
              <a:defRPr sz="2000" b="0">
                <a:solidFill>
                  <a:schemeClr val="bg1"/>
                </a:solidFill>
              </a:defRPr>
            </a:lvl4pPr>
            <a:lvl5pPr marL="0" indent="0" algn="l">
              <a:spcBef>
                <a:spcPts val="0"/>
              </a:spcBef>
              <a:buNone/>
              <a:defRPr sz="2000" b="0">
                <a:solidFill>
                  <a:schemeClr val="bg1"/>
                </a:solidFill>
              </a:defRPr>
            </a:lvl5pPr>
            <a:lvl6pPr marL="0" indent="0" algn="l">
              <a:spcBef>
                <a:spcPts val="0"/>
              </a:spcBef>
              <a:buNone/>
              <a:defRPr sz="2000" b="0">
                <a:solidFill>
                  <a:schemeClr val="bg1"/>
                </a:solidFill>
              </a:defRPr>
            </a:lvl6pPr>
            <a:lvl7pPr marL="0" indent="0" algn="l">
              <a:spcBef>
                <a:spcPts val="0"/>
              </a:spcBef>
              <a:buNone/>
              <a:defRPr sz="2000" b="0">
                <a:solidFill>
                  <a:schemeClr val="bg1"/>
                </a:solidFill>
              </a:defRPr>
            </a:lvl7pPr>
            <a:lvl8pPr marL="0" indent="0" algn="l">
              <a:spcBef>
                <a:spcPts val="0"/>
              </a:spcBef>
              <a:buNone/>
              <a:defRPr sz="2000" b="0">
                <a:solidFill>
                  <a:schemeClr val="bg1"/>
                </a:solidFill>
              </a:defRPr>
            </a:lvl8pPr>
            <a:lvl9pPr marL="0" indent="0" algn="l">
              <a:spcBef>
                <a:spcPts val="0"/>
              </a:spcBef>
              <a:buNone/>
              <a:defRPr sz="2000" b="0">
                <a:solidFill>
                  <a:schemeClr val="bg1"/>
                </a:solidFill>
              </a:defRPr>
            </a:lvl9pPr>
          </a:lstStyle>
          <a:p>
            <a:pPr lvl="0"/>
            <a:r>
              <a:rPr lang="de-DE" noProof="0"/>
              <a:t>Agendapunkt durch Klicken bearbeiten</a:t>
            </a:r>
          </a:p>
        </p:txBody>
      </p:sp>
      <p:sp>
        <p:nvSpPr>
          <p:cNvPr id="19" name="Text Placeholder 10">
            <a:extLst>
              <a:ext uri="{FF2B5EF4-FFF2-40B4-BE49-F238E27FC236}">
                <a16:creationId xmlns:a16="http://schemas.microsoft.com/office/drawing/2014/main" id="{F9869216-F3DD-B120-8E16-192D329301E9}"/>
              </a:ext>
            </a:extLst>
          </p:cNvPr>
          <p:cNvSpPr>
            <a:spLocks noGrp="1"/>
          </p:cNvSpPr>
          <p:nvPr>
            <p:ph type="body" sz="quarter" idx="22" hasCustomPrompt="1"/>
          </p:nvPr>
        </p:nvSpPr>
        <p:spPr bwMode="invGray">
          <a:xfrm>
            <a:off x="6599601" y="2523359"/>
            <a:ext cx="360000" cy="307777"/>
          </a:xfrm>
        </p:spPr>
        <p:txBody>
          <a:bodyPr anchor="ctr">
            <a:spAutoFit/>
          </a:bodyPr>
          <a:lstStyle>
            <a:lvl1pPr marL="0" indent="0" algn="r">
              <a:spcBef>
                <a:spcPts val="0"/>
              </a:spcBef>
              <a:buFont typeface="Skeena" panose="020B0604020202020204" pitchFamily="34" charset="0"/>
              <a:buNone/>
              <a:defRPr sz="2000" b="0">
                <a:solidFill>
                  <a:schemeClr val="bg1"/>
                </a:solidFill>
              </a:defRPr>
            </a:lvl1pPr>
            <a:lvl2pPr marL="0" indent="0" algn="r">
              <a:spcBef>
                <a:spcPts val="0"/>
              </a:spcBef>
              <a:buFont typeface="Skeena" panose="020B0604020202020204" pitchFamily="34" charset="0"/>
              <a:buNone/>
              <a:defRPr sz="2000" b="0">
                <a:solidFill>
                  <a:schemeClr val="bg1"/>
                </a:solidFill>
              </a:defRPr>
            </a:lvl2pPr>
            <a:lvl3pPr marL="0" indent="0" algn="r">
              <a:spcBef>
                <a:spcPts val="0"/>
              </a:spcBef>
              <a:buNone/>
              <a:defRPr sz="2000" b="0">
                <a:solidFill>
                  <a:schemeClr val="bg1"/>
                </a:solidFill>
              </a:defRPr>
            </a:lvl3pPr>
            <a:lvl4pPr marL="0" indent="0" algn="r">
              <a:spcBef>
                <a:spcPts val="0"/>
              </a:spcBef>
              <a:buNone/>
              <a:defRPr sz="2000" b="0">
                <a:solidFill>
                  <a:schemeClr val="bg1"/>
                </a:solidFill>
              </a:defRPr>
            </a:lvl4pPr>
            <a:lvl5pPr marL="0" indent="0" algn="r">
              <a:spcBef>
                <a:spcPts val="0"/>
              </a:spcBef>
              <a:buNone/>
              <a:defRPr sz="2000" b="0">
                <a:solidFill>
                  <a:schemeClr val="bg1"/>
                </a:solidFill>
              </a:defRPr>
            </a:lvl5pPr>
            <a:lvl6pPr marL="0" indent="0" algn="r">
              <a:spcBef>
                <a:spcPts val="0"/>
              </a:spcBef>
              <a:buNone/>
              <a:defRPr sz="2000" b="0">
                <a:solidFill>
                  <a:schemeClr val="bg1"/>
                </a:solidFill>
              </a:defRPr>
            </a:lvl6pPr>
            <a:lvl7pPr marL="0" indent="0" algn="r">
              <a:spcBef>
                <a:spcPts val="0"/>
              </a:spcBef>
              <a:buNone/>
              <a:defRPr sz="2000" b="0">
                <a:solidFill>
                  <a:schemeClr val="bg1"/>
                </a:solidFill>
              </a:defRPr>
            </a:lvl7pPr>
            <a:lvl8pPr marL="0" indent="0" algn="r">
              <a:spcBef>
                <a:spcPts val="0"/>
              </a:spcBef>
              <a:buNone/>
              <a:defRPr sz="2000" b="0">
                <a:solidFill>
                  <a:schemeClr val="bg1"/>
                </a:solidFill>
              </a:defRPr>
            </a:lvl8pPr>
            <a:lvl9pPr marL="0" indent="0" algn="r">
              <a:spcBef>
                <a:spcPts val="0"/>
              </a:spcBef>
              <a:buNone/>
              <a:defRPr sz="2000" b="0">
                <a:solidFill>
                  <a:schemeClr val="bg1"/>
                </a:solidFill>
              </a:defRPr>
            </a:lvl9pPr>
          </a:lstStyle>
          <a:p>
            <a:pPr lvl="0"/>
            <a:r>
              <a:rPr lang="de-DE" noProof="0"/>
              <a:t>0X</a:t>
            </a:r>
          </a:p>
        </p:txBody>
      </p:sp>
      <p:sp>
        <p:nvSpPr>
          <p:cNvPr id="20" name="Text Placeholder 10">
            <a:extLst>
              <a:ext uri="{FF2B5EF4-FFF2-40B4-BE49-F238E27FC236}">
                <a16:creationId xmlns:a16="http://schemas.microsoft.com/office/drawing/2014/main" id="{643074A1-5F92-C297-85D0-F6BD379A710A}"/>
              </a:ext>
            </a:extLst>
          </p:cNvPr>
          <p:cNvSpPr>
            <a:spLocks noGrp="1"/>
          </p:cNvSpPr>
          <p:nvPr>
            <p:ph type="body" sz="quarter" idx="23" hasCustomPrompt="1"/>
          </p:nvPr>
        </p:nvSpPr>
        <p:spPr bwMode="invGray">
          <a:xfrm>
            <a:off x="7176120" y="2523359"/>
            <a:ext cx="4608000" cy="307777"/>
          </a:xfrm>
        </p:spPr>
        <p:txBody>
          <a:bodyPr anchor="ctr">
            <a:spAutoFit/>
          </a:bodyPr>
          <a:lstStyle>
            <a:lvl1pPr marL="0" indent="0" algn="l">
              <a:spcBef>
                <a:spcPts val="0"/>
              </a:spcBef>
              <a:buFont typeface="Skeena" panose="020B0604020202020204" pitchFamily="34" charset="0"/>
              <a:buNone/>
              <a:defRPr sz="2000" b="0">
                <a:solidFill>
                  <a:schemeClr val="bg1"/>
                </a:solidFill>
              </a:defRPr>
            </a:lvl1pPr>
            <a:lvl2pPr marL="0" indent="0" algn="l">
              <a:spcBef>
                <a:spcPts val="0"/>
              </a:spcBef>
              <a:buFont typeface="Skeena" panose="020B0604020202020204" pitchFamily="34" charset="0"/>
              <a:buNone/>
              <a:defRPr sz="2000" b="0">
                <a:solidFill>
                  <a:schemeClr val="bg1"/>
                </a:solidFill>
              </a:defRPr>
            </a:lvl2pPr>
            <a:lvl3pPr marL="0" indent="0" algn="l">
              <a:spcBef>
                <a:spcPts val="0"/>
              </a:spcBef>
              <a:buNone/>
              <a:defRPr sz="2000" b="0">
                <a:solidFill>
                  <a:schemeClr val="bg1"/>
                </a:solidFill>
              </a:defRPr>
            </a:lvl3pPr>
            <a:lvl4pPr marL="0" indent="0" algn="l">
              <a:spcBef>
                <a:spcPts val="0"/>
              </a:spcBef>
              <a:buNone/>
              <a:defRPr sz="2000" b="0">
                <a:solidFill>
                  <a:schemeClr val="bg1"/>
                </a:solidFill>
              </a:defRPr>
            </a:lvl4pPr>
            <a:lvl5pPr marL="0" indent="0" algn="l">
              <a:spcBef>
                <a:spcPts val="0"/>
              </a:spcBef>
              <a:buNone/>
              <a:defRPr sz="2000" b="0">
                <a:solidFill>
                  <a:schemeClr val="bg1"/>
                </a:solidFill>
              </a:defRPr>
            </a:lvl5pPr>
            <a:lvl6pPr marL="0" indent="0" algn="l">
              <a:spcBef>
                <a:spcPts val="0"/>
              </a:spcBef>
              <a:buNone/>
              <a:defRPr sz="2000" b="0">
                <a:solidFill>
                  <a:schemeClr val="bg1"/>
                </a:solidFill>
              </a:defRPr>
            </a:lvl6pPr>
            <a:lvl7pPr marL="0" indent="0" algn="l">
              <a:spcBef>
                <a:spcPts val="0"/>
              </a:spcBef>
              <a:buNone/>
              <a:defRPr sz="2000" b="0">
                <a:solidFill>
                  <a:schemeClr val="bg1"/>
                </a:solidFill>
              </a:defRPr>
            </a:lvl7pPr>
            <a:lvl8pPr marL="0" indent="0" algn="l">
              <a:spcBef>
                <a:spcPts val="0"/>
              </a:spcBef>
              <a:buNone/>
              <a:defRPr sz="2000" b="0">
                <a:solidFill>
                  <a:schemeClr val="bg1"/>
                </a:solidFill>
              </a:defRPr>
            </a:lvl8pPr>
            <a:lvl9pPr marL="0" indent="0" algn="l">
              <a:spcBef>
                <a:spcPts val="0"/>
              </a:spcBef>
              <a:buNone/>
              <a:defRPr sz="2000" b="0">
                <a:solidFill>
                  <a:schemeClr val="bg1"/>
                </a:solidFill>
              </a:defRPr>
            </a:lvl9pPr>
          </a:lstStyle>
          <a:p>
            <a:pPr lvl="0"/>
            <a:r>
              <a:rPr lang="de-DE" noProof="0"/>
              <a:t>Agendapunkt durch Klicken bearbeiten</a:t>
            </a:r>
            <a:endParaRPr lang="de-DE" noProof="0" dirty="0"/>
          </a:p>
        </p:txBody>
      </p:sp>
      <p:sp>
        <p:nvSpPr>
          <p:cNvPr id="21" name="Text Placeholder 10">
            <a:extLst>
              <a:ext uri="{FF2B5EF4-FFF2-40B4-BE49-F238E27FC236}">
                <a16:creationId xmlns:a16="http://schemas.microsoft.com/office/drawing/2014/main" id="{67EDB6F1-42E5-809A-9CA0-569CE5A62BD1}"/>
              </a:ext>
            </a:extLst>
          </p:cNvPr>
          <p:cNvSpPr>
            <a:spLocks noGrp="1"/>
          </p:cNvSpPr>
          <p:nvPr>
            <p:ph type="body" sz="quarter" idx="24" hasCustomPrompt="1"/>
          </p:nvPr>
        </p:nvSpPr>
        <p:spPr bwMode="invGray">
          <a:xfrm>
            <a:off x="6599601" y="4180049"/>
            <a:ext cx="360000" cy="307777"/>
          </a:xfrm>
        </p:spPr>
        <p:txBody>
          <a:bodyPr anchor="ctr">
            <a:spAutoFit/>
          </a:bodyPr>
          <a:lstStyle>
            <a:lvl1pPr marL="0" indent="0" algn="r">
              <a:spcBef>
                <a:spcPts val="0"/>
              </a:spcBef>
              <a:buFont typeface="Skeena" panose="020B0604020202020204" pitchFamily="34" charset="0"/>
              <a:buNone/>
              <a:defRPr sz="2000" b="0">
                <a:solidFill>
                  <a:schemeClr val="bg1"/>
                </a:solidFill>
              </a:defRPr>
            </a:lvl1pPr>
            <a:lvl2pPr marL="0" indent="0" algn="r">
              <a:spcBef>
                <a:spcPts val="0"/>
              </a:spcBef>
              <a:buFont typeface="Skeena" panose="020B0604020202020204" pitchFamily="34" charset="0"/>
              <a:buNone/>
              <a:defRPr sz="2000" b="0">
                <a:solidFill>
                  <a:schemeClr val="bg1"/>
                </a:solidFill>
              </a:defRPr>
            </a:lvl2pPr>
            <a:lvl3pPr marL="0" indent="0" algn="r">
              <a:spcBef>
                <a:spcPts val="0"/>
              </a:spcBef>
              <a:buNone/>
              <a:defRPr sz="2000" b="0">
                <a:solidFill>
                  <a:schemeClr val="bg1"/>
                </a:solidFill>
              </a:defRPr>
            </a:lvl3pPr>
            <a:lvl4pPr marL="0" indent="0" algn="r">
              <a:spcBef>
                <a:spcPts val="0"/>
              </a:spcBef>
              <a:buNone/>
              <a:defRPr sz="2000" b="0">
                <a:solidFill>
                  <a:schemeClr val="bg1"/>
                </a:solidFill>
              </a:defRPr>
            </a:lvl4pPr>
            <a:lvl5pPr marL="0" indent="0" algn="r">
              <a:spcBef>
                <a:spcPts val="0"/>
              </a:spcBef>
              <a:buNone/>
              <a:defRPr sz="2000" b="0">
                <a:solidFill>
                  <a:schemeClr val="bg1"/>
                </a:solidFill>
              </a:defRPr>
            </a:lvl5pPr>
            <a:lvl6pPr marL="0" indent="0" algn="r">
              <a:spcBef>
                <a:spcPts val="0"/>
              </a:spcBef>
              <a:buNone/>
              <a:defRPr sz="2000" b="0">
                <a:solidFill>
                  <a:schemeClr val="bg1"/>
                </a:solidFill>
              </a:defRPr>
            </a:lvl6pPr>
            <a:lvl7pPr marL="0" indent="0" algn="r">
              <a:spcBef>
                <a:spcPts val="0"/>
              </a:spcBef>
              <a:buNone/>
              <a:defRPr sz="2000" b="0">
                <a:solidFill>
                  <a:schemeClr val="bg1"/>
                </a:solidFill>
              </a:defRPr>
            </a:lvl7pPr>
            <a:lvl8pPr marL="0" indent="0" algn="r">
              <a:spcBef>
                <a:spcPts val="0"/>
              </a:spcBef>
              <a:buNone/>
              <a:defRPr sz="2000" b="0">
                <a:solidFill>
                  <a:schemeClr val="bg1"/>
                </a:solidFill>
              </a:defRPr>
            </a:lvl8pPr>
            <a:lvl9pPr marL="0" indent="0" algn="r">
              <a:spcBef>
                <a:spcPts val="0"/>
              </a:spcBef>
              <a:buNone/>
              <a:defRPr sz="2000" b="0">
                <a:solidFill>
                  <a:schemeClr val="bg1"/>
                </a:solidFill>
              </a:defRPr>
            </a:lvl9pPr>
          </a:lstStyle>
          <a:p>
            <a:pPr lvl="0"/>
            <a:r>
              <a:rPr lang="de-DE" noProof="0"/>
              <a:t>0X</a:t>
            </a:r>
          </a:p>
        </p:txBody>
      </p:sp>
      <p:sp>
        <p:nvSpPr>
          <p:cNvPr id="22" name="Text Placeholder 10">
            <a:extLst>
              <a:ext uri="{FF2B5EF4-FFF2-40B4-BE49-F238E27FC236}">
                <a16:creationId xmlns:a16="http://schemas.microsoft.com/office/drawing/2014/main" id="{60130424-D5B5-ABCA-7E09-F4049D2BE795}"/>
              </a:ext>
            </a:extLst>
          </p:cNvPr>
          <p:cNvSpPr>
            <a:spLocks noGrp="1"/>
          </p:cNvSpPr>
          <p:nvPr>
            <p:ph type="body" sz="quarter" idx="25" hasCustomPrompt="1"/>
          </p:nvPr>
        </p:nvSpPr>
        <p:spPr bwMode="invGray">
          <a:xfrm>
            <a:off x="7176120" y="4180049"/>
            <a:ext cx="4608000" cy="307777"/>
          </a:xfrm>
        </p:spPr>
        <p:txBody>
          <a:bodyPr anchor="ctr">
            <a:spAutoFit/>
          </a:bodyPr>
          <a:lstStyle>
            <a:lvl1pPr marL="0" indent="0" algn="l">
              <a:spcBef>
                <a:spcPts val="0"/>
              </a:spcBef>
              <a:buFont typeface="Skeena" panose="020B0604020202020204" pitchFamily="34" charset="0"/>
              <a:buNone/>
              <a:defRPr sz="2000" b="0">
                <a:solidFill>
                  <a:schemeClr val="bg1"/>
                </a:solidFill>
              </a:defRPr>
            </a:lvl1pPr>
            <a:lvl2pPr marL="0" indent="0" algn="l">
              <a:spcBef>
                <a:spcPts val="0"/>
              </a:spcBef>
              <a:buFont typeface="Skeena" panose="020B0604020202020204" pitchFamily="34" charset="0"/>
              <a:buNone/>
              <a:defRPr sz="2000" b="0">
                <a:solidFill>
                  <a:schemeClr val="bg1"/>
                </a:solidFill>
              </a:defRPr>
            </a:lvl2pPr>
            <a:lvl3pPr marL="0" indent="0" algn="l">
              <a:spcBef>
                <a:spcPts val="0"/>
              </a:spcBef>
              <a:buNone/>
              <a:defRPr sz="2000" b="0">
                <a:solidFill>
                  <a:schemeClr val="bg1"/>
                </a:solidFill>
              </a:defRPr>
            </a:lvl3pPr>
            <a:lvl4pPr marL="0" indent="0" algn="l">
              <a:spcBef>
                <a:spcPts val="0"/>
              </a:spcBef>
              <a:buNone/>
              <a:defRPr sz="2000" b="0">
                <a:solidFill>
                  <a:schemeClr val="bg1"/>
                </a:solidFill>
              </a:defRPr>
            </a:lvl4pPr>
            <a:lvl5pPr marL="0" indent="0" algn="l">
              <a:spcBef>
                <a:spcPts val="0"/>
              </a:spcBef>
              <a:buNone/>
              <a:defRPr sz="2000" b="0">
                <a:solidFill>
                  <a:schemeClr val="bg1"/>
                </a:solidFill>
              </a:defRPr>
            </a:lvl5pPr>
            <a:lvl6pPr marL="0" indent="0" algn="l">
              <a:spcBef>
                <a:spcPts val="0"/>
              </a:spcBef>
              <a:buNone/>
              <a:defRPr sz="2000" b="0">
                <a:solidFill>
                  <a:schemeClr val="bg1"/>
                </a:solidFill>
              </a:defRPr>
            </a:lvl6pPr>
            <a:lvl7pPr marL="0" indent="0" algn="l">
              <a:spcBef>
                <a:spcPts val="0"/>
              </a:spcBef>
              <a:buNone/>
              <a:defRPr sz="2000" b="0">
                <a:solidFill>
                  <a:schemeClr val="bg1"/>
                </a:solidFill>
              </a:defRPr>
            </a:lvl7pPr>
            <a:lvl8pPr marL="0" indent="0" algn="l">
              <a:spcBef>
                <a:spcPts val="0"/>
              </a:spcBef>
              <a:buNone/>
              <a:defRPr sz="2000" b="0">
                <a:solidFill>
                  <a:schemeClr val="bg1"/>
                </a:solidFill>
              </a:defRPr>
            </a:lvl8pPr>
            <a:lvl9pPr marL="0" indent="0" algn="l">
              <a:spcBef>
                <a:spcPts val="0"/>
              </a:spcBef>
              <a:buNone/>
              <a:defRPr sz="2000" b="0">
                <a:solidFill>
                  <a:schemeClr val="bg1"/>
                </a:solidFill>
              </a:defRPr>
            </a:lvl9pPr>
          </a:lstStyle>
          <a:p>
            <a:pPr lvl="0"/>
            <a:r>
              <a:rPr lang="de-DE" noProof="0"/>
              <a:t>Agendapunkt durch Klicken bearbeiten</a:t>
            </a:r>
          </a:p>
        </p:txBody>
      </p:sp>
      <p:sp>
        <p:nvSpPr>
          <p:cNvPr id="23" name="Text Placeholder 10">
            <a:extLst>
              <a:ext uri="{FF2B5EF4-FFF2-40B4-BE49-F238E27FC236}">
                <a16:creationId xmlns:a16="http://schemas.microsoft.com/office/drawing/2014/main" id="{7778ED80-F21C-EA55-AF34-C3844D3A30E9}"/>
              </a:ext>
            </a:extLst>
          </p:cNvPr>
          <p:cNvSpPr>
            <a:spLocks noGrp="1"/>
          </p:cNvSpPr>
          <p:nvPr>
            <p:ph type="body" sz="quarter" idx="26" hasCustomPrompt="1"/>
          </p:nvPr>
        </p:nvSpPr>
        <p:spPr bwMode="invGray">
          <a:xfrm>
            <a:off x="6599601" y="5836739"/>
            <a:ext cx="360000" cy="307777"/>
          </a:xfrm>
        </p:spPr>
        <p:txBody>
          <a:bodyPr anchor="ctr">
            <a:spAutoFit/>
          </a:bodyPr>
          <a:lstStyle>
            <a:lvl1pPr marL="0" indent="0" algn="r">
              <a:spcBef>
                <a:spcPts val="0"/>
              </a:spcBef>
              <a:buFont typeface="Skeena" panose="020B0604020202020204" pitchFamily="34" charset="0"/>
              <a:buNone/>
              <a:defRPr sz="2000" b="0">
                <a:solidFill>
                  <a:schemeClr val="bg1"/>
                </a:solidFill>
              </a:defRPr>
            </a:lvl1pPr>
            <a:lvl2pPr marL="0" indent="0" algn="r">
              <a:spcBef>
                <a:spcPts val="0"/>
              </a:spcBef>
              <a:buFont typeface="Skeena" panose="020B0604020202020204" pitchFamily="34" charset="0"/>
              <a:buNone/>
              <a:defRPr sz="2000" b="0">
                <a:solidFill>
                  <a:schemeClr val="bg1"/>
                </a:solidFill>
              </a:defRPr>
            </a:lvl2pPr>
            <a:lvl3pPr marL="0" indent="0" algn="r">
              <a:spcBef>
                <a:spcPts val="0"/>
              </a:spcBef>
              <a:buNone/>
              <a:defRPr sz="2000" b="0">
                <a:solidFill>
                  <a:schemeClr val="bg1"/>
                </a:solidFill>
              </a:defRPr>
            </a:lvl3pPr>
            <a:lvl4pPr marL="0" indent="0" algn="r">
              <a:spcBef>
                <a:spcPts val="0"/>
              </a:spcBef>
              <a:buNone/>
              <a:defRPr sz="2000" b="0">
                <a:solidFill>
                  <a:schemeClr val="bg1"/>
                </a:solidFill>
              </a:defRPr>
            </a:lvl4pPr>
            <a:lvl5pPr marL="0" indent="0" algn="r">
              <a:spcBef>
                <a:spcPts val="0"/>
              </a:spcBef>
              <a:buNone/>
              <a:defRPr sz="2000" b="0">
                <a:solidFill>
                  <a:schemeClr val="bg1"/>
                </a:solidFill>
              </a:defRPr>
            </a:lvl5pPr>
            <a:lvl6pPr marL="0" indent="0" algn="r">
              <a:spcBef>
                <a:spcPts val="0"/>
              </a:spcBef>
              <a:buNone/>
              <a:defRPr sz="2000" b="0">
                <a:solidFill>
                  <a:schemeClr val="bg1"/>
                </a:solidFill>
              </a:defRPr>
            </a:lvl6pPr>
            <a:lvl7pPr marL="0" indent="0" algn="r">
              <a:spcBef>
                <a:spcPts val="0"/>
              </a:spcBef>
              <a:buNone/>
              <a:defRPr sz="2000" b="0">
                <a:solidFill>
                  <a:schemeClr val="bg1"/>
                </a:solidFill>
              </a:defRPr>
            </a:lvl7pPr>
            <a:lvl8pPr marL="0" indent="0" algn="r">
              <a:spcBef>
                <a:spcPts val="0"/>
              </a:spcBef>
              <a:buNone/>
              <a:defRPr sz="2000" b="0">
                <a:solidFill>
                  <a:schemeClr val="bg1"/>
                </a:solidFill>
              </a:defRPr>
            </a:lvl8pPr>
            <a:lvl9pPr marL="0" indent="0" algn="r">
              <a:spcBef>
                <a:spcPts val="0"/>
              </a:spcBef>
              <a:buNone/>
              <a:defRPr sz="2000" b="0">
                <a:solidFill>
                  <a:schemeClr val="bg1"/>
                </a:solidFill>
              </a:defRPr>
            </a:lvl9pPr>
          </a:lstStyle>
          <a:p>
            <a:pPr lvl="0"/>
            <a:r>
              <a:rPr lang="de-DE" noProof="0"/>
              <a:t>0X</a:t>
            </a:r>
          </a:p>
        </p:txBody>
      </p:sp>
      <p:sp>
        <p:nvSpPr>
          <p:cNvPr id="24" name="Text Placeholder 10">
            <a:extLst>
              <a:ext uri="{FF2B5EF4-FFF2-40B4-BE49-F238E27FC236}">
                <a16:creationId xmlns:a16="http://schemas.microsoft.com/office/drawing/2014/main" id="{CCD326D7-EE7F-3639-6EC6-AABD50A63CC0}"/>
              </a:ext>
            </a:extLst>
          </p:cNvPr>
          <p:cNvSpPr>
            <a:spLocks noGrp="1"/>
          </p:cNvSpPr>
          <p:nvPr>
            <p:ph type="body" sz="quarter" idx="27" hasCustomPrompt="1"/>
          </p:nvPr>
        </p:nvSpPr>
        <p:spPr bwMode="invGray">
          <a:xfrm>
            <a:off x="7176120" y="5836739"/>
            <a:ext cx="4608000" cy="307777"/>
          </a:xfrm>
        </p:spPr>
        <p:txBody>
          <a:bodyPr anchor="ctr">
            <a:spAutoFit/>
          </a:bodyPr>
          <a:lstStyle>
            <a:lvl1pPr marL="0" indent="0" algn="l">
              <a:spcBef>
                <a:spcPts val="0"/>
              </a:spcBef>
              <a:buFont typeface="Skeena" panose="020B0604020202020204" pitchFamily="34" charset="0"/>
              <a:buNone/>
              <a:defRPr sz="2000" b="0">
                <a:solidFill>
                  <a:schemeClr val="bg1"/>
                </a:solidFill>
              </a:defRPr>
            </a:lvl1pPr>
            <a:lvl2pPr marL="0" indent="0" algn="l">
              <a:spcBef>
                <a:spcPts val="0"/>
              </a:spcBef>
              <a:buFont typeface="Skeena" panose="020B0604020202020204" pitchFamily="34" charset="0"/>
              <a:buNone/>
              <a:defRPr sz="2000" b="0">
                <a:solidFill>
                  <a:schemeClr val="bg1"/>
                </a:solidFill>
              </a:defRPr>
            </a:lvl2pPr>
            <a:lvl3pPr marL="0" indent="0" algn="l">
              <a:spcBef>
                <a:spcPts val="0"/>
              </a:spcBef>
              <a:buNone/>
              <a:defRPr sz="2000" b="0">
                <a:solidFill>
                  <a:schemeClr val="bg1"/>
                </a:solidFill>
              </a:defRPr>
            </a:lvl3pPr>
            <a:lvl4pPr marL="0" indent="0" algn="l">
              <a:spcBef>
                <a:spcPts val="0"/>
              </a:spcBef>
              <a:buNone/>
              <a:defRPr sz="2000" b="0">
                <a:solidFill>
                  <a:schemeClr val="bg1"/>
                </a:solidFill>
              </a:defRPr>
            </a:lvl4pPr>
            <a:lvl5pPr marL="0" indent="0" algn="l">
              <a:spcBef>
                <a:spcPts val="0"/>
              </a:spcBef>
              <a:buNone/>
              <a:defRPr sz="2000" b="0">
                <a:solidFill>
                  <a:schemeClr val="bg1"/>
                </a:solidFill>
              </a:defRPr>
            </a:lvl5pPr>
            <a:lvl6pPr marL="0" indent="0" algn="l">
              <a:spcBef>
                <a:spcPts val="0"/>
              </a:spcBef>
              <a:buNone/>
              <a:defRPr sz="2000" b="0">
                <a:solidFill>
                  <a:schemeClr val="bg1"/>
                </a:solidFill>
              </a:defRPr>
            </a:lvl6pPr>
            <a:lvl7pPr marL="0" indent="0" algn="l">
              <a:spcBef>
                <a:spcPts val="0"/>
              </a:spcBef>
              <a:buNone/>
              <a:defRPr sz="2000" b="0">
                <a:solidFill>
                  <a:schemeClr val="bg1"/>
                </a:solidFill>
              </a:defRPr>
            </a:lvl7pPr>
            <a:lvl8pPr marL="0" indent="0" algn="l">
              <a:spcBef>
                <a:spcPts val="0"/>
              </a:spcBef>
              <a:buNone/>
              <a:defRPr sz="2000" b="0">
                <a:solidFill>
                  <a:schemeClr val="bg1"/>
                </a:solidFill>
              </a:defRPr>
            </a:lvl8pPr>
            <a:lvl9pPr marL="0" indent="0" algn="l">
              <a:spcBef>
                <a:spcPts val="0"/>
              </a:spcBef>
              <a:buNone/>
              <a:defRPr sz="2000" b="0">
                <a:solidFill>
                  <a:schemeClr val="bg1"/>
                </a:solidFill>
              </a:defRPr>
            </a:lvl9pPr>
          </a:lstStyle>
          <a:p>
            <a:pPr lvl="0"/>
            <a:r>
              <a:rPr lang="de-DE" noProof="0"/>
              <a:t>Agendapunkt durch Klicken bearbeiten</a:t>
            </a:r>
          </a:p>
        </p:txBody>
      </p:sp>
      <p:sp>
        <p:nvSpPr>
          <p:cNvPr id="44" name="Text Placeholder 43">
            <a:extLst>
              <a:ext uri="{FF2B5EF4-FFF2-40B4-BE49-F238E27FC236}">
                <a16:creationId xmlns:a16="http://schemas.microsoft.com/office/drawing/2014/main" id="{A9A56442-104B-8716-9776-E93B0198B75E}"/>
              </a:ext>
            </a:extLst>
          </p:cNvPr>
          <p:cNvSpPr>
            <a:spLocks noGrp="1"/>
          </p:cNvSpPr>
          <p:nvPr>
            <p:ph type="body" sz="quarter" idx="28" hasCustomPrompt="1"/>
          </p:nvPr>
        </p:nvSpPr>
        <p:spPr bwMode="invGray">
          <a:xfrm>
            <a:off x="558933" y="623069"/>
            <a:ext cx="496755" cy="148381"/>
          </a:xfrm>
          <a:custGeom>
            <a:avLst/>
            <a:gdLst>
              <a:gd name="connsiteX0" fmla="*/ 0 w 496755"/>
              <a:gd name="connsiteY0" fmla="*/ 0 h 148381"/>
              <a:gd name="connsiteX1" fmla="*/ 496755 w 496755"/>
              <a:gd name="connsiteY1" fmla="*/ 0 h 148381"/>
              <a:gd name="connsiteX2" fmla="*/ 496755 w 496755"/>
              <a:gd name="connsiteY2" fmla="*/ 148381 h 148381"/>
              <a:gd name="connsiteX3" fmla="*/ 0 w 496755"/>
              <a:gd name="connsiteY3" fmla="*/ 148381 h 148381"/>
            </a:gdLst>
            <a:ahLst/>
            <a:cxnLst>
              <a:cxn ang="0">
                <a:pos x="connsiteX0" y="connsiteY0"/>
              </a:cxn>
              <a:cxn ang="0">
                <a:pos x="connsiteX1" y="connsiteY1"/>
              </a:cxn>
              <a:cxn ang="0">
                <a:pos x="connsiteX2" y="connsiteY2"/>
              </a:cxn>
              <a:cxn ang="0">
                <a:pos x="connsiteX3" y="connsiteY3"/>
              </a:cxn>
            </a:cxnLst>
            <a:rect l="l" t="t" r="r" b="b"/>
            <a:pathLst>
              <a:path w="496755" h="148381">
                <a:moveTo>
                  <a:pt x="0" y="0"/>
                </a:moveTo>
                <a:lnTo>
                  <a:pt x="496755" y="0"/>
                </a:lnTo>
                <a:lnTo>
                  <a:pt x="496755" y="148381"/>
                </a:lnTo>
                <a:lnTo>
                  <a:pt x="0" y="148381"/>
                </a:lnTo>
                <a:close/>
              </a:path>
            </a:pathLst>
          </a:custGeom>
          <a:solidFill>
            <a:schemeClr val="accent1"/>
          </a:solidFill>
        </p:spPr>
        <p:txBody>
          <a:bodyPr wrap="square">
            <a:noAutofit/>
          </a:bodyPr>
          <a:lstStyle>
            <a:lvl1pPr marL="0" indent="0">
              <a:spcBef>
                <a:spcPts val="0"/>
              </a:spcBef>
              <a:buFont typeface="Skeena" panose="020B0604020202020204" pitchFamily="34" charset="0"/>
              <a:buNone/>
              <a:defRPr sz="100" b="0">
                <a:noFill/>
              </a:defRPr>
            </a:lvl1pPr>
            <a:lvl2pPr marL="0" indent="0">
              <a:spcBef>
                <a:spcPts val="0"/>
              </a:spcBef>
              <a:buFont typeface="Skeena" panose="020B0604020202020204" pitchFamily="34" charset="0"/>
              <a:buNone/>
              <a:defRPr sz="100" b="0">
                <a:noFill/>
              </a:defRPr>
            </a:lvl2pPr>
            <a:lvl3pPr marL="0" indent="0">
              <a:spcBef>
                <a:spcPts val="0"/>
              </a:spcBef>
              <a:buNone/>
              <a:defRPr sz="100" b="0">
                <a:noFill/>
              </a:defRPr>
            </a:lvl3pPr>
            <a:lvl4pPr marL="0" indent="0">
              <a:spcBef>
                <a:spcPts val="0"/>
              </a:spcBef>
              <a:buNone/>
              <a:defRPr sz="100" b="0">
                <a:noFill/>
              </a:defRPr>
            </a:lvl4pPr>
            <a:lvl5pPr marL="0" indent="0">
              <a:spcBef>
                <a:spcPts val="0"/>
              </a:spcBef>
              <a:buNone/>
              <a:defRPr sz="100" b="0">
                <a:noFill/>
              </a:defRPr>
            </a:lvl5pPr>
            <a:lvl6pPr marL="0" indent="0">
              <a:spcBef>
                <a:spcPts val="0"/>
              </a:spcBef>
              <a:buNone/>
              <a:defRPr sz="100" b="0">
                <a:noFill/>
              </a:defRPr>
            </a:lvl6pPr>
            <a:lvl7pPr marL="0" indent="0">
              <a:spcBef>
                <a:spcPts val="0"/>
              </a:spcBef>
              <a:buNone/>
              <a:defRPr sz="100" b="0">
                <a:noFill/>
              </a:defRPr>
            </a:lvl7pPr>
            <a:lvl8pPr marL="0" indent="0">
              <a:spcBef>
                <a:spcPts val="0"/>
              </a:spcBef>
              <a:buNone/>
              <a:defRPr sz="100" b="0">
                <a:noFill/>
              </a:defRPr>
            </a:lvl8pPr>
            <a:lvl9pPr marL="0" indent="0">
              <a:spcBef>
                <a:spcPts val="0"/>
              </a:spcBef>
              <a:buNone/>
              <a:defRPr sz="100" b="0">
                <a:noFill/>
              </a:defRPr>
            </a:lvl9pPr>
          </a:lstStyle>
          <a:p>
            <a:pPr lvl="0"/>
            <a:r>
              <a:rPr lang="de-DE" noProof="0"/>
              <a:t> </a:t>
            </a:r>
          </a:p>
        </p:txBody>
      </p:sp>
      <p:sp>
        <p:nvSpPr>
          <p:cNvPr id="46" name="Text Placeholder 45">
            <a:extLst>
              <a:ext uri="{FF2B5EF4-FFF2-40B4-BE49-F238E27FC236}">
                <a16:creationId xmlns:a16="http://schemas.microsoft.com/office/drawing/2014/main" id="{A5076137-1D00-123E-FB88-3BE451994969}"/>
              </a:ext>
            </a:extLst>
          </p:cNvPr>
          <p:cNvSpPr>
            <a:spLocks noGrp="1"/>
          </p:cNvSpPr>
          <p:nvPr>
            <p:ph type="body" sz="quarter" idx="29" hasCustomPrompt="1"/>
          </p:nvPr>
        </p:nvSpPr>
        <p:spPr bwMode="invGray">
          <a:xfrm>
            <a:off x="410552" y="771450"/>
            <a:ext cx="148381" cy="496755"/>
          </a:xfrm>
          <a:custGeom>
            <a:avLst/>
            <a:gdLst>
              <a:gd name="connsiteX0" fmla="*/ 0 w 148381"/>
              <a:gd name="connsiteY0" fmla="*/ 0 h 496755"/>
              <a:gd name="connsiteX1" fmla="*/ 148381 w 148381"/>
              <a:gd name="connsiteY1" fmla="*/ 0 h 496755"/>
              <a:gd name="connsiteX2" fmla="*/ 148381 w 148381"/>
              <a:gd name="connsiteY2" fmla="*/ 496755 h 496755"/>
              <a:gd name="connsiteX3" fmla="*/ 0 w 148381"/>
              <a:gd name="connsiteY3" fmla="*/ 496755 h 496755"/>
            </a:gdLst>
            <a:ahLst/>
            <a:cxnLst>
              <a:cxn ang="0">
                <a:pos x="connsiteX0" y="connsiteY0"/>
              </a:cxn>
              <a:cxn ang="0">
                <a:pos x="connsiteX1" y="connsiteY1"/>
              </a:cxn>
              <a:cxn ang="0">
                <a:pos x="connsiteX2" y="connsiteY2"/>
              </a:cxn>
              <a:cxn ang="0">
                <a:pos x="connsiteX3" y="connsiteY3"/>
              </a:cxn>
            </a:cxnLst>
            <a:rect l="l" t="t" r="r" b="b"/>
            <a:pathLst>
              <a:path w="148381" h="496755">
                <a:moveTo>
                  <a:pt x="0" y="0"/>
                </a:moveTo>
                <a:lnTo>
                  <a:pt x="148381" y="0"/>
                </a:lnTo>
                <a:lnTo>
                  <a:pt x="148381" y="496755"/>
                </a:lnTo>
                <a:lnTo>
                  <a:pt x="0" y="496755"/>
                </a:lnTo>
                <a:close/>
              </a:path>
            </a:pathLst>
          </a:custGeom>
          <a:solidFill>
            <a:schemeClr val="accent1"/>
          </a:solidFill>
        </p:spPr>
        <p:txBody>
          <a:bodyPr wrap="square">
            <a:noAutofit/>
          </a:bodyPr>
          <a:lstStyle>
            <a:lvl1pPr marL="0" indent="0">
              <a:spcBef>
                <a:spcPts val="0"/>
              </a:spcBef>
              <a:buFont typeface="Skeena" panose="020B0604020202020204" pitchFamily="34" charset="0"/>
              <a:buNone/>
              <a:defRPr sz="100" b="0">
                <a:noFill/>
              </a:defRPr>
            </a:lvl1pPr>
            <a:lvl2pPr marL="0" indent="0">
              <a:spcBef>
                <a:spcPts val="0"/>
              </a:spcBef>
              <a:buFont typeface="Skeena" panose="020B0604020202020204" pitchFamily="34" charset="0"/>
              <a:buNone/>
              <a:defRPr sz="100" b="0">
                <a:noFill/>
              </a:defRPr>
            </a:lvl2pPr>
            <a:lvl3pPr marL="0" indent="0">
              <a:spcBef>
                <a:spcPts val="0"/>
              </a:spcBef>
              <a:buNone/>
              <a:defRPr sz="100" b="0">
                <a:noFill/>
              </a:defRPr>
            </a:lvl3pPr>
            <a:lvl4pPr marL="0" indent="0">
              <a:spcBef>
                <a:spcPts val="0"/>
              </a:spcBef>
              <a:buNone/>
              <a:defRPr sz="100" b="0">
                <a:noFill/>
              </a:defRPr>
            </a:lvl4pPr>
            <a:lvl5pPr marL="0" indent="0">
              <a:spcBef>
                <a:spcPts val="0"/>
              </a:spcBef>
              <a:buNone/>
              <a:defRPr sz="100" b="0">
                <a:noFill/>
              </a:defRPr>
            </a:lvl5pPr>
            <a:lvl6pPr marL="0" indent="0">
              <a:spcBef>
                <a:spcPts val="0"/>
              </a:spcBef>
              <a:buNone/>
              <a:defRPr sz="100" b="0">
                <a:noFill/>
              </a:defRPr>
            </a:lvl6pPr>
            <a:lvl7pPr marL="0" indent="0">
              <a:spcBef>
                <a:spcPts val="0"/>
              </a:spcBef>
              <a:buNone/>
              <a:defRPr sz="100" b="0">
                <a:noFill/>
              </a:defRPr>
            </a:lvl7pPr>
            <a:lvl8pPr marL="0" indent="0">
              <a:spcBef>
                <a:spcPts val="0"/>
              </a:spcBef>
              <a:buNone/>
              <a:defRPr sz="100" b="0">
                <a:noFill/>
              </a:defRPr>
            </a:lvl8pPr>
            <a:lvl9pPr marL="0" indent="0">
              <a:spcBef>
                <a:spcPts val="0"/>
              </a:spcBef>
              <a:buNone/>
              <a:defRPr sz="100" b="0">
                <a:noFill/>
              </a:defRPr>
            </a:lvl9pPr>
          </a:lstStyle>
          <a:p>
            <a:pPr lvl="0"/>
            <a:r>
              <a:rPr lang="de-DE" noProof="0"/>
              <a:t> </a:t>
            </a:r>
          </a:p>
        </p:txBody>
      </p:sp>
      <p:sp>
        <p:nvSpPr>
          <p:cNvPr id="47" name="Text Placeholder 46">
            <a:extLst>
              <a:ext uri="{FF2B5EF4-FFF2-40B4-BE49-F238E27FC236}">
                <a16:creationId xmlns:a16="http://schemas.microsoft.com/office/drawing/2014/main" id="{AFCAA85B-A243-23D7-C3A1-E6D150272358}"/>
              </a:ext>
            </a:extLst>
          </p:cNvPr>
          <p:cNvSpPr>
            <a:spLocks noGrp="1"/>
          </p:cNvSpPr>
          <p:nvPr>
            <p:ph type="body" sz="quarter" idx="30" hasCustomPrompt="1"/>
          </p:nvPr>
        </p:nvSpPr>
        <p:spPr bwMode="invGray">
          <a:xfrm>
            <a:off x="558933" y="2279438"/>
            <a:ext cx="496755" cy="148381"/>
          </a:xfrm>
          <a:custGeom>
            <a:avLst/>
            <a:gdLst>
              <a:gd name="connsiteX0" fmla="*/ 0 w 496755"/>
              <a:gd name="connsiteY0" fmla="*/ 0 h 148381"/>
              <a:gd name="connsiteX1" fmla="*/ 496755 w 496755"/>
              <a:gd name="connsiteY1" fmla="*/ 0 h 148381"/>
              <a:gd name="connsiteX2" fmla="*/ 496755 w 496755"/>
              <a:gd name="connsiteY2" fmla="*/ 148381 h 148381"/>
              <a:gd name="connsiteX3" fmla="*/ 0 w 496755"/>
              <a:gd name="connsiteY3" fmla="*/ 148381 h 148381"/>
            </a:gdLst>
            <a:ahLst/>
            <a:cxnLst>
              <a:cxn ang="0">
                <a:pos x="connsiteX0" y="connsiteY0"/>
              </a:cxn>
              <a:cxn ang="0">
                <a:pos x="connsiteX1" y="connsiteY1"/>
              </a:cxn>
              <a:cxn ang="0">
                <a:pos x="connsiteX2" y="connsiteY2"/>
              </a:cxn>
              <a:cxn ang="0">
                <a:pos x="connsiteX3" y="connsiteY3"/>
              </a:cxn>
            </a:cxnLst>
            <a:rect l="l" t="t" r="r" b="b"/>
            <a:pathLst>
              <a:path w="496755" h="148381">
                <a:moveTo>
                  <a:pt x="0" y="0"/>
                </a:moveTo>
                <a:lnTo>
                  <a:pt x="496755" y="0"/>
                </a:lnTo>
                <a:lnTo>
                  <a:pt x="496755" y="148381"/>
                </a:lnTo>
                <a:lnTo>
                  <a:pt x="0" y="148381"/>
                </a:lnTo>
                <a:close/>
              </a:path>
            </a:pathLst>
          </a:custGeom>
          <a:solidFill>
            <a:schemeClr val="accent1"/>
          </a:solidFill>
        </p:spPr>
        <p:txBody>
          <a:bodyPr wrap="square">
            <a:noAutofit/>
          </a:bodyPr>
          <a:lstStyle>
            <a:lvl1pPr marL="0" indent="0">
              <a:spcBef>
                <a:spcPts val="0"/>
              </a:spcBef>
              <a:buFont typeface="Skeena" panose="020B0604020202020204" pitchFamily="34" charset="0"/>
              <a:buNone/>
              <a:defRPr sz="100" b="0">
                <a:noFill/>
              </a:defRPr>
            </a:lvl1pPr>
            <a:lvl2pPr marL="0" indent="0">
              <a:spcBef>
                <a:spcPts val="0"/>
              </a:spcBef>
              <a:buFont typeface="Skeena" panose="020B0604020202020204" pitchFamily="34" charset="0"/>
              <a:buNone/>
              <a:defRPr sz="100" b="0">
                <a:noFill/>
              </a:defRPr>
            </a:lvl2pPr>
            <a:lvl3pPr marL="0" indent="0">
              <a:spcBef>
                <a:spcPts val="0"/>
              </a:spcBef>
              <a:buNone/>
              <a:defRPr sz="100" b="0">
                <a:noFill/>
              </a:defRPr>
            </a:lvl3pPr>
            <a:lvl4pPr marL="0" indent="0">
              <a:spcBef>
                <a:spcPts val="0"/>
              </a:spcBef>
              <a:buNone/>
              <a:defRPr sz="100" b="0">
                <a:noFill/>
              </a:defRPr>
            </a:lvl4pPr>
            <a:lvl5pPr marL="0" indent="0">
              <a:spcBef>
                <a:spcPts val="0"/>
              </a:spcBef>
              <a:buNone/>
              <a:defRPr sz="100" b="0">
                <a:noFill/>
              </a:defRPr>
            </a:lvl5pPr>
            <a:lvl6pPr marL="0" indent="0">
              <a:spcBef>
                <a:spcPts val="0"/>
              </a:spcBef>
              <a:buNone/>
              <a:defRPr sz="100" b="0">
                <a:noFill/>
              </a:defRPr>
            </a:lvl6pPr>
            <a:lvl7pPr marL="0" indent="0">
              <a:spcBef>
                <a:spcPts val="0"/>
              </a:spcBef>
              <a:buNone/>
              <a:defRPr sz="100" b="0">
                <a:noFill/>
              </a:defRPr>
            </a:lvl7pPr>
            <a:lvl8pPr marL="0" indent="0">
              <a:spcBef>
                <a:spcPts val="0"/>
              </a:spcBef>
              <a:buNone/>
              <a:defRPr sz="100" b="0">
                <a:noFill/>
              </a:defRPr>
            </a:lvl8pPr>
            <a:lvl9pPr marL="0" indent="0">
              <a:spcBef>
                <a:spcPts val="0"/>
              </a:spcBef>
              <a:buNone/>
              <a:defRPr sz="100" b="0">
                <a:noFill/>
              </a:defRPr>
            </a:lvl9pPr>
          </a:lstStyle>
          <a:p>
            <a:pPr lvl="0"/>
            <a:r>
              <a:rPr lang="de-DE" noProof="0"/>
              <a:t> </a:t>
            </a:r>
          </a:p>
        </p:txBody>
      </p:sp>
      <p:sp>
        <p:nvSpPr>
          <p:cNvPr id="48" name="Text Placeholder 47">
            <a:extLst>
              <a:ext uri="{FF2B5EF4-FFF2-40B4-BE49-F238E27FC236}">
                <a16:creationId xmlns:a16="http://schemas.microsoft.com/office/drawing/2014/main" id="{8A5D4675-699F-1D42-8104-BC4E974BA849}"/>
              </a:ext>
            </a:extLst>
          </p:cNvPr>
          <p:cNvSpPr>
            <a:spLocks noGrp="1"/>
          </p:cNvSpPr>
          <p:nvPr>
            <p:ph type="body" sz="quarter" idx="31" hasCustomPrompt="1"/>
          </p:nvPr>
        </p:nvSpPr>
        <p:spPr bwMode="invGray">
          <a:xfrm>
            <a:off x="410552" y="2427819"/>
            <a:ext cx="148381" cy="496755"/>
          </a:xfrm>
          <a:custGeom>
            <a:avLst/>
            <a:gdLst>
              <a:gd name="connsiteX0" fmla="*/ 0 w 148381"/>
              <a:gd name="connsiteY0" fmla="*/ 0 h 496755"/>
              <a:gd name="connsiteX1" fmla="*/ 148381 w 148381"/>
              <a:gd name="connsiteY1" fmla="*/ 0 h 496755"/>
              <a:gd name="connsiteX2" fmla="*/ 148381 w 148381"/>
              <a:gd name="connsiteY2" fmla="*/ 496755 h 496755"/>
              <a:gd name="connsiteX3" fmla="*/ 0 w 148381"/>
              <a:gd name="connsiteY3" fmla="*/ 496755 h 496755"/>
            </a:gdLst>
            <a:ahLst/>
            <a:cxnLst>
              <a:cxn ang="0">
                <a:pos x="connsiteX0" y="connsiteY0"/>
              </a:cxn>
              <a:cxn ang="0">
                <a:pos x="connsiteX1" y="connsiteY1"/>
              </a:cxn>
              <a:cxn ang="0">
                <a:pos x="connsiteX2" y="connsiteY2"/>
              </a:cxn>
              <a:cxn ang="0">
                <a:pos x="connsiteX3" y="connsiteY3"/>
              </a:cxn>
            </a:cxnLst>
            <a:rect l="l" t="t" r="r" b="b"/>
            <a:pathLst>
              <a:path w="148381" h="496755">
                <a:moveTo>
                  <a:pt x="0" y="0"/>
                </a:moveTo>
                <a:lnTo>
                  <a:pt x="148381" y="0"/>
                </a:lnTo>
                <a:lnTo>
                  <a:pt x="148381" y="496755"/>
                </a:lnTo>
                <a:lnTo>
                  <a:pt x="0" y="496755"/>
                </a:lnTo>
                <a:close/>
              </a:path>
            </a:pathLst>
          </a:custGeom>
          <a:solidFill>
            <a:schemeClr val="accent1"/>
          </a:solidFill>
        </p:spPr>
        <p:txBody>
          <a:bodyPr wrap="square">
            <a:noAutofit/>
          </a:bodyPr>
          <a:lstStyle>
            <a:lvl1pPr marL="0" indent="0">
              <a:spcBef>
                <a:spcPts val="0"/>
              </a:spcBef>
              <a:buFont typeface="Skeena" panose="020B0604020202020204" pitchFamily="34" charset="0"/>
              <a:buNone/>
              <a:defRPr sz="100" b="0">
                <a:noFill/>
              </a:defRPr>
            </a:lvl1pPr>
            <a:lvl2pPr marL="0" indent="0">
              <a:spcBef>
                <a:spcPts val="0"/>
              </a:spcBef>
              <a:buFont typeface="Skeena" panose="020B0604020202020204" pitchFamily="34" charset="0"/>
              <a:buNone/>
              <a:defRPr sz="100" b="0">
                <a:noFill/>
              </a:defRPr>
            </a:lvl2pPr>
            <a:lvl3pPr marL="0" indent="0">
              <a:spcBef>
                <a:spcPts val="0"/>
              </a:spcBef>
              <a:buNone/>
              <a:defRPr sz="100" b="0">
                <a:noFill/>
              </a:defRPr>
            </a:lvl3pPr>
            <a:lvl4pPr marL="0" indent="0">
              <a:spcBef>
                <a:spcPts val="0"/>
              </a:spcBef>
              <a:buNone/>
              <a:defRPr sz="100" b="0">
                <a:noFill/>
              </a:defRPr>
            </a:lvl4pPr>
            <a:lvl5pPr marL="0" indent="0">
              <a:spcBef>
                <a:spcPts val="0"/>
              </a:spcBef>
              <a:buNone/>
              <a:defRPr sz="100" b="0">
                <a:noFill/>
              </a:defRPr>
            </a:lvl5pPr>
            <a:lvl6pPr marL="0" indent="0">
              <a:spcBef>
                <a:spcPts val="0"/>
              </a:spcBef>
              <a:buNone/>
              <a:defRPr sz="100" b="0">
                <a:noFill/>
              </a:defRPr>
            </a:lvl6pPr>
            <a:lvl7pPr marL="0" indent="0">
              <a:spcBef>
                <a:spcPts val="0"/>
              </a:spcBef>
              <a:buNone/>
              <a:defRPr sz="100" b="0">
                <a:noFill/>
              </a:defRPr>
            </a:lvl7pPr>
            <a:lvl8pPr marL="0" indent="0">
              <a:spcBef>
                <a:spcPts val="0"/>
              </a:spcBef>
              <a:buNone/>
              <a:defRPr sz="100" b="0">
                <a:noFill/>
              </a:defRPr>
            </a:lvl8pPr>
            <a:lvl9pPr marL="0" indent="0">
              <a:spcBef>
                <a:spcPts val="0"/>
              </a:spcBef>
              <a:buNone/>
              <a:defRPr sz="100" b="0">
                <a:noFill/>
              </a:defRPr>
            </a:lvl9pPr>
          </a:lstStyle>
          <a:p>
            <a:pPr lvl="0"/>
            <a:r>
              <a:rPr lang="de-DE" noProof="0"/>
              <a:t> </a:t>
            </a:r>
          </a:p>
        </p:txBody>
      </p:sp>
      <p:sp>
        <p:nvSpPr>
          <p:cNvPr id="49" name="Text Placeholder 48">
            <a:extLst>
              <a:ext uri="{FF2B5EF4-FFF2-40B4-BE49-F238E27FC236}">
                <a16:creationId xmlns:a16="http://schemas.microsoft.com/office/drawing/2014/main" id="{96498A99-CE0A-4D40-4CEA-9398A2AAD47A}"/>
              </a:ext>
            </a:extLst>
          </p:cNvPr>
          <p:cNvSpPr>
            <a:spLocks noGrp="1"/>
          </p:cNvSpPr>
          <p:nvPr>
            <p:ph type="body" sz="quarter" idx="32" hasCustomPrompt="1"/>
          </p:nvPr>
        </p:nvSpPr>
        <p:spPr bwMode="invGray">
          <a:xfrm>
            <a:off x="558933" y="3935807"/>
            <a:ext cx="496755" cy="148381"/>
          </a:xfrm>
          <a:custGeom>
            <a:avLst/>
            <a:gdLst>
              <a:gd name="connsiteX0" fmla="*/ 0 w 496755"/>
              <a:gd name="connsiteY0" fmla="*/ 0 h 148381"/>
              <a:gd name="connsiteX1" fmla="*/ 496755 w 496755"/>
              <a:gd name="connsiteY1" fmla="*/ 0 h 148381"/>
              <a:gd name="connsiteX2" fmla="*/ 496755 w 496755"/>
              <a:gd name="connsiteY2" fmla="*/ 148381 h 148381"/>
              <a:gd name="connsiteX3" fmla="*/ 0 w 496755"/>
              <a:gd name="connsiteY3" fmla="*/ 148381 h 148381"/>
            </a:gdLst>
            <a:ahLst/>
            <a:cxnLst>
              <a:cxn ang="0">
                <a:pos x="connsiteX0" y="connsiteY0"/>
              </a:cxn>
              <a:cxn ang="0">
                <a:pos x="connsiteX1" y="connsiteY1"/>
              </a:cxn>
              <a:cxn ang="0">
                <a:pos x="connsiteX2" y="connsiteY2"/>
              </a:cxn>
              <a:cxn ang="0">
                <a:pos x="connsiteX3" y="connsiteY3"/>
              </a:cxn>
            </a:cxnLst>
            <a:rect l="l" t="t" r="r" b="b"/>
            <a:pathLst>
              <a:path w="496755" h="148381">
                <a:moveTo>
                  <a:pt x="0" y="0"/>
                </a:moveTo>
                <a:lnTo>
                  <a:pt x="496755" y="0"/>
                </a:lnTo>
                <a:lnTo>
                  <a:pt x="496755" y="148381"/>
                </a:lnTo>
                <a:lnTo>
                  <a:pt x="0" y="148381"/>
                </a:lnTo>
                <a:close/>
              </a:path>
            </a:pathLst>
          </a:custGeom>
          <a:solidFill>
            <a:schemeClr val="accent1"/>
          </a:solidFill>
        </p:spPr>
        <p:txBody>
          <a:bodyPr wrap="square">
            <a:noAutofit/>
          </a:bodyPr>
          <a:lstStyle>
            <a:lvl1pPr marL="0" indent="0">
              <a:spcBef>
                <a:spcPts val="0"/>
              </a:spcBef>
              <a:buFont typeface="Skeena" panose="020B0604020202020204" pitchFamily="34" charset="0"/>
              <a:buNone/>
              <a:defRPr sz="100" b="0">
                <a:noFill/>
              </a:defRPr>
            </a:lvl1pPr>
            <a:lvl2pPr marL="0" indent="0">
              <a:spcBef>
                <a:spcPts val="0"/>
              </a:spcBef>
              <a:buFont typeface="Skeena" panose="020B0604020202020204" pitchFamily="34" charset="0"/>
              <a:buNone/>
              <a:defRPr sz="100" b="0">
                <a:noFill/>
              </a:defRPr>
            </a:lvl2pPr>
            <a:lvl3pPr marL="0" indent="0">
              <a:spcBef>
                <a:spcPts val="0"/>
              </a:spcBef>
              <a:buNone/>
              <a:defRPr sz="100" b="0">
                <a:noFill/>
              </a:defRPr>
            </a:lvl3pPr>
            <a:lvl4pPr marL="0" indent="0">
              <a:spcBef>
                <a:spcPts val="0"/>
              </a:spcBef>
              <a:buNone/>
              <a:defRPr sz="100" b="0">
                <a:noFill/>
              </a:defRPr>
            </a:lvl4pPr>
            <a:lvl5pPr marL="0" indent="0">
              <a:spcBef>
                <a:spcPts val="0"/>
              </a:spcBef>
              <a:buNone/>
              <a:defRPr sz="100" b="0">
                <a:noFill/>
              </a:defRPr>
            </a:lvl5pPr>
            <a:lvl6pPr marL="0" indent="0">
              <a:spcBef>
                <a:spcPts val="0"/>
              </a:spcBef>
              <a:buNone/>
              <a:defRPr sz="100" b="0">
                <a:noFill/>
              </a:defRPr>
            </a:lvl6pPr>
            <a:lvl7pPr marL="0" indent="0">
              <a:spcBef>
                <a:spcPts val="0"/>
              </a:spcBef>
              <a:buNone/>
              <a:defRPr sz="100" b="0">
                <a:noFill/>
              </a:defRPr>
            </a:lvl7pPr>
            <a:lvl8pPr marL="0" indent="0">
              <a:spcBef>
                <a:spcPts val="0"/>
              </a:spcBef>
              <a:buNone/>
              <a:defRPr sz="100" b="0">
                <a:noFill/>
              </a:defRPr>
            </a:lvl8pPr>
            <a:lvl9pPr marL="0" indent="0">
              <a:spcBef>
                <a:spcPts val="0"/>
              </a:spcBef>
              <a:buNone/>
              <a:defRPr sz="100" b="0">
                <a:noFill/>
              </a:defRPr>
            </a:lvl9pPr>
          </a:lstStyle>
          <a:p>
            <a:pPr lvl="0"/>
            <a:r>
              <a:rPr lang="de-DE" noProof="0"/>
              <a:t> </a:t>
            </a:r>
          </a:p>
        </p:txBody>
      </p:sp>
      <p:sp>
        <p:nvSpPr>
          <p:cNvPr id="50" name="Text Placeholder 49">
            <a:extLst>
              <a:ext uri="{FF2B5EF4-FFF2-40B4-BE49-F238E27FC236}">
                <a16:creationId xmlns:a16="http://schemas.microsoft.com/office/drawing/2014/main" id="{0B27EB0A-67DA-288D-57CD-3DD47F4F5588}"/>
              </a:ext>
            </a:extLst>
          </p:cNvPr>
          <p:cNvSpPr>
            <a:spLocks noGrp="1"/>
          </p:cNvSpPr>
          <p:nvPr>
            <p:ph type="body" sz="quarter" idx="33" hasCustomPrompt="1"/>
          </p:nvPr>
        </p:nvSpPr>
        <p:spPr bwMode="invGray">
          <a:xfrm>
            <a:off x="410552" y="4084188"/>
            <a:ext cx="148381" cy="496755"/>
          </a:xfrm>
          <a:custGeom>
            <a:avLst/>
            <a:gdLst>
              <a:gd name="connsiteX0" fmla="*/ 0 w 148381"/>
              <a:gd name="connsiteY0" fmla="*/ 0 h 496755"/>
              <a:gd name="connsiteX1" fmla="*/ 148381 w 148381"/>
              <a:gd name="connsiteY1" fmla="*/ 0 h 496755"/>
              <a:gd name="connsiteX2" fmla="*/ 148381 w 148381"/>
              <a:gd name="connsiteY2" fmla="*/ 496755 h 496755"/>
              <a:gd name="connsiteX3" fmla="*/ 0 w 148381"/>
              <a:gd name="connsiteY3" fmla="*/ 496755 h 496755"/>
            </a:gdLst>
            <a:ahLst/>
            <a:cxnLst>
              <a:cxn ang="0">
                <a:pos x="connsiteX0" y="connsiteY0"/>
              </a:cxn>
              <a:cxn ang="0">
                <a:pos x="connsiteX1" y="connsiteY1"/>
              </a:cxn>
              <a:cxn ang="0">
                <a:pos x="connsiteX2" y="connsiteY2"/>
              </a:cxn>
              <a:cxn ang="0">
                <a:pos x="connsiteX3" y="connsiteY3"/>
              </a:cxn>
            </a:cxnLst>
            <a:rect l="l" t="t" r="r" b="b"/>
            <a:pathLst>
              <a:path w="148381" h="496755">
                <a:moveTo>
                  <a:pt x="0" y="0"/>
                </a:moveTo>
                <a:lnTo>
                  <a:pt x="148381" y="0"/>
                </a:lnTo>
                <a:lnTo>
                  <a:pt x="148381" y="496755"/>
                </a:lnTo>
                <a:lnTo>
                  <a:pt x="0" y="496755"/>
                </a:lnTo>
                <a:close/>
              </a:path>
            </a:pathLst>
          </a:custGeom>
          <a:solidFill>
            <a:schemeClr val="accent1"/>
          </a:solidFill>
        </p:spPr>
        <p:txBody>
          <a:bodyPr wrap="square">
            <a:noAutofit/>
          </a:bodyPr>
          <a:lstStyle>
            <a:lvl1pPr marL="0" indent="0">
              <a:spcBef>
                <a:spcPts val="0"/>
              </a:spcBef>
              <a:buFont typeface="Skeena" panose="020B0604020202020204" pitchFamily="34" charset="0"/>
              <a:buNone/>
              <a:defRPr sz="100" b="0">
                <a:noFill/>
              </a:defRPr>
            </a:lvl1pPr>
            <a:lvl2pPr marL="0" indent="0">
              <a:spcBef>
                <a:spcPts val="0"/>
              </a:spcBef>
              <a:buFont typeface="Skeena" panose="020B0604020202020204" pitchFamily="34" charset="0"/>
              <a:buNone/>
              <a:defRPr sz="100" b="0">
                <a:noFill/>
              </a:defRPr>
            </a:lvl2pPr>
            <a:lvl3pPr marL="0" indent="0">
              <a:spcBef>
                <a:spcPts val="0"/>
              </a:spcBef>
              <a:buNone/>
              <a:defRPr sz="100" b="0">
                <a:noFill/>
              </a:defRPr>
            </a:lvl3pPr>
            <a:lvl4pPr marL="0" indent="0">
              <a:spcBef>
                <a:spcPts val="0"/>
              </a:spcBef>
              <a:buNone/>
              <a:defRPr sz="100" b="0">
                <a:noFill/>
              </a:defRPr>
            </a:lvl4pPr>
            <a:lvl5pPr marL="0" indent="0">
              <a:spcBef>
                <a:spcPts val="0"/>
              </a:spcBef>
              <a:buNone/>
              <a:defRPr sz="100" b="0">
                <a:noFill/>
              </a:defRPr>
            </a:lvl5pPr>
            <a:lvl6pPr marL="0" indent="0">
              <a:spcBef>
                <a:spcPts val="0"/>
              </a:spcBef>
              <a:buNone/>
              <a:defRPr sz="100" b="0">
                <a:noFill/>
              </a:defRPr>
            </a:lvl6pPr>
            <a:lvl7pPr marL="0" indent="0">
              <a:spcBef>
                <a:spcPts val="0"/>
              </a:spcBef>
              <a:buNone/>
              <a:defRPr sz="100" b="0">
                <a:noFill/>
              </a:defRPr>
            </a:lvl7pPr>
            <a:lvl8pPr marL="0" indent="0">
              <a:spcBef>
                <a:spcPts val="0"/>
              </a:spcBef>
              <a:buNone/>
              <a:defRPr sz="100" b="0">
                <a:noFill/>
              </a:defRPr>
            </a:lvl8pPr>
            <a:lvl9pPr marL="0" indent="0">
              <a:spcBef>
                <a:spcPts val="0"/>
              </a:spcBef>
              <a:buNone/>
              <a:defRPr sz="100" b="0">
                <a:noFill/>
              </a:defRPr>
            </a:lvl9pPr>
          </a:lstStyle>
          <a:p>
            <a:pPr lvl="0"/>
            <a:r>
              <a:rPr lang="de-DE" noProof="0"/>
              <a:t> </a:t>
            </a:r>
          </a:p>
        </p:txBody>
      </p:sp>
      <p:sp>
        <p:nvSpPr>
          <p:cNvPr id="51" name="Text Placeholder 50">
            <a:extLst>
              <a:ext uri="{FF2B5EF4-FFF2-40B4-BE49-F238E27FC236}">
                <a16:creationId xmlns:a16="http://schemas.microsoft.com/office/drawing/2014/main" id="{E87B7B9F-78B6-D6E9-675A-F66D6353EE6C}"/>
              </a:ext>
            </a:extLst>
          </p:cNvPr>
          <p:cNvSpPr>
            <a:spLocks noGrp="1"/>
          </p:cNvSpPr>
          <p:nvPr>
            <p:ph type="body" sz="quarter" idx="34" hasCustomPrompt="1"/>
          </p:nvPr>
        </p:nvSpPr>
        <p:spPr bwMode="invGray">
          <a:xfrm>
            <a:off x="558933" y="5592176"/>
            <a:ext cx="496755" cy="148381"/>
          </a:xfrm>
          <a:custGeom>
            <a:avLst/>
            <a:gdLst>
              <a:gd name="connsiteX0" fmla="*/ 0 w 496755"/>
              <a:gd name="connsiteY0" fmla="*/ 0 h 148381"/>
              <a:gd name="connsiteX1" fmla="*/ 496755 w 496755"/>
              <a:gd name="connsiteY1" fmla="*/ 0 h 148381"/>
              <a:gd name="connsiteX2" fmla="*/ 496755 w 496755"/>
              <a:gd name="connsiteY2" fmla="*/ 148381 h 148381"/>
              <a:gd name="connsiteX3" fmla="*/ 0 w 496755"/>
              <a:gd name="connsiteY3" fmla="*/ 148381 h 148381"/>
            </a:gdLst>
            <a:ahLst/>
            <a:cxnLst>
              <a:cxn ang="0">
                <a:pos x="connsiteX0" y="connsiteY0"/>
              </a:cxn>
              <a:cxn ang="0">
                <a:pos x="connsiteX1" y="connsiteY1"/>
              </a:cxn>
              <a:cxn ang="0">
                <a:pos x="connsiteX2" y="connsiteY2"/>
              </a:cxn>
              <a:cxn ang="0">
                <a:pos x="connsiteX3" y="connsiteY3"/>
              </a:cxn>
            </a:cxnLst>
            <a:rect l="l" t="t" r="r" b="b"/>
            <a:pathLst>
              <a:path w="496755" h="148381">
                <a:moveTo>
                  <a:pt x="0" y="0"/>
                </a:moveTo>
                <a:lnTo>
                  <a:pt x="496755" y="0"/>
                </a:lnTo>
                <a:lnTo>
                  <a:pt x="496755" y="148381"/>
                </a:lnTo>
                <a:lnTo>
                  <a:pt x="0" y="148381"/>
                </a:lnTo>
                <a:close/>
              </a:path>
            </a:pathLst>
          </a:custGeom>
          <a:solidFill>
            <a:schemeClr val="accent1"/>
          </a:solidFill>
        </p:spPr>
        <p:txBody>
          <a:bodyPr wrap="square">
            <a:noAutofit/>
          </a:bodyPr>
          <a:lstStyle>
            <a:lvl1pPr marL="0" indent="0">
              <a:spcBef>
                <a:spcPts val="0"/>
              </a:spcBef>
              <a:buFont typeface="Skeena" panose="020B0604020202020204" pitchFamily="34" charset="0"/>
              <a:buNone/>
              <a:defRPr sz="100" b="0">
                <a:noFill/>
              </a:defRPr>
            </a:lvl1pPr>
            <a:lvl2pPr marL="0" indent="0">
              <a:spcBef>
                <a:spcPts val="0"/>
              </a:spcBef>
              <a:buFont typeface="Skeena" panose="020B0604020202020204" pitchFamily="34" charset="0"/>
              <a:buNone/>
              <a:defRPr sz="100" b="0">
                <a:noFill/>
              </a:defRPr>
            </a:lvl2pPr>
            <a:lvl3pPr marL="0" indent="0">
              <a:spcBef>
                <a:spcPts val="0"/>
              </a:spcBef>
              <a:buNone/>
              <a:defRPr sz="100" b="0">
                <a:noFill/>
              </a:defRPr>
            </a:lvl3pPr>
            <a:lvl4pPr marL="0" indent="0">
              <a:spcBef>
                <a:spcPts val="0"/>
              </a:spcBef>
              <a:buNone/>
              <a:defRPr sz="100" b="0">
                <a:noFill/>
              </a:defRPr>
            </a:lvl4pPr>
            <a:lvl5pPr marL="0" indent="0">
              <a:spcBef>
                <a:spcPts val="0"/>
              </a:spcBef>
              <a:buNone/>
              <a:defRPr sz="100" b="0">
                <a:noFill/>
              </a:defRPr>
            </a:lvl5pPr>
            <a:lvl6pPr marL="0" indent="0">
              <a:spcBef>
                <a:spcPts val="0"/>
              </a:spcBef>
              <a:buNone/>
              <a:defRPr sz="100" b="0">
                <a:noFill/>
              </a:defRPr>
            </a:lvl6pPr>
            <a:lvl7pPr marL="0" indent="0">
              <a:spcBef>
                <a:spcPts val="0"/>
              </a:spcBef>
              <a:buNone/>
              <a:defRPr sz="100" b="0">
                <a:noFill/>
              </a:defRPr>
            </a:lvl7pPr>
            <a:lvl8pPr marL="0" indent="0">
              <a:spcBef>
                <a:spcPts val="0"/>
              </a:spcBef>
              <a:buNone/>
              <a:defRPr sz="100" b="0">
                <a:noFill/>
              </a:defRPr>
            </a:lvl8pPr>
            <a:lvl9pPr marL="0" indent="0">
              <a:spcBef>
                <a:spcPts val="0"/>
              </a:spcBef>
              <a:buNone/>
              <a:defRPr sz="100" b="0">
                <a:noFill/>
              </a:defRPr>
            </a:lvl9pPr>
          </a:lstStyle>
          <a:p>
            <a:pPr lvl="0"/>
            <a:r>
              <a:rPr lang="de-DE" noProof="0"/>
              <a:t> </a:t>
            </a:r>
          </a:p>
        </p:txBody>
      </p:sp>
      <p:sp>
        <p:nvSpPr>
          <p:cNvPr id="52" name="Text Placeholder 51">
            <a:extLst>
              <a:ext uri="{FF2B5EF4-FFF2-40B4-BE49-F238E27FC236}">
                <a16:creationId xmlns:a16="http://schemas.microsoft.com/office/drawing/2014/main" id="{1EDD69CC-238F-71F4-A3E5-5343919EE6D8}"/>
              </a:ext>
            </a:extLst>
          </p:cNvPr>
          <p:cNvSpPr>
            <a:spLocks noGrp="1"/>
          </p:cNvSpPr>
          <p:nvPr>
            <p:ph type="body" sz="quarter" idx="35" hasCustomPrompt="1"/>
          </p:nvPr>
        </p:nvSpPr>
        <p:spPr bwMode="invGray">
          <a:xfrm>
            <a:off x="410552" y="5740557"/>
            <a:ext cx="148381" cy="496755"/>
          </a:xfrm>
          <a:custGeom>
            <a:avLst/>
            <a:gdLst>
              <a:gd name="connsiteX0" fmla="*/ 0 w 148381"/>
              <a:gd name="connsiteY0" fmla="*/ 0 h 496755"/>
              <a:gd name="connsiteX1" fmla="*/ 148381 w 148381"/>
              <a:gd name="connsiteY1" fmla="*/ 0 h 496755"/>
              <a:gd name="connsiteX2" fmla="*/ 148381 w 148381"/>
              <a:gd name="connsiteY2" fmla="*/ 496755 h 496755"/>
              <a:gd name="connsiteX3" fmla="*/ 0 w 148381"/>
              <a:gd name="connsiteY3" fmla="*/ 496755 h 496755"/>
            </a:gdLst>
            <a:ahLst/>
            <a:cxnLst>
              <a:cxn ang="0">
                <a:pos x="connsiteX0" y="connsiteY0"/>
              </a:cxn>
              <a:cxn ang="0">
                <a:pos x="connsiteX1" y="connsiteY1"/>
              </a:cxn>
              <a:cxn ang="0">
                <a:pos x="connsiteX2" y="connsiteY2"/>
              </a:cxn>
              <a:cxn ang="0">
                <a:pos x="connsiteX3" y="connsiteY3"/>
              </a:cxn>
            </a:cxnLst>
            <a:rect l="l" t="t" r="r" b="b"/>
            <a:pathLst>
              <a:path w="148381" h="496755">
                <a:moveTo>
                  <a:pt x="0" y="0"/>
                </a:moveTo>
                <a:lnTo>
                  <a:pt x="148381" y="0"/>
                </a:lnTo>
                <a:lnTo>
                  <a:pt x="148381" y="496755"/>
                </a:lnTo>
                <a:lnTo>
                  <a:pt x="0" y="496755"/>
                </a:lnTo>
                <a:close/>
              </a:path>
            </a:pathLst>
          </a:custGeom>
          <a:solidFill>
            <a:schemeClr val="accent1"/>
          </a:solidFill>
        </p:spPr>
        <p:txBody>
          <a:bodyPr wrap="square">
            <a:noAutofit/>
          </a:bodyPr>
          <a:lstStyle>
            <a:lvl1pPr marL="0" indent="0">
              <a:spcBef>
                <a:spcPts val="0"/>
              </a:spcBef>
              <a:buFont typeface="Skeena" panose="020B0604020202020204" pitchFamily="34" charset="0"/>
              <a:buNone/>
              <a:defRPr sz="100" b="0">
                <a:noFill/>
              </a:defRPr>
            </a:lvl1pPr>
            <a:lvl2pPr marL="0" indent="0">
              <a:spcBef>
                <a:spcPts val="0"/>
              </a:spcBef>
              <a:buFont typeface="Skeena" panose="020B0604020202020204" pitchFamily="34" charset="0"/>
              <a:buNone/>
              <a:defRPr sz="100" b="0">
                <a:noFill/>
              </a:defRPr>
            </a:lvl2pPr>
            <a:lvl3pPr marL="0" indent="0">
              <a:spcBef>
                <a:spcPts val="0"/>
              </a:spcBef>
              <a:buNone/>
              <a:defRPr sz="100" b="0">
                <a:noFill/>
              </a:defRPr>
            </a:lvl3pPr>
            <a:lvl4pPr marL="0" indent="0">
              <a:spcBef>
                <a:spcPts val="0"/>
              </a:spcBef>
              <a:buNone/>
              <a:defRPr sz="100" b="0">
                <a:noFill/>
              </a:defRPr>
            </a:lvl4pPr>
            <a:lvl5pPr marL="0" indent="0">
              <a:spcBef>
                <a:spcPts val="0"/>
              </a:spcBef>
              <a:buNone/>
              <a:defRPr sz="100" b="0">
                <a:noFill/>
              </a:defRPr>
            </a:lvl5pPr>
            <a:lvl6pPr marL="0" indent="0">
              <a:spcBef>
                <a:spcPts val="0"/>
              </a:spcBef>
              <a:buNone/>
              <a:defRPr sz="100" b="0">
                <a:noFill/>
              </a:defRPr>
            </a:lvl6pPr>
            <a:lvl7pPr marL="0" indent="0">
              <a:spcBef>
                <a:spcPts val="0"/>
              </a:spcBef>
              <a:buNone/>
              <a:defRPr sz="100" b="0">
                <a:noFill/>
              </a:defRPr>
            </a:lvl7pPr>
            <a:lvl8pPr marL="0" indent="0">
              <a:spcBef>
                <a:spcPts val="0"/>
              </a:spcBef>
              <a:buNone/>
              <a:defRPr sz="100" b="0">
                <a:noFill/>
              </a:defRPr>
            </a:lvl8pPr>
            <a:lvl9pPr marL="0" indent="0">
              <a:spcBef>
                <a:spcPts val="0"/>
              </a:spcBef>
              <a:buNone/>
              <a:defRPr sz="100" b="0">
                <a:noFill/>
              </a:defRPr>
            </a:lvl9pPr>
          </a:lstStyle>
          <a:p>
            <a:pPr lvl="0"/>
            <a:r>
              <a:rPr lang="de-DE" noProof="0"/>
              <a:t> </a:t>
            </a:r>
          </a:p>
        </p:txBody>
      </p:sp>
      <p:sp>
        <p:nvSpPr>
          <p:cNvPr id="53" name="Text Placeholder 52">
            <a:extLst>
              <a:ext uri="{FF2B5EF4-FFF2-40B4-BE49-F238E27FC236}">
                <a16:creationId xmlns:a16="http://schemas.microsoft.com/office/drawing/2014/main" id="{CAA04C3C-8DA4-FDDD-4F18-7FFD1B990112}"/>
              </a:ext>
            </a:extLst>
          </p:cNvPr>
          <p:cNvSpPr>
            <a:spLocks noGrp="1"/>
          </p:cNvSpPr>
          <p:nvPr>
            <p:ph type="body" sz="quarter" idx="36" hasCustomPrompt="1"/>
          </p:nvPr>
        </p:nvSpPr>
        <p:spPr bwMode="invGray">
          <a:xfrm>
            <a:off x="6460405" y="623069"/>
            <a:ext cx="496755" cy="148381"/>
          </a:xfrm>
          <a:custGeom>
            <a:avLst/>
            <a:gdLst>
              <a:gd name="connsiteX0" fmla="*/ 0 w 496755"/>
              <a:gd name="connsiteY0" fmla="*/ 0 h 148381"/>
              <a:gd name="connsiteX1" fmla="*/ 496755 w 496755"/>
              <a:gd name="connsiteY1" fmla="*/ 0 h 148381"/>
              <a:gd name="connsiteX2" fmla="*/ 496755 w 496755"/>
              <a:gd name="connsiteY2" fmla="*/ 148381 h 148381"/>
              <a:gd name="connsiteX3" fmla="*/ 0 w 496755"/>
              <a:gd name="connsiteY3" fmla="*/ 148381 h 148381"/>
            </a:gdLst>
            <a:ahLst/>
            <a:cxnLst>
              <a:cxn ang="0">
                <a:pos x="connsiteX0" y="connsiteY0"/>
              </a:cxn>
              <a:cxn ang="0">
                <a:pos x="connsiteX1" y="connsiteY1"/>
              </a:cxn>
              <a:cxn ang="0">
                <a:pos x="connsiteX2" y="connsiteY2"/>
              </a:cxn>
              <a:cxn ang="0">
                <a:pos x="connsiteX3" y="connsiteY3"/>
              </a:cxn>
            </a:cxnLst>
            <a:rect l="l" t="t" r="r" b="b"/>
            <a:pathLst>
              <a:path w="496755" h="148381">
                <a:moveTo>
                  <a:pt x="0" y="0"/>
                </a:moveTo>
                <a:lnTo>
                  <a:pt x="496755" y="0"/>
                </a:lnTo>
                <a:lnTo>
                  <a:pt x="496755" y="148381"/>
                </a:lnTo>
                <a:lnTo>
                  <a:pt x="0" y="148381"/>
                </a:lnTo>
                <a:close/>
              </a:path>
            </a:pathLst>
          </a:custGeom>
          <a:solidFill>
            <a:schemeClr val="accent1"/>
          </a:solidFill>
        </p:spPr>
        <p:txBody>
          <a:bodyPr wrap="square">
            <a:noAutofit/>
          </a:bodyPr>
          <a:lstStyle>
            <a:lvl1pPr marL="0" indent="0">
              <a:spcBef>
                <a:spcPts val="0"/>
              </a:spcBef>
              <a:buFont typeface="Skeena" panose="020B0604020202020204" pitchFamily="34" charset="0"/>
              <a:buNone/>
              <a:defRPr sz="100" b="0">
                <a:noFill/>
              </a:defRPr>
            </a:lvl1pPr>
            <a:lvl2pPr marL="0" indent="0">
              <a:spcBef>
                <a:spcPts val="0"/>
              </a:spcBef>
              <a:buFont typeface="Skeena" panose="020B0604020202020204" pitchFamily="34" charset="0"/>
              <a:buNone/>
              <a:defRPr sz="100" b="0">
                <a:noFill/>
              </a:defRPr>
            </a:lvl2pPr>
            <a:lvl3pPr marL="0" indent="0">
              <a:spcBef>
                <a:spcPts val="0"/>
              </a:spcBef>
              <a:buNone/>
              <a:defRPr sz="100" b="0">
                <a:noFill/>
              </a:defRPr>
            </a:lvl3pPr>
            <a:lvl4pPr marL="0" indent="0">
              <a:spcBef>
                <a:spcPts val="0"/>
              </a:spcBef>
              <a:buNone/>
              <a:defRPr sz="100" b="0">
                <a:noFill/>
              </a:defRPr>
            </a:lvl4pPr>
            <a:lvl5pPr marL="0" indent="0">
              <a:spcBef>
                <a:spcPts val="0"/>
              </a:spcBef>
              <a:buNone/>
              <a:defRPr sz="100" b="0">
                <a:noFill/>
              </a:defRPr>
            </a:lvl5pPr>
            <a:lvl6pPr marL="0" indent="0">
              <a:spcBef>
                <a:spcPts val="0"/>
              </a:spcBef>
              <a:buNone/>
              <a:defRPr sz="100" b="0">
                <a:noFill/>
              </a:defRPr>
            </a:lvl6pPr>
            <a:lvl7pPr marL="0" indent="0">
              <a:spcBef>
                <a:spcPts val="0"/>
              </a:spcBef>
              <a:buNone/>
              <a:defRPr sz="100" b="0">
                <a:noFill/>
              </a:defRPr>
            </a:lvl7pPr>
            <a:lvl8pPr marL="0" indent="0">
              <a:spcBef>
                <a:spcPts val="0"/>
              </a:spcBef>
              <a:buNone/>
              <a:defRPr sz="100" b="0">
                <a:noFill/>
              </a:defRPr>
            </a:lvl8pPr>
            <a:lvl9pPr marL="0" indent="0">
              <a:spcBef>
                <a:spcPts val="0"/>
              </a:spcBef>
              <a:buNone/>
              <a:defRPr sz="100" b="0">
                <a:noFill/>
              </a:defRPr>
            </a:lvl9pPr>
          </a:lstStyle>
          <a:p>
            <a:pPr lvl="0"/>
            <a:r>
              <a:rPr lang="de-DE" noProof="0"/>
              <a:t> </a:t>
            </a:r>
          </a:p>
        </p:txBody>
      </p:sp>
      <p:sp>
        <p:nvSpPr>
          <p:cNvPr id="54" name="Text Placeholder 53">
            <a:extLst>
              <a:ext uri="{FF2B5EF4-FFF2-40B4-BE49-F238E27FC236}">
                <a16:creationId xmlns:a16="http://schemas.microsoft.com/office/drawing/2014/main" id="{D8E6D59F-5D73-E1B6-C3AD-40065775B364}"/>
              </a:ext>
            </a:extLst>
          </p:cNvPr>
          <p:cNvSpPr>
            <a:spLocks noGrp="1"/>
          </p:cNvSpPr>
          <p:nvPr>
            <p:ph type="body" sz="quarter" idx="37" hasCustomPrompt="1"/>
          </p:nvPr>
        </p:nvSpPr>
        <p:spPr bwMode="invGray">
          <a:xfrm>
            <a:off x="6312024" y="771450"/>
            <a:ext cx="148381" cy="496755"/>
          </a:xfrm>
          <a:custGeom>
            <a:avLst/>
            <a:gdLst>
              <a:gd name="connsiteX0" fmla="*/ 0 w 148381"/>
              <a:gd name="connsiteY0" fmla="*/ 0 h 496755"/>
              <a:gd name="connsiteX1" fmla="*/ 148381 w 148381"/>
              <a:gd name="connsiteY1" fmla="*/ 0 h 496755"/>
              <a:gd name="connsiteX2" fmla="*/ 148381 w 148381"/>
              <a:gd name="connsiteY2" fmla="*/ 496755 h 496755"/>
              <a:gd name="connsiteX3" fmla="*/ 0 w 148381"/>
              <a:gd name="connsiteY3" fmla="*/ 496755 h 496755"/>
            </a:gdLst>
            <a:ahLst/>
            <a:cxnLst>
              <a:cxn ang="0">
                <a:pos x="connsiteX0" y="connsiteY0"/>
              </a:cxn>
              <a:cxn ang="0">
                <a:pos x="connsiteX1" y="connsiteY1"/>
              </a:cxn>
              <a:cxn ang="0">
                <a:pos x="connsiteX2" y="connsiteY2"/>
              </a:cxn>
              <a:cxn ang="0">
                <a:pos x="connsiteX3" y="connsiteY3"/>
              </a:cxn>
            </a:cxnLst>
            <a:rect l="l" t="t" r="r" b="b"/>
            <a:pathLst>
              <a:path w="148381" h="496755">
                <a:moveTo>
                  <a:pt x="0" y="0"/>
                </a:moveTo>
                <a:lnTo>
                  <a:pt x="148381" y="0"/>
                </a:lnTo>
                <a:lnTo>
                  <a:pt x="148381" y="496755"/>
                </a:lnTo>
                <a:lnTo>
                  <a:pt x="0" y="496755"/>
                </a:lnTo>
                <a:close/>
              </a:path>
            </a:pathLst>
          </a:custGeom>
          <a:solidFill>
            <a:schemeClr val="accent1"/>
          </a:solidFill>
        </p:spPr>
        <p:txBody>
          <a:bodyPr wrap="square">
            <a:noAutofit/>
          </a:bodyPr>
          <a:lstStyle>
            <a:lvl1pPr marL="0" indent="0">
              <a:spcBef>
                <a:spcPts val="0"/>
              </a:spcBef>
              <a:buFont typeface="Skeena" panose="020B0604020202020204" pitchFamily="34" charset="0"/>
              <a:buNone/>
              <a:defRPr sz="100" b="0">
                <a:noFill/>
              </a:defRPr>
            </a:lvl1pPr>
            <a:lvl2pPr marL="0" indent="0">
              <a:spcBef>
                <a:spcPts val="0"/>
              </a:spcBef>
              <a:buFont typeface="Skeena" panose="020B0604020202020204" pitchFamily="34" charset="0"/>
              <a:buNone/>
              <a:defRPr sz="100" b="0">
                <a:noFill/>
              </a:defRPr>
            </a:lvl2pPr>
            <a:lvl3pPr marL="0" indent="0">
              <a:spcBef>
                <a:spcPts val="0"/>
              </a:spcBef>
              <a:buNone/>
              <a:defRPr sz="100" b="0">
                <a:noFill/>
              </a:defRPr>
            </a:lvl3pPr>
            <a:lvl4pPr marL="0" indent="0">
              <a:spcBef>
                <a:spcPts val="0"/>
              </a:spcBef>
              <a:buNone/>
              <a:defRPr sz="100" b="0">
                <a:noFill/>
              </a:defRPr>
            </a:lvl4pPr>
            <a:lvl5pPr marL="0" indent="0">
              <a:spcBef>
                <a:spcPts val="0"/>
              </a:spcBef>
              <a:buNone/>
              <a:defRPr sz="100" b="0">
                <a:noFill/>
              </a:defRPr>
            </a:lvl5pPr>
            <a:lvl6pPr marL="0" indent="0">
              <a:spcBef>
                <a:spcPts val="0"/>
              </a:spcBef>
              <a:buNone/>
              <a:defRPr sz="100" b="0">
                <a:noFill/>
              </a:defRPr>
            </a:lvl6pPr>
            <a:lvl7pPr marL="0" indent="0">
              <a:spcBef>
                <a:spcPts val="0"/>
              </a:spcBef>
              <a:buNone/>
              <a:defRPr sz="100" b="0">
                <a:noFill/>
              </a:defRPr>
            </a:lvl7pPr>
            <a:lvl8pPr marL="0" indent="0">
              <a:spcBef>
                <a:spcPts val="0"/>
              </a:spcBef>
              <a:buNone/>
              <a:defRPr sz="100" b="0">
                <a:noFill/>
              </a:defRPr>
            </a:lvl8pPr>
            <a:lvl9pPr marL="0" indent="0">
              <a:spcBef>
                <a:spcPts val="0"/>
              </a:spcBef>
              <a:buNone/>
              <a:defRPr sz="100" b="0">
                <a:noFill/>
              </a:defRPr>
            </a:lvl9pPr>
          </a:lstStyle>
          <a:p>
            <a:pPr lvl="0"/>
            <a:r>
              <a:rPr lang="de-DE" noProof="0"/>
              <a:t> </a:t>
            </a:r>
          </a:p>
        </p:txBody>
      </p:sp>
      <p:sp>
        <p:nvSpPr>
          <p:cNvPr id="55" name="Text Placeholder 54">
            <a:extLst>
              <a:ext uri="{FF2B5EF4-FFF2-40B4-BE49-F238E27FC236}">
                <a16:creationId xmlns:a16="http://schemas.microsoft.com/office/drawing/2014/main" id="{8EEF4619-EAD3-06DB-1BAA-73C534B22D9B}"/>
              </a:ext>
            </a:extLst>
          </p:cNvPr>
          <p:cNvSpPr>
            <a:spLocks noGrp="1"/>
          </p:cNvSpPr>
          <p:nvPr>
            <p:ph type="body" sz="quarter" idx="38" hasCustomPrompt="1"/>
          </p:nvPr>
        </p:nvSpPr>
        <p:spPr bwMode="invGray">
          <a:xfrm>
            <a:off x="6460405" y="2279438"/>
            <a:ext cx="496755" cy="148381"/>
          </a:xfrm>
          <a:custGeom>
            <a:avLst/>
            <a:gdLst>
              <a:gd name="connsiteX0" fmla="*/ 0 w 496755"/>
              <a:gd name="connsiteY0" fmla="*/ 0 h 148381"/>
              <a:gd name="connsiteX1" fmla="*/ 496755 w 496755"/>
              <a:gd name="connsiteY1" fmla="*/ 0 h 148381"/>
              <a:gd name="connsiteX2" fmla="*/ 496755 w 496755"/>
              <a:gd name="connsiteY2" fmla="*/ 148381 h 148381"/>
              <a:gd name="connsiteX3" fmla="*/ 0 w 496755"/>
              <a:gd name="connsiteY3" fmla="*/ 148381 h 148381"/>
            </a:gdLst>
            <a:ahLst/>
            <a:cxnLst>
              <a:cxn ang="0">
                <a:pos x="connsiteX0" y="connsiteY0"/>
              </a:cxn>
              <a:cxn ang="0">
                <a:pos x="connsiteX1" y="connsiteY1"/>
              </a:cxn>
              <a:cxn ang="0">
                <a:pos x="connsiteX2" y="connsiteY2"/>
              </a:cxn>
              <a:cxn ang="0">
                <a:pos x="connsiteX3" y="connsiteY3"/>
              </a:cxn>
            </a:cxnLst>
            <a:rect l="l" t="t" r="r" b="b"/>
            <a:pathLst>
              <a:path w="496755" h="148381">
                <a:moveTo>
                  <a:pt x="0" y="0"/>
                </a:moveTo>
                <a:lnTo>
                  <a:pt x="496755" y="0"/>
                </a:lnTo>
                <a:lnTo>
                  <a:pt x="496755" y="148381"/>
                </a:lnTo>
                <a:lnTo>
                  <a:pt x="0" y="148381"/>
                </a:lnTo>
                <a:close/>
              </a:path>
            </a:pathLst>
          </a:custGeom>
          <a:solidFill>
            <a:schemeClr val="accent1"/>
          </a:solidFill>
        </p:spPr>
        <p:txBody>
          <a:bodyPr wrap="square">
            <a:noAutofit/>
          </a:bodyPr>
          <a:lstStyle>
            <a:lvl1pPr marL="0" indent="0">
              <a:spcBef>
                <a:spcPts val="0"/>
              </a:spcBef>
              <a:buFont typeface="Skeena" panose="020B0604020202020204" pitchFamily="34" charset="0"/>
              <a:buNone/>
              <a:defRPr sz="100" b="0">
                <a:noFill/>
              </a:defRPr>
            </a:lvl1pPr>
            <a:lvl2pPr marL="0" indent="0">
              <a:spcBef>
                <a:spcPts val="0"/>
              </a:spcBef>
              <a:buFont typeface="Skeena" panose="020B0604020202020204" pitchFamily="34" charset="0"/>
              <a:buNone/>
              <a:defRPr sz="100" b="0">
                <a:noFill/>
              </a:defRPr>
            </a:lvl2pPr>
            <a:lvl3pPr marL="0" indent="0">
              <a:spcBef>
                <a:spcPts val="0"/>
              </a:spcBef>
              <a:buNone/>
              <a:defRPr sz="100" b="0">
                <a:noFill/>
              </a:defRPr>
            </a:lvl3pPr>
            <a:lvl4pPr marL="0" indent="0">
              <a:spcBef>
                <a:spcPts val="0"/>
              </a:spcBef>
              <a:buNone/>
              <a:defRPr sz="100" b="0">
                <a:noFill/>
              </a:defRPr>
            </a:lvl4pPr>
            <a:lvl5pPr marL="0" indent="0">
              <a:spcBef>
                <a:spcPts val="0"/>
              </a:spcBef>
              <a:buNone/>
              <a:defRPr sz="100" b="0">
                <a:noFill/>
              </a:defRPr>
            </a:lvl5pPr>
            <a:lvl6pPr marL="0" indent="0">
              <a:spcBef>
                <a:spcPts val="0"/>
              </a:spcBef>
              <a:buNone/>
              <a:defRPr sz="100" b="0">
                <a:noFill/>
              </a:defRPr>
            </a:lvl6pPr>
            <a:lvl7pPr marL="0" indent="0">
              <a:spcBef>
                <a:spcPts val="0"/>
              </a:spcBef>
              <a:buNone/>
              <a:defRPr sz="100" b="0">
                <a:noFill/>
              </a:defRPr>
            </a:lvl7pPr>
            <a:lvl8pPr marL="0" indent="0">
              <a:spcBef>
                <a:spcPts val="0"/>
              </a:spcBef>
              <a:buNone/>
              <a:defRPr sz="100" b="0">
                <a:noFill/>
              </a:defRPr>
            </a:lvl8pPr>
            <a:lvl9pPr marL="0" indent="0">
              <a:spcBef>
                <a:spcPts val="0"/>
              </a:spcBef>
              <a:buNone/>
              <a:defRPr sz="100" b="0">
                <a:noFill/>
              </a:defRPr>
            </a:lvl9pPr>
          </a:lstStyle>
          <a:p>
            <a:pPr lvl="0"/>
            <a:r>
              <a:rPr lang="de-DE" noProof="0"/>
              <a:t> </a:t>
            </a:r>
          </a:p>
        </p:txBody>
      </p:sp>
      <p:sp>
        <p:nvSpPr>
          <p:cNvPr id="56" name="Text Placeholder 55">
            <a:extLst>
              <a:ext uri="{FF2B5EF4-FFF2-40B4-BE49-F238E27FC236}">
                <a16:creationId xmlns:a16="http://schemas.microsoft.com/office/drawing/2014/main" id="{CB56FAC6-F5E9-ED86-BEF2-F00C3C36FB5B}"/>
              </a:ext>
            </a:extLst>
          </p:cNvPr>
          <p:cNvSpPr>
            <a:spLocks noGrp="1"/>
          </p:cNvSpPr>
          <p:nvPr>
            <p:ph type="body" sz="quarter" idx="39" hasCustomPrompt="1"/>
          </p:nvPr>
        </p:nvSpPr>
        <p:spPr bwMode="invGray">
          <a:xfrm>
            <a:off x="6312024" y="2427819"/>
            <a:ext cx="148381" cy="496755"/>
          </a:xfrm>
          <a:custGeom>
            <a:avLst/>
            <a:gdLst>
              <a:gd name="connsiteX0" fmla="*/ 0 w 148381"/>
              <a:gd name="connsiteY0" fmla="*/ 0 h 496755"/>
              <a:gd name="connsiteX1" fmla="*/ 148381 w 148381"/>
              <a:gd name="connsiteY1" fmla="*/ 0 h 496755"/>
              <a:gd name="connsiteX2" fmla="*/ 148381 w 148381"/>
              <a:gd name="connsiteY2" fmla="*/ 496755 h 496755"/>
              <a:gd name="connsiteX3" fmla="*/ 0 w 148381"/>
              <a:gd name="connsiteY3" fmla="*/ 496755 h 496755"/>
            </a:gdLst>
            <a:ahLst/>
            <a:cxnLst>
              <a:cxn ang="0">
                <a:pos x="connsiteX0" y="connsiteY0"/>
              </a:cxn>
              <a:cxn ang="0">
                <a:pos x="connsiteX1" y="connsiteY1"/>
              </a:cxn>
              <a:cxn ang="0">
                <a:pos x="connsiteX2" y="connsiteY2"/>
              </a:cxn>
              <a:cxn ang="0">
                <a:pos x="connsiteX3" y="connsiteY3"/>
              </a:cxn>
            </a:cxnLst>
            <a:rect l="l" t="t" r="r" b="b"/>
            <a:pathLst>
              <a:path w="148381" h="496755">
                <a:moveTo>
                  <a:pt x="0" y="0"/>
                </a:moveTo>
                <a:lnTo>
                  <a:pt x="148381" y="0"/>
                </a:lnTo>
                <a:lnTo>
                  <a:pt x="148381" y="496755"/>
                </a:lnTo>
                <a:lnTo>
                  <a:pt x="0" y="496755"/>
                </a:lnTo>
                <a:close/>
              </a:path>
            </a:pathLst>
          </a:custGeom>
          <a:solidFill>
            <a:schemeClr val="accent1"/>
          </a:solidFill>
        </p:spPr>
        <p:txBody>
          <a:bodyPr wrap="square">
            <a:noAutofit/>
          </a:bodyPr>
          <a:lstStyle>
            <a:lvl1pPr marL="0" indent="0">
              <a:spcBef>
                <a:spcPts val="0"/>
              </a:spcBef>
              <a:buFont typeface="Skeena" panose="020B0604020202020204" pitchFamily="34" charset="0"/>
              <a:buNone/>
              <a:defRPr sz="100" b="0">
                <a:noFill/>
              </a:defRPr>
            </a:lvl1pPr>
            <a:lvl2pPr marL="0" indent="0">
              <a:spcBef>
                <a:spcPts val="0"/>
              </a:spcBef>
              <a:buFont typeface="Skeena" panose="020B0604020202020204" pitchFamily="34" charset="0"/>
              <a:buNone/>
              <a:defRPr sz="100" b="0">
                <a:noFill/>
              </a:defRPr>
            </a:lvl2pPr>
            <a:lvl3pPr marL="0" indent="0">
              <a:spcBef>
                <a:spcPts val="0"/>
              </a:spcBef>
              <a:buNone/>
              <a:defRPr sz="100" b="0">
                <a:noFill/>
              </a:defRPr>
            </a:lvl3pPr>
            <a:lvl4pPr marL="0" indent="0">
              <a:spcBef>
                <a:spcPts val="0"/>
              </a:spcBef>
              <a:buNone/>
              <a:defRPr sz="100" b="0">
                <a:noFill/>
              </a:defRPr>
            </a:lvl4pPr>
            <a:lvl5pPr marL="0" indent="0">
              <a:spcBef>
                <a:spcPts val="0"/>
              </a:spcBef>
              <a:buNone/>
              <a:defRPr sz="100" b="0">
                <a:noFill/>
              </a:defRPr>
            </a:lvl5pPr>
            <a:lvl6pPr marL="0" indent="0">
              <a:spcBef>
                <a:spcPts val="0"/>
              </a:spcBef>
              <a:buNone/>
              <a:defRPr sz="100" b="0">
                <a:noFill/>
              </a:defRPr>
            </a:lvl6pPr>
            <a:lvl7pPr marL="0" indent="0">
              <a:spcBef>
                <a:spcPts val="0"/>
              </a:spcBef>
              <a:buNone/>
              <a:defRPr sz="100" b="0">
                <a:noFill/>
              </a:defRPr>
            </a:lvl7pPr>
            <a:lvl8pPr marL="0" indent="0">
              <a:spcBef>
                <a:spcPts val="0"/>
              </a:spcBef>
              <a:buNone/>
              <a:defRPr sz="100" b="0">
                <a:noFill/>
              </a:defRPr>
            </a:lvl8pPr>
            <a:lvl9pPr marL="0" indent="0">
              <a:spcBef>
                <a:spcPts val="0"/>
              </a:spcBef>
              <a:buNone/>
              <a:defRPr sz="100" b="0">
                <a:noFill/>
              </a:defRPr>
            </a:lvl9pPr>
          </a:lstStyle>
          <a:p>
            <a:pPr lvl="0"/>
            <a:r>
              <a:rPr lang="de-DE" noProof="0"/>
              <a:t> </a:t>
            </a:r>
          </a:p>
        </p:txBody>
      </p:sp>
      <p:sp>
        <p:nvSpPr>
          <p:cNvPr id="57" name="Text Placeholder 56">
            <a:extLst>
              <a:ext uri="{FF2B5EF4-FFF2-40B4-BE49-F238E27FC236}">
                <a16:creationId xmlns:a16="http://schemas.microsoft.com/office/drawing/2014/main" id="{33A4D0D3-1C23-A91D-CD71-E0C1A0A1B6AD}"/>
              </a:ext>
            </a:extLst>
          </p:cNvPr>
          <p:cNvSpPr>
            <a:spLocks noGrp="1"/>
          </p:cNvSpPr>
          <p:nvPr>
            <p:ph type="body" sz="quarter" idx="40" hasCustomPrompt="1"/>
          </p:nvPr>
        </p:nvSpPr>
        <p:spPr bwMode="invGray">
          <a:xfrm>
            <a:off x="6460405" y="3935807"/>
            <a:ext cx="496755" cy="148381"/>
          </a:xfrm>
          <a:custGeom>
            <a:avLst/>
            <a:gdLst>
              <a:gd name="connsiteX0" fmla="*/ 0 w 496755"/>
              <a:gd name="connsiteY0" fmla="*/ 0 h 148381"/>
              <a:gd name="connsiteX1" fmla="*/ 496755 w 496755"/>
              <a:gd name="connsiteY1" fmla="*/ 0 h 148381"/>
              <a:gd name="connsiteX2" fmla="*/ 496755 w 496755"/>
              <a:gd name="connsiteY2" fmla="*/ 148381 h 148381"/>
              <a:gd name="connsiteX3" fmla="*/ 0 w 496755"/>
              <a:gd name="connsiteY3" fmla="*/ 148381 h 148381"/>
            </a:gdLst>
            <a:ahLst/>
            <a:cxnLst>
              <a:cxn ang="0">
                <a:pos x="connsiteX0" y="connsiteY0"/>
              </a:cxn>
              <a:cxn ang="0">
                <a:pos x="connsiteX1" y="connsiteY1"/>
              </a:cxn>
              <a:cxn ang="0">
                <a:pos x="connsiteX2" y="connsiteY2"/>
              </a:cxn>
              <a:cxn ang="0">
                <a:pos x="connsiteX3" y="connsiteY3"/>
              </a:cxn>
            </a:cxnLst>
            <a:rect l="l" t="t" r="r" b="b"/>
            <a:pathLst>
              <a:path w="496755" h="148381">
                <a:moveTo>
                  <a:pt x="0" y="0"/>
                </a:moveTo>
                <a:lnTo>
                  <a:pt x="496755" y="0"/>
                </a:lnTo>
                <a:lnTo>
                  <a:pt x="496755" y="148381"/>
                </a:lnTo>
                <a:lnTo>
                  <a:pt x="0" y="148381"/>
                </a:lnTo>
                <a:close/>
              </a:path>
            </a:pathLst>
          </a:custGeom>
          <a:solidFill>
            <a:schemeClr val="accent1"/>
          </a:solidFill>
        </p:spPr>
        <p:txBody>
          <a:bodyPr wrap="square">
            <a:noAutofit/>
          </a:bodyPr>
          <a:lstStyle>
            <a:lvl1pPr marL="0" indent="0">
              <a:spcBef>
                <a:spcPts val="0"/>
              </a:spcBef>
              <a:buFont typeface="Skeena" panose="020B0604020202020204" pitchFamily="34" charset="0"/>
              <a:buNone/>
              <a:defRPr sz="100" b="0">
                <a:noFill/>
              </a:defRPr>
            </a:lvl1pPr>
            <a:lvl2pPr marL="0" indent="0">
              <a:spcBef>
                <a:spcPts val="0"/>
              </a:spcBef>
              <a:buFont typeface="Skeena" panose="020B0604020202020204" pitchFamily="34" charset="0"/>
              <a:buNone/>
              <a:defRPr sz="100" b="0">
                <a:noFill/>
              </a:defRPr>
            </a:lvl2pPr>
            <a:lvl3pPr marL="0" indent="0">
              <a:spcBef>
                <a:spcPts val="0"/>
              </a:spcBef>
              <a:buNone/>
              <a:defRPr sz="100" b="0">
                <a:noFill/>
              </a:defRPr>
            </a:lvl3pPr>
            <a:lvl4pPr marL="0" indent="0">
              <a:spcBef>
                <a:spcPts val="0"/>
              </a:spcBef>
              <a:buNone/>
              <a:defRPr sz="100" b="0">
                <a:noFill/>
              </a:defRPr>
            </a:lvl4pPr>
            <a:lvl5pPr marL="0" indent="0">
              <a:spcBef>
                <a:spcPts val="0"/>
              </a:spcBef>
              <a:buNone/>
              <a:defRPr sz="100" b="0">
                <a:noFill/>
              </a:defRPr>
            </a:lvl5pPr>
            <a:lvl6pPr marL="0" indent="0">
              <a:spcBef>
                <a:spcPts val="0"/>
              </a:spcBef>
              <a:buNone/>
              <a:defRPr sz="100" b="0">
                <a:noFill/>
              </a:defRPr>
            </a:lvl6pPr>
            <a:lvl7pPr marL="0" indent="0">
              <a:spcBef>
                <a:spcPts val="0"/>
              </a:spcBef>
              <a:buNone/>
              <a:defRPr sz="100" b="0">
                <a:noFill/>
              </a:defRPr>
            </a:lvl7pPr>
            <a:lvl8pPr marL="0" indent="0">
              <a:spcBef>
                <a:spcPts val="0"/>
              </a:spcBef>
              <a:buNone/>
              <a:defRPr sz="100" b="0">
                <a:noFill/>
              </a:defRPr>
            </a:lvl8pPr>
            <a:lvl9pPr marL="0" indent="0">
              <a:spcBef>
                <a:spcPts val="0"/>
              </a:spcBef>
              <a:buNone/>
              <a:defRPr sz="100" b="0">
                <a:noFill/>
              </a:defRPr>
            </a:lvl9pPr>
          </a:lstStyle>
          <a:p>
            <a:pPr lvl="0"/>
            <a:r>
              <a:rPr lang="de-DE" noProof="0"/>
              <a:t> </a:t>
            </a:r>
          </a:p>
        </p:txBody>
      </p:sp>
      <p:sp>
        <p:nvSpPr>
          <p:cNvPr id="58" name="Text Placeholder 57">
            <a:extLst>
              <a:ext uri="{FF2B5EF4-FFF2-40B4-BE49-F238E27FC236}">
                <a16:creationId xmlns:a16="http://schemas.microsoft.com/office/drawing/2014/main" id="{8250118E-33E8-A98B-7FB3-F0119E495F50}"/>
              </a:ext>
            </a:extLst>
          </p:cNvPr>
          <p:cNvSpPr>
            <a:spLocks noGrp="1"/>
          </p:cNvSpPr>
          <p:nvPr>
            <p:ph type="body" sz="quarter" idx="41" hasCustomPrompt="1"/>
          </p:nvPr>
        </p:nvSpPr>
        <p:spPr bwMode="invGray">
          <a:xfrm>
            <a:off x="6312024" y="4084188"/>
            <a:ext cx="148381" cy="496755"/>
          </a:xfrm>
          <a:custGeom>
            <a:avLst/>
            <a:gdLst>
              <a:gd name="connsiteX0" fmla="*/ 0 w 148381"/>
              <a:gd name="connsiteY0" fmla="*/ 0 h 496755"/>
              <a:gd name="connsiteX1" fmla="*/ 148381 w 148381"/>
              <a:gd name="connsiteY1" fmla="*/ 0 h 496755"/>
              <a:gd name="connsiteX2" fmla="*/ 148381 w 148381"/>
              <a:gd name="connsiteY2" fmla="*/ 496755 h 496755"/>
              <a:gd name="connsiteX3" fmla="*/ 0 w 148381"/>
              <a:gd name="connsiteY3" fmla="*/ 496755 h 496755"/>
            </a:gdLst>
            <a:ahLst/>
            <a:cxnLst>
              <a:cxn ang="0">
                <a:pos x="connsiteX0" y="connsiteY0"/>
              </a:cxn>
              <a:cxn ang="0">
                <a:pos x="connsiteX1" y="connsiteY1"/>
              </a:cxn>
              <a:cxn ang="0">
                <a:pos x="connsiteX2" y="connsiteY2"/>
              </a:cxn>
              <a:cxn ang="0">
                <a:pos x="connsiteX3" y="connsiteY3"/>
              </a:cxn>
            </a:cxnLst>
            <a:rect l="l" t="t" r="r" b="b"/>
            <a:pathLst>
              <a:path w="148381" h="496755">
                <a:moveTo>
                  <a:pt x="0" y="0"/>
                </a:moveTo>
                <a:lnTo>
                  <a:pt x="148381" y="0"/>
                </a:lnTo>
                <a:lnTo>
                  <a:pt x="148381" y="496755"/>
                </a:lnTo>
                <a:lnTo>
                  <a:pt x="0" y="496755"/>
                </a:lnTo>
                <a:close/>
              </a:path>
            </a:pathLst>
          </a:custGeom>
          <a:solidFill>
            <a:schemeClr val="accent1"/>
          </a:solidFill>
        </p:spPr>
        <p:txBody>
          <a:bodyPr wrap="square">
            <a:noAutofit/>
          </a:bodyPr>
          <a:lstStyle>
            <a:lvl1pPr marL="0" indent="0">
              <a:spcBef>
                <a:spcPts val="0"/>
              </a:spcBef>
              <a:buFont typeface="Skeena" panose="020B0604020202020204" pitchFamily="34" charset="0"/>
              <a:buNone/>
              <a:defRPr sz="100" b="0">
                <a:noFill/>
              </a:defRPr>
            </a:lvl1pPr>
            <a:lvl2pPr marL="0" indent="0">
              <a:spcBef>
                <a:spcPts val="0"/>
              </a:spcBef>
              <a:buFont typeface="Skeena" panose="020B0604020202020204" pitchFamily="34" charset="0"/>
              <a:buNone/>
              <a:defRPr sz="100" b="0">
                <a:noFill/>
              </a:defRPr>
            </a:lvl2pPr>
            <a:lvl3pPr marL="0" indent="0">
              <a:spcBef>
                <a:spcPts val="0"/>
              </a:spcBef>
              <a:buNone/>
              <a:defRPr sz="100" b="0">
                <a:noFill/>
              </a:defRPr>
            </a:lvl3pPr>
            <a:lvl4pPr marL="0" indent="0">
              <a:spcBef>
                <a:spcPts val="0"/>
              </a:spcBef>
              <a:buNone/>
              <a:defRPr sz="100" b="0">
                <a:noFill/>
              </a:defRPr>
            </a:lvl4pPr>
            <a:lvl5pPr marL="0" indent="0">
              <a:spcBef>
                <a:spcPts val="0"/>
              </a:spcBef>
              <a:buNone/>
              <a:defRPr sz="100" b="0">
                <a:noFill/>
              </a:defRPr>
            </a:lvl5pPr>
            <a:lvl6pPr marL="0" indent="0">
              <a:spcBef>
                <a:spcPts val="0"/>
              </a:spcBef>
              <a:buNone/>
              <a:defRPr sz="100" b="0">
                <a:noFill/>
              </a:defRPr>
            </a:lvl6pPr>
            <a:lvl7pPr marL="0" indent="0">
              <a:spcBef>
                <a:spcPts val="0"/>
              </a:spcBef>
              <a:buNone/>
              <a:defRPr sz="100" b="0">
                <a:noFill/>
              </a:defRPr>
            </a:lvl7pPr>
            <a:lvl8pPr marL="0" indent="0">
              <a:spcBef>
                <a:spcPts val="0"/>
              </a:spcBef>
              <a:buNone/>
              <a:defRPr sz="100" b="0">
                <a:noFill/>
              </a:defRPr>
            </a:lvl8pPr>
            <a:lvl9pPr marL="0" indent="0">
              <a:spcBef>
                <a:spcPts val="0"/>
              </a:spcBef>
              <a:buNone/>
              <a:defRPr sz="100" b="0">
                <a:noFill/>
              </a:defRPr>
            </a:lvl9pPr>
          </a:lstStyle>
          <a:p>
            <a:pPr lvl="0"/>
            <a:r>
              <a:rPr lang="de-DE" noProof="0"/>
              <a:t> </a:t>
            </a:r>
          </a:p>
        </p:txBody>
      </p:sp>
      <p:sp>
        <p:nvSpPr>
          <p:cNvPr id="59" name="Text Placeholder 58">
            <a:extLst>
              <a:ext uri="{FF2B5EF4-FFF2-40B4-BE49-F238E27FC236}">
                <a16:creationId xmlns:a16="http://schemas.microsoft.com/office/drawing/2014/main" id="{FDF475BB-63D2-6802-EDAC-4C1944952824}"/>
              </a:ext>
            </a:extLst>
          </p:cNvPr>
          <p:cNvSpPr>
            <a:spLocks noGrp="1"/>
          </p:cNvSpPr>
          <p:nvPr>
            <p:ph type="body" sz="quarter" idx="42" hasCustomPrompt="1"/>
          </p:nvPr>
        </p:nvSpPr>
        <p:spPr bwMode="invGray">
          <a:xfrm>
            <a:off x="6460405" y="5592176"/>
            <a:ext cx="496755" cy="148381"/>
          </a:xfrm>
          <a:custGeom>
            <a:avLst/>
            <a:gdLst>
              <a:gd name="connsiteX0" fmla="*/ 0 w 496755"/>
              <a:gd name="connsiteY0" fmla="*/ 0 h 148381"/>
              <a:gd name="connsiteX1" fmla="*/ 496755 w 496755"/>
              <a:gd name="connsiteY1" fmla="*/ 0 h 148381"/>
              <a:gd name="connsiteX2" fmla="*/ 496755 w 496755"/>
              <a:gd name="connsiteY2" fmla="*/ 148381 h 148381"/>
              <a:gd name="connsiteX3" fmla="*/ 0 w 496755"/>
              <a:gd name="connsiteY3" fmla="*/ 148381 h 148381"/>
            </a:gdLst>
            <a:ahLst/>
            <a:cxnLst>
              <a:cxn ang="0">
                <a:pos x="connsiteX0" y="connsiteY0"/>
              </a:cxn>
              <a:cxn ang="0">
                <a:pos x="connsiteX1" y="connsiteY1"/>
              </a:cxn>
              <a:cxn ang="0">
                <a:pos x="connsiteX2" y="connsiteY2"/>
              </a:cxn>
              <a:cxn ang="0">
                <a:pos x="connsiteX3" y="connsiteY3"/>
              </a:cxn>
            </a:cxnLst>
            <a:rect l="l" t="t" r="r" b="b"/>
            <a:pathLst>
              <a:path w="496755" h="148381">
                <a:moveTo>
                  <a:pt x="0" y="0"/>
                </a:moveTo>
                <a:lnTo>
                  <a:pt x="496755" y="0"/>
                </a:lnTo>
                <a:lnTo>
                  <a:pt x="496755" y="148381"/>
                </a:lnTo>
                <a:lnTo>
                  <a:pt x="0" y="148381"/>
                </a:lnTo>
                <a:close/>
              </a:path>
            </a:pathLst>
          </a:custGeom>
          <a:solidFill>
            <a:schemeClr val="accent1"/>
          </a:solidFill>
        </p:spPr>
        <p:txBody>
          <a:bodyPr wrap="square">
            <a:noAutofit/>
          </a:bodyPr>
          <a:lstStyle>
            <a:lvl1pPr marL="0" indent="0">
              <a:spcBef>
                <a:spcPts val="0"/>
              </a:spcBef>
              <a:buFont typeface="Skeena" panose="020B0604020202020204" pitchFamily="34" charset="0"/>
              <a:buNone/>
              <a:defRPr sz="100" b="0">
                <a:noFill/>
              </a:defRPr>
            </a:lvl1pPr>
            <a:lvl2pPr marL="0" indent="0">
              <a:spcBef>
                <a:spcPts val="0"/>
              </a:spcBef>
              <a:buFont typeface="Skeena" panose="020B0604020202020204" pitchFamily="34" charset="0"/>
              <a:buNone/>
              <a:defRPr sz="100" b="0">
                <a:noFill/>
              </a:defRPr>
            </a:lvl2pPr>
            <a:lvl3pPr marL="0" indent="0">
              <a:spcBef>
                <a:spcPts val="0"/>
              </a:spcBef>
              <a:buNone/>
              <a:defRPr sz="100" b="0">
                <a:noFill/>
              </a:defRPr>
            </a:lvl3pPr>
            <a:lvl4pPr marL="0" indent="0">
              <a:spcBef>
                <a:spcPts val="0"/>
              </a:spcBef>
              <a:buNone/>
              <a:defRPr sz="100" b="0">
                <a:noFill/>
              </a:defRPr>
            </a:lvl4pPr>
            <a:lvl5pPr marL="0" indent="0">
              <a:spcBef>
                <a:spcPts val="0"/>
              </a:spcBef>
              <a:buNone/>
              <a:defRPr sz="100" b="0">
                <a:noFill/>
              </a:defRPr>
            </a:lvl5pPr>
            <a:lvl6pPr marL="0" indent="0">
              <a:spcBef>
                <a:spcPts val="0"/>
              </a:spcBef>
              <a:buNone/>
              <a:defRPr sz="100" b="0">
                <a:noFill/>
              </a:defRPr>
            </a:lvl6pPr>
            <a:lvl7pPr marL="0" indent="0">
              <a:spcBef>
                <a:spcPts val="0"/>
              </a:spcBef>
              <a:buNone/>
              <a:defRPr sz="100" b="0">
                <a:noFill/>
              </a:defRPr>
            </a:lvl7pPr>
            <a:lvl8pPr marL="0" indent="0">
              <a:spcBef>
                <a:spcPts val="0"/>
              </a:spcBef>
              <a:buNone/>
              <a:defRPr sz="100" b="0">
                <a:noFill/>
              </a:defRPr>
            </a:lvl8pPr>
            <a:lvl9pPr marL="0" indent="0">
              <a:spcBef>
                <a:spcPts val="0"/>
              </a:spcBef>
              <a:buNone/>
              <a:defRPr sz="100" b="0">
                <a:noFill/>
              </a:defRPr>
            </a:lvl9pPr>
          </a:lstStyle>
          <a:p>
            <a:pPr lvl="0"/>
            <a:r>
              <a:rPr lang="de-DE" noProof="0"/>
              <a:t> </a:t>
            </a:r>
          </a:p>
        </p:txBody>
      </p:sp>
      <p:sp>
        <p:nvSpPr>
          <p:cNvPr id="60" name="Text Placeholder 59">
            <a:extLst>
              <a:ext uri="{FF2B5EF4-FFF2-40B4-BE49-F238E27FC236}">
                <a16:creationId xmlns:a16="http://schemas.microsoft.com/office/drawing/2014/main" id="{7A36D9D3-E425-FAD9-D386-02E9C80A5A5A}"/>
              </a:ext>
            </a:extLst>
          </p:cNvPr>
          <p:cNvSpPr>
            <a:spLocks noGrp="1"/>
          </p:cNvSpPr>
          <p:nvPr>
            <p:ph type="body" sz="quarter" idx="43" hasCustomPrompt="1"/>
          </p:nvPr>
        </p:nvSpPr>
        <p:spPr bwMode="invGray">
          <a:xfrm>
            <a:off x="6312024" y="5740557"/>
            <a:ext cx="148381" cy="496755"/>
          </a:xfrm>
          <a:custGeom>
            <a:avLst/>
            <a:gdLst>
              <a:gd name="connsiteX0" fmla="*/ 0 w 148381"/>
              <a:gd name="connsiteY0" fmla="*/ 0 h 496755"/>
              <a:gd name="connsiteX1" fmla="*/ 148381 w 148381"/>
              <a:gd name="connsiteY1" fmla="*/ 0 h 496755"/>
              <a:gd name="connsiteX2" fmla="*/ 148381 w 148381"/>
              <a:gd name="connsiteY2" fmla="*/ 496755 h 496755"/>
              <a:gd name="connsiteX3" fmla="*/ 0 w 148381"/>
              <a:gd name="connsiteY3" fmla="*/ 496755 h 496755"/>
            </a:gdLst>
            <a:ahLst/>
            <a:cxnLst>
              <a:cxn ang="0">
                <a:pos x="connsiteX0" y="connsiteY0"/>
              </a:cxn>
              <a:cxn ang="0">
                <a:pos x="connsiteX1" y="connsiteY1"/>
              </a:cxn>
              <a:cxn ang="0">
                <a:pos x="connsiteX2" y="connsiteY2"/>
              </a:cxn>
              <a:cxn ang="0">
                <a:pos x="connsiteX3" y="connsiteY3"/>
              </a:cxn>
            </a:cxnLst>
            <a:rect l="l" t="t" r="r" b="b"/>
            <a:pathLst>
              <a:path w="148381" h="496755">
                <a:moveTo>
                  <a:pt x="0" y="0"/>
                </a:moveTo>
                <a:lnTo>
                  <a:pt x="148381" y="0"/>
                </a:lnTo>
                <a:lnTo>
                  <a:pt x="148381" y="496755"/>
                </a:lnTo>
                <a:lnTo>
                  <a:pt x="0" y="496755"/>
                </a:lnTo>
                <a:close/>
              </a:path>
            </a:pathLst>
          </a:custGeom>
          <a:solidFill>
            <a:schemeClr val="accent1"/>
          </a:solidFill>
        </p:spPr>
        <p:txBody>
          <a:bodyPr wrap="square">
            <a:noAutofit/>
          </a:bodyPr>
          <a:lstStyle>
            <a:lvl1pPr marL="0" indent="0">
              <a:spcBef>
                <a:spcPts val="0"/>
              </a:spcBef>
              <a:buFont typeface="Skeena" panose="020B0604020202020204" pitchFamily="34" charset="0"/>
              <a:buNone/>
              <a:defRPr sz="100" b="0">
                <a:noFill/>
              </a:defRPr>
            </a:lvl1pPr>
            <a:lvl2pPr marL="0" indent="0">
              <a:spcBef>
                <a:spcPts val="0"/>
              </a:spcBef>
              <a:buFont typeface="Skeena" panose="020B0604020202020204" pitchFamily="34" charset="0"/>
              <a:buNone/>
              <a:defRPr sz="100" b="0">
                <a:noFill/>
              </a:defRPr>
            </a:lvl2pPr>
            <a:lvl3pPr marL="0" indent="0">
              <a:spcBef>
                <a:spcPts val="0"/>
              </a:spcBef>
              <a:buNone/>
              <a:defRPr sz="100" b="0">
                <a:noFill/>
              </a:defRPr>
            </a:lvl3pPr>
            <a:lvl4pPr marL="0" indent="0">
              <a:spcBef>
                <a:spcPts val="0"/>
              </a:spcBef>
              <a:buNone/>
              <a:defRPr sz="100" b="0">
                <a:noFill/>
              </a:defRPr>
            </a:lvl4pPr>
            <a:lvl5pPr marL="0" indent="0">
              <a:spcBef>
                <a:spcPts val="0"/>
              </a:spcBef>
              <a:buNone/>
              <a:defRPr sz="100" b="0">
                <a:noFill/>
              </a:defRPr>
            </a:lvl5pPr>
            <a:lvl6pPr marL="0" indent="0">
              <a:spcBef>
                <a:spcPts val="0"/>
              </a:spcBef>
              <a:buNone/>
              <a:defRPr sz="100" b="0">
                <a:noFill/>
              </a:defRPr>
            </a:lvl6pPr>
            <a:lvl7pPr marL="0" indent="0">
              <a:spcBef>
                <a:spcPts val="0"/>
              </a:spcBef>
              <a:buNone/>
              <a:defRPr sz="100" b="0">
                <a:noFill/>
              </a:defRPr>
            </a:lvl7pPr>
            <a:lvl8pPr marL="0" indent="0">
              <a:spcBef>
                <a:spcPts val="0"/>
              </a:spcBef>
              <a:buNone/>
              <a:defRPr sz="100" b="0">
                <a:noFill/>
              </a:defRPr>
            </a:lvl8pPr>
            <a:lvl9pPr marL="0" indent="0">
              <a:spcBef>
                <a:spcPts val="0"/>
              </a:spcBef>
              <a:buNone/>
              <a:defRPr sz="100" b="0">
                <a:noFill/>
              </a:defRPr>
            </a:lvl9pPr>
          </a:lstStyle>
          <a:p>
            <a:pPr lvl="0"/>
            <a:r>
              <a:rPr lang="de-DE" noProof="0"/>
              <a:t> </a:t>
            </a:r>
          </a:p>
        </p:txBody>
      </p:sp>
    </p:spTree>
    <p:extLst>
      <p:ext uri="{BB962C8B-B14F-4D97-AF65-F5344CB8AC3E}">
        <p14:creationId xmlns:p14="http://schemas.microsoft.com/office/powerpoint/2010/main" val="184414321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 Kapiteltrennfolie mit Bild (rechts)">
    <p:spTree>
      <p:nvGrpSpPr>
        <p:cNvPr id="1" name=""/>
        <p:cNvGrpSpPr/>
        <p:nvPr/>
      </p:nvGrpSpPr>
      <p:grpSpPr>
        <a:xfrm>
          <a:off x="0" y="0"/>
          <a:ext cx="0" cy="0"/>
          <a:chOff x="0" y="0"/>
          <a:chExt cx="0" cy="0"/>
        </a:xfrm>
      </p:grpSpPr>
      <p:sp>
        <p:nvSpPr>
          <p:cNvPr id="40" name="Picture Placeholder 17">
            <a:extLst>
              <a:ext uri="{FF2B5EF4-FFF2-40B4-BE49-F238E27FC236}">
                <a16:creationId xmlns:a16="http://schemas.microsoft.com/office/drawing/2014/main" id="{0D46E141-FAAF-E9A6-B1EB-37D5D14C4023}"/>
              </a:ext>
            </a:extLst>
          </p:cNvPr>
          <p:cNvSpPr>
            <a:spLocks noGrp="1"/>
          </p:cNvSpPr>
          <p:nvPr>
            <p:ph type="pic" sz="quarter" idx="22"/>
          </p:nvPr>
        </p:nvSpPr>
        <p:spPr bwMode="invGray">
          <a:xfrm>
            <a:off x="7860564" y="2526561"/>
            <a:ext cx="4331436" cy="4331439"/>
          </a:xfrm>
        </p:spPr>
        <p:txBody>
          <a:bodyPr tIns="648000" anchor="ctr"/>
          <a:lstStyle>
            <a:lvl1pPr algn="ctr">
              <a:spcBef>
                <a:spcPts val="0"/>
              </a:spcBef>
              <a:defRPr sz="1600" b="0"/>
            </a:lvl1pPr>
          </a:lstStyle>
          <a:p>
            <a:r>
              <a:rPr lang="de-DE" noProof="0" dirty="0"/>
              <a:t>Bild durch Klicken auf Symbol hinzufügen</a:t>
            </a:r>
          </a:p>
        </p:txBody>
      </p:sp>
      <p:grpSp>
        <p:nvGrpSpPr>
          <p:cNvPr id="41" name="Group 40">
            <a:extLst>
              <a:ext uri="{FF2B5EF4-FFF2-40B4-BE49-F238E27FC236}">
                <a16:creationId xmlns:a16="http://schemas.microsoft.com/office/drawing/2014/main" id="{82A912F9-275B-C7C6-7D6F-F7EE4DB15DD1}"/>
              </a:ext>
            </a:extLst>
          </p:cNvPr>
          <p:cNvGrpSpPr>
            <a:grpSpLocks noChangeAspect="1"/>
          </p:cNvGrpSpPr>
          <p:nvPr userDrawn="1"/>
        </p:nvGrpSpPr>
        <p:grpSpPr bwMode="invGray">
          <a:xfrm>
            <a:off x="6566754" y="1232756"/>
            <a:ext cx="5625248" cy="5625246"/>
            <a:chOff x="5118212" y="1097010"/>
            <a:chExt cx="3600003" cy="3600000"/>
          </a:xfrm>
          <a:solidFill>
            <a:schemeClr val="accent1"/>
          </a:solidFill>
        </p:grpSpPr>
        <p:sp>
          <p:nvSpPr>
            <p:cNvPr id="42" name="Rectangle 41">
              <a:extLst>
                <a:ext uri="{FF2B5EF4-FFF2-40B4-BE49-F238E27FC236}">
                  <a16:creationId xmlns:a16="http://schemas.microsoft.com/office/drawing/2014/main" id="{87540F96-326B-4427-0D5C-14DBF0F727C7}"/>
                </a:ext>
              </a:extLst>
            </p:cNvPr>
            <p:cNvSpPr>
              <a:spLocks noChangeAspect="1"/>
            </p:cNvSpPr>
            <p:nvPr userDrawn="1"/>
          </p:nvSpPr>
          <p:spPr bwMode="invGray">
            <a:xfrm>
              <a:off x="5946214" y="1097010"/>
              <a:ext cx="2772001" cy="82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43" name="Rectangle 42">
              <a:extLst>
                <a:ext uri="{FF2B5EF4-FFF2-40B4-BE49-F238E27FC236}">
                  <a16:creationId xmlns:a16="http://schemas.microsoft.com/office/drawing/2014/main" id="{E78704B2-8E28-7D64-3777-D6D6B155B8E6}"/>
                </a:ext>
              </a:extLst>
            </p:cNvPr>
            <p:cNvSpPr>
              <a:spLocks noChangeAspect="1"/>
            </p:cNvSpPr>
            <p:nvPr userDrawn="1"/>
          </p:nvSpPr>
          <p:spPr bwMode="invGray">
            <a:xfrm>
              <a:off x="5118212" y="1925010"/>
              <a:ext cx="828000" cy="277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sp>
        <p:nvSpPr>
          <p:cNvPr id="9" name="Text Placeholder 10">
            <a:extLst>
              <a:ext uri="{FF2B5EF4-FFF2-40B4-BE49-F238E27FC236}">
                <a16:creationId xmlns:a16="http://schemas.microsoft.com/office/drawing/2014/main" id="{93827F3F-23F6-3143-81F1-510EE74CD825}"/>
              </a:ext>
            </a:extLst>
          </p:cNvPr>
          <p:cNvSpPr>
            <a:spLocks noGrp="1"/>
          </p:cNvSpPr>
          <p:nvPr>
            <p:ph type="body" sz="quarter" idx="12" hasCustomPrompt="1"/>
          </p:nvPr>
        </p:nvSpPr>
        <p:spPr bwMode="invGray">
          <a:xfrm>
            <a:off x="371364" y="944724"/>
            <a:ext cx="2520000" cy="1728000"/>
          </a:xfrm>
        </p:spPr>
        <p:txBody>
          <a:bodyPr wrap="none" anchor="ctr">
            <a:noAutofit/>
          </a:bodyPr>
          <a:lstStyle>
            <a:lvl1pPr marL="0" indent="0" algn="l">
              <a:spcBef>
                <a:spcPts val="0"/>
              </a:spcBef>
              <a:buFont typeface="Skeena" panose="020B0604020202020204" pitchFamily="34" charset="0"/>
              <a:buNone/>
              <a:defRPr sz="15400" b="0">
                <a:solidFill>
                  <a:schemeClr val="accent1"/>
                </a:solidFill>
              </a:defRPr>
            </a:lvl1pPr>
            <a:lvl2pPr marL="0" indent="0" algn="l">
              <a:spcBef>
                <a:spcPts val="0"/>
              </a:spcBef>
              <a:buFont typeface="Skeena" panose="020B0604020202020204" pitchFamily="34" charset="0"/>
              <a:buNone/>
              <a:defRPr sz="15400" b="0">
                <a:solidFill>
                  <a:schemeClr val="accent1"/>
                </a:solidFill>
              </a:defRPr>
            </a:lvl2pPr>
            <a:lvl3pPr marL="0" indent="0" algn="l">
              <a:spcBef>
                <a:spcPts val="0"/>
              </a:spcBef>
              <a:buNone/>
              <a:defRPr sz="15400" b="0">
                <a:solidFill>
                  <a:schemeClr val="accent1"/>
                </a:solidFill>
              </a:defRPr>
            </a:lvl3pPr>
            <a:lvl4pPr marL="0" indent="0" algn="l">
              <a:spcBef>
                <a:spcPts val="0"/>
              </a:spcBef>
              <a:buNone/>
              <a:defRPr sz="15400" b="0">
                <a:solidFill>
                  <a:schemeClr val="accent1"/>
                </a:solidFill>
              </a:defRPr>
            </a:lvl4pPr>
            <a:lvl5pPr marL="0" indent="0" algn="l">
              <a:spcBef>
                <a:spcPts val="0"/>
              </a:spcBef>
              <a:buNone/>
              <a:defRPr sz="15400" b="0">
                <a:solidFill>
                  <a:schemeClr val="accent1"/>
                </a:solidFill>
              </a:defRPr>
            </a:lvl5pPr>
            <a:lvl6pPr marL="0" indent="0" algn="l">
              <a:spcBef>
                <a:spcPts val="0"/>
              </a:spcBef>
              <a:buNone/>
              <a:defRPr sz="15400" b="0">
                <a:solidFill>
                  <a:schemeClr val="accent1"/>
                </a:solidFill>
              </a:defRPr>
            </a:lvl6pPr>
            <a:lvl7pPr marL="0" indent="0" algn="l">
              <a:spcBef>
                <a:spcPts val="0"/>
              </a:spcBef>
              <a:buNone/>
              <a:defRPr sz="15400" b="0">
                <a:solidFill>
                  <a:schemeClr val="accent1"/>
                </a:solidFill>
              </a:defRPr>
            </a:lvl7pPr>
            <a:lvl8pPr marL="0" indent="0" algn="l">
              <a:spcBef>
                <a:spcPts val="0"/>
              </a:spcBef>
              <a:buNone/>
              <a:defRPr sz="15400" b="0">
                <a:solidFill>
                  <a:schemeClr val="accent1"/>
                </a:solidFill>
              </a:defRPr>
            </a:lvl8pPr>
            <a:lvl9pPr marL="0" indent="0" algn="l">
              <a:spcBef>
                <a:spcPts val="0"/>
              </a:spcBef>
              <a:buNone/>
              <a:defRPr sz="15400" b="0">
                <a:solidFill>
                  <a:schemeClr val="accent1"/>
                </a:solidFill>
              </a:defRPr>
            </a:lvl9pPr>
          </a:lstStyle>
          <a:p>
            <a:pPr lvl="0"/>
            <a:r>
              <a:rPr lang="de-DE" noProof="0"/>
              <a:t>0X</a:t>
            </a:r>
          </a:p>
        </p:txBody>
      </p:sp>
      <p:sp>
        <p:nvSpPr>
          <p:cNvPr id="12" name="Text Placeholder 10">
            <a:extLst>
              <a:ext uri="{FF2B5EF4-FFF2-40B4-BE49-F238E27FC236}">
                <a16:creationId xmlns:a16="http://schemas.microsoft.com/office/drawing/2014/main" id="{91FA5F87-1B99-D661-5A5F-85AAB0F9F7F0}"/>
              </a:ext>
            </a:extLst>
          </p:cNvPr>
          <p:cNvSpPr txBox="1">
            <a:spLocks/>
          </p:cNvSpPr>
          <p:nvPr userDrawn="1"/>
        </p:nvSpPr>
        <p:spPr bwMode="invGray">
          <a:xfrm>
            <a:off x="9061233" y="316267"/>
            <a:ext cx="2723399" cy="306000"/>
          </a:xfrm>
          <a:prstGeom prst="rect">
            <a:avLst/>
          </a:prstGeom>
          <a:blipFill>
            <a:blip r:embed="rId2"/>
            <a:stretch>
              <a:fillRect/>
            </a:stretch>
          </a:blipFill>
        </p:spPr>
        <p:txBody>
          <a:bodyPr/>
          <a:lstStyle>
            <a:lvl1pPr marL="0" indent="0" algn="l" defTabSz="914400" rtl="0" eaLnBrk="1" latinLnBrk="0" hangingPunct="1">
              <a:lnSpc>
                <a:spcPct val="100000"/>
              </a:lnSpc>
              <a:spcBef>
                <a:spcPts val="0"/>
              </a:spcBef>
              <a:buFont typeface="Skeena" panose="020B0604020202020204" pitchFamily="34" charset="0"/>
              <a:buNone/>
              <a:defRPr sz="100" b="0" kern="1200">
                <a:noFill/>
                <a:latin typeface="+mn-lt"/>
                <a:ea typeface="+mn-ea"/>
                <a:cs typeface="+mn-cs"/>
              </a:defRPr>
            </a:lvl1pPr>
            <a:lvl2pPr marL="0" indent="0" algn="l" defTabSz="914400" rtl="0" eaLnBrk="1" latinLnBrk="0" hangingPunct="1">
              <a:lnSpc>
                <a:spcPct val="100000"/>
              </a:lnSpc>
              <a:spcBef>
                <a:spcPts val="0"/>
              </a:spcBef>
              <a:buFont typeface="Skeena" panose="020B0604020202020204" pitchFamily="34" charset="0"/>
              <a:buNone/>
              <a:defRPr sz="100" b="0" kern="1200">
                <a:noFill/>
                <a:latin typeface="+mn-lt"/>
                <a:ea typeface="+mn-ea"/>
                <a:cs typeface="+mn-cs"/>
              </a:defRPr>
            </a:lvl2pPr>
            <a:lvl3pPr marL="0" indent="0" algn="l" defTabSz="914400" rtl="0" eaLnBrk="1" latinLnBrk="0" hangingPunct="1">
              <a:lnSpc>
                <a:spcPct val="100000"/>
              </a:lnSpc>
              <a:spcBef>
                <a:spcPts val="0"/>
              </a:spcBef>
              <a:buFont typeface="Wingdings" panose="05000000000000000000" pitchFamily="2" charset="2"/>
              <a:buNone/>
              <a:defRPr sz="100" b="0" kern="1200">
                <a:noFill/>
                <a:latin typeface="+mn-lt"/>
                <a:ea typeface="+mn-ea"/>
                <a:cs typeface="+mn-cs"/>
              </a:defRPr>
            </a:lvl3pPr>
            <a:lvl4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4pPr>
            <a:lvl5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5pPr>
            <a:lvl6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6pPr>
            <a:lvl7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7pPr>
            <a:lvl8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8pPr>
            <a:lvl9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9pPr>
          </a:lstStyle>
          <a:p>
            <a:r>
              <a:rPr lang="de-DE" noProof="0"/>
              <a:t> </a:t>
            </a:r>
          </a:p>
        </p:txBody>
      </p:sp>
      <p:sp>
        <p:nvSpPr>
          <p:cNvPr id="10" name="Text Placeholder 10">
            <a:extLst>
              <a:ext uri="{FF2B5EF4-FFF2-40B4-BE49-F238E27FC236}">
                <a16:creationId xmlns:a16="http://schemas.microsoft.com/office/drawing/2014/main" id="{2CA61D65-9C5F-4547-248C-B4CABFC35E37}"/>
              </a:ext>
            </a:extLst>
          </p:cNvPr>
          <p:cNvSpPr>
            <a:spLocks noGrp="1"/>
          </p:cNvSpPr>
          <p:nvPr>
            <p:ph type="body" sz="quarter" idx="13" hasCustomPrompt="1"/>
          </p:nvPr>
        </p:nvSpPr>
        <p:spPr bwMode="invGray">
          <a:xfrm>
            <a:off x="407368" y="2913960"/>
            <a:ext cx="5472732" cy="2215991"/>
          </a:xfrm>
        </p:spPr>
        <p:txBody>
          <a:bodyPr wrap="square" anchor="t">
            <a:spAutoFit/>
          </a:bodyPr>
          <a:lstStyle>
            <a:lvl1pPr marL="0" indent="0" algn="l">
              <a:spcBef>
                <a:spcPts val="0"/>
              </a:spcBef>
              <a:buFont typeface="Skeena" panose="020B0604020202020204" pitchFamily="34" charset="0"/>
              <a:buNone/>
              <a:defRPr sz="4800" b="1">
                <a:solidFill>
                  <a:schemeClr val="bg1"/>
                </a:solidFill>
              </a:defRPr>
            </a:lvl1pPr>
            <a:lvl2pPr marL="0" indent="0" algn="l">
              <a:spcBef>
                <a:spcPts val="0"/>
              </a:spcBef>
              <a:buFont typeface="Skeena" panose="020B0604020202020204" pitchFamily="34" charset="0"/>
              <a:buNone/>
              <a:defRPr sz="4800" b="1">
                <a:solidFill>
                  <a:schemeClr val="bg1"/>
                </a:solidFill>
              </a:defRPr>
            </a:lvl2pPr>
            <a:lvl3pPr marL="0" indent="0" algn="l">
              <a:spcBef>
                <a:spcPts val="0"/>
              </a:spcBef>
              <a:buNone/>
              <a:defRPr sz="4800" b="1">
                <a:solidFill>
                  <a:schemeClr val="bg1"/>
                </a:solidFill>
              </a:defRPr>
            </a:lvl3pPr>
            <a:lvl4pPr marL="0" indent="0" algn="l">
              <a:spcBef>
                <a:spcPts val="0"/>
              </a:spcBef>
              <a:buNone/>
              <a:defRPr sz="4800" b="1">
                <a:solidFill>
                  <a:schemeClr val="bg1"/>
                </a:solidFill>
              </a:defRPr>
            </a:lvl4pPr>
            <a:lvl5pPr marL="0" indent="0" algn="l">
              <a:spcBef>
                <a:spcPts val="0"/>
              </a:spcBef>
              <a:buNone/>
              <a:defRPr sz="4800" b="1">
                <a:solidFill>
                  <a:schemeClr val="bg1"/>
                </a:solidFill>
              </a:defRPr>
            </a:lvl5pPr>
            <a:lvl6pPr marL="0" indent="0" algn="l">
              <a:spcBef>
                <a:spcPts val="0"/>
              </a:spcBef>
              <a:buNone/>
              <a:defRPr sz="4800" b="1">
                <a:solidFill>
                  <a:schemeClr val="bg1"/>
                </a:solidFill>
              </a:defRPr>
            </a:lvl6pPr>
            <a:lvl7pPr marL="0" indent="0" algn="l">
              <a:spcBef>
                <a:spcPts val="0"/>
              </a:spcBef>
              <a:buNone/>
              <a:defRPr sz="4800" b="1">
                <a:solidFill>
                  <a:schemeClr val="bg1"/>
                </a:solidFill>
              </a:defRPr>
            </a:lvl7pPr>
            <a:lvl8pPr marL="0" indent="0" algn="l">
              <a:spcBef>
                <a:spcPts val="0"/>
              </a:spcBef>
              <a:buNone/>
              <a:defRPr sz="4800" b="1">
                <a:solidFill>
                  <a:schemeClr val="bg1"/>
                </a:solidFill>
              </a:defRPr>
            </a:lvl8pPr>
            <a:lvl9pPr marL="0" indent="0" algn="l">
              <a:spcBef>
                <a:spcPts val="0"/>
              </a:spcBef>
              <a:buNone/>
              <a:defRPr sz="4800" b="1">
                <a:solidFill>
                  <a:schemeClr val="bg1"/>
                </a:solidFill>
              </a:defRPr>
            </a:lvl9pPr>
          </a:lstStyle>
          <a:p>
            <a:pPr lvl="0"/>
            <a:r>
              <a:rPr lang="de-DE" noProof="0"/>
              <a:t>Kapitelnamen durch Klicken bearbeiten</a:t>
            </a:r>
          </a:p>
        </p:txBody>
      </p:sp>
    </p:spTree>
    <p:extLst>
      <p:ext uri="{BB962C8B-B14F-4D97-AF65-F5344CB8AC3E}">
        <p14:creationId xmlns:p14="http://schemas.microsoft.com/office/powerpoint/2010/main" val="727672590"/>
      </p:ext>
    </p:extLst>
  </p:cSld>
  <p:clrMapOvr>
    <a:masterClrMapping/>
  </p:clrMapOvr>
  <p:extLst>
    <p:ext uri="{DCECCB84-F9BA-43D5-87BE-67443E8EF086}">
      <p15:sldGuideLst xmlns:p15="http://schemas.microsoft.com/office/powerpoint/2012/main"/>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 Kapiteltrennfolie ohne Bild">
    <p:spTree>
      <p:nvGrpSpPr>
        <p:cNvPr id="1" name=""/>
        <p:cNvGrpSpPr/>
        <p:nvPr/>
      </p:nvGrpSpPr>
      <p:grpSpPr>
        <a:xfrm>
          <a:off x="0" y="0"/>
          <a:ext cx="0" cy="0"/>
          <a:chOff x="0" y="0"/>
          <a:chExt cx="0" cy="0"/>
        </a:xfrm>
      </p:grpSpPr>
      <p:sp>
        <p:nvSpPr>
          <p:cNvPr id="9" name="Text Placeholder 10">
            <a:extLst>
              <a:ext uri="{FF2B5EF4-FFF2-40B4-BE49-F238E27FC236}">
                <a16:creationId xmlns:a16="http://schemas.microsoft.com/office/drawing/2014/main" id="{93827F3F-23F6-3143-81F1-510EE74CD825}"/>
              </a:ext>
            </a:extLst>
          </p:cNvPr>
          <p:cNvSpPr>
            <a:spLocks noGrp="1"/>
          </p:cNvSpPr>
          <p:nvPr>
            <p:ph type="body" sz="quarter" idx="12" hasCustomPrompt="1"/>
          </p:nvPr>
        </p:nvSpPr>
        <p:spPr bwMode="invGray">
          <a:xfrm>
            <a:off x="371364" y="944724"/>
            <a:ext cx="2520000" cy="1728000"/>
          </a:xfrm>
        </p:spPr>
        <p:txBody>
          <a:bodyPr wrap="none" anchor="ctr">
            <a:noAutofit/>
          </a:bodyPr>
          <a:lstStyle>
            <a:lvl1pPr marL="0" indent="0" algn="l">
              <a:spcBef>
                <a:spcPts val="0"/>
              </a:spcBef>
              <a:buFont typeface="Skeena" panose="020B0604020202020204" pitchFamily="34" charset="0"/>
              <a:buNone/>
              <a:defRPr sz="15400" b="0">
                <a:solidFill>
                  <a:schemeClr val="accent1"/>
                </a:solidFill>
              </a:defRPr>
            </a:lvl1pPr>
            <a:lvl2pPr marL="0" indent="0" algn="l">
              <a:spcBef>
                <a:spcPts val="0"/>
              </a:spcBef>
              <a:buFont typeface="Skeena" panose="020B0604020202020204" pitchFamily="34" charset="0"/>
              <a:buNone/>
              <a:defRPr sz="15400" b="0">
                <a:solidFill>
                  <a:schemeClr val="accent1"/>
                </a:solidFill>
              </a:defRPr>
            </a:lvl2pPr>
            <a:lvl3pPr marL="0" indent="0" algn="l">
              <a:spcBef>
                <a:spcPts val="0"/>
              </a:spcBef>
              <a:buNone/>
              <a:defRPr sz="15400" b="0">
                <a:solidFill>
                  <a:schemeClr val="accent1"/>
                </a:solidFill>
              </a:defRPr>
            </a:lvl3pPr>
            <a:lvl4pPr marL="0" indent="0" algn="l">
              <a:spcBef>
                <a:spcPts val="0"/>
              </a:spcBef>
              <a:buNone/>
              <a:defRPr sz="15400" b="0">
                <a:solidFill>
                  <a:schemeClr val="accent1"/>
                </a:solidFill>
              </a:defRPr>
            </a:lvl4pPr>
            <a:lvl5pPr marL="0" indent="0" algn="l">
              <a:spcBef>
                <a:spcPts val="0"/>
              </a:spcBef>
              <a:buNone/>
              <a:defRPr sz="15400" b="0">
                <a:solidFill>
                  <a:schemeClr val="accent1"/>
                </a:solidFill>
              </a:defRPr>
            </a:lvl5pPr>
            <a:lvl6pPr marL="0" indent="0" algn="l">
              <a:spcBef>
                <a:spcPts val="0"/>
              </a:spcBef>
              <a:buNone/>
              <a:defRPr sz="15400" b="0">
                <a:solidFill>
                  <a:schemeClr val="accent1"/>
                </a:solidFill>
              </a:defRPr>
            </a:lvl6pPr>
            <a:lvl7pPr marL="0" indent="0" algn="l">
              <a:spcBef>
                <a:spcPts val="0"/>
              </a:spcBef>
              <a:buNone/>
              <a:defRPr sz="15400" b="0">
                <a:solidFill>
                  <a:schemeClr val="accent1"/>
                </a:solidFill>
              </a:defRPr>
            </a:lvl7pPr>
            <a:lvl8pPr marL="0" indent="0" algn="l">
              <a:spcBef>
                <a:spcPts val="0"/>
              </a:spcBef>
              <a:buNone/>
              <a:defRPr sz="15400" b="0">
                <a:solidFill>
                  <a:schemeClr val="accent1"/>
                </a:solidFill>
              </a:defRPr>
            </a:lvl8pPr>
            <a:lvl9pPr marL="0" indent="0" algn="l">
              <a:spcBef>
                <a:spcPts val="0"/>
              </a:spcBef>
              <a:buNone/>
              <a:defRPr sz="15400" b="0">
                <a:solidFill>
                  <a:schemeClr val="accent1"/>
                </a:solidFill>
              </a:defRPr>
            </a:lvl9pPr>
          </a:lstStyle>
          <a:p>
            <a:pPr lvl="0"/>
            <a:r>
              <a:rPr lang="de-DE" noProof="0"/>
              <a:t>0X</a:t>
            </a:r>
          </a:p>
        </p:txBody>
      </p:sp>
      <p:sp>
        <p:nvSpPr>
          <p:cNvPr id="12" name="Text Placeholder 10">
            <a:extLst>
              <a:ext uri="{FF2B5EF4-FFF2-40B4-BE49-F238E27FC236}">
                <a16:creationId xmlns:a16="http://schemas.microsoft.com/office/drawing/2014/main" id="{91FA5F87-1B99-D661-5A5F-85AAB0F9F7F0}"/>
              </a:ext>
            </a:extLst>
          </p:cNvPr>
          <p:cNvSpPr txBox="1">
            <a:spLocks/>
          </p:cNvSpPr>
          <p:nvPr userDrawn="1"/>
        </p:nvSpPr>
        <p:spPr bwMode="invGray">
          <a:xfrm>
            <a:off x="9061233" y="316267"/>
            <a:ext cx="2723399" cy="306000"/>
          </a:xfrm>
          <a:prstGeom prst="rect">
            <a:avLst/>
          </a:prstGeom>
          <a:blipFill>
            <a:blip r:embed="rId2"/>
            <a:stretch>
              <a:fillRect/>
            </a:stretch>
          </a:blipFill>
        </p:spPr>
        <p:txBody>
          <a:bodyPr/>
          <a:lstStyle>
            <a:lvl1pPr marL="0" indent="0" algn="l" defTabSz="914400" rtl="0" eaLnBrk="1" latinLnBrk="0" hangingPunct="1">
              <a:lnSpc>
                <a:spcPct val="100000"/>
              </a:lnSpc>
              <a:spcBef>
                <a:spcPts val="0"/>
              </a:spcBef>
              <a:buFont typeface="Skeena" panose="020B0604020202020204" pitchFamily="34" charset="0"/>
              <a:buNone/>
              <a:defRPr sz="100" b="0" kern="1200">
                <a:noFill/>
                <a:latin typeface="+mn-lt"/>
                <a:ea typeface="+mn-ea"/>
                <a:cs typeface="+mn-cs"/>
              </a:defRPr>
            </a:lvl1pPr>
            <a:lvl2pPr marL="0" indent="0" algn="l" defTabSz="914400" rtl="0" eaLnBrk="1" latinLnBrk="0" hangingPunct="1">
              <a:lnSpc>
                <a:spcPct val="100000"/>
              </a:lnSpc>
              <a:spcBef>
                <a:spcPts val="0"/>
              </a:spcBef>
              <a:buFont typeface="Skeena" panose="020B0604020202020204" pitchFamily="34" charset="0"/>
              <a:buNone/>
              <a:defRPr sz="100" b="0" kern="1200">
                <a:noFill/>
                <a:latin typeface="+mn-lt"/>
                <a:ea typeface="+mn-ea"/>
                <a:cs typeface="+mn-cs"/>
              </a:defRPr>
            </a:lvl2pPr>
            <a:lvl3pPr marL="0" indent="0" algn="l" defTabSz="914400" rtl="0" eaLnBrk="1" latinLnBrk="0" hangingPunct="1">
              <a:lnSpc>
                <a:spcPct val="100000"/>
              </a:lnSpc>
              <a:spcBef>
                <a:spcPts val="0"/>
              </a:spcBef>
              <a:buFont typeface="Wingdings" panose="05000000000000000000" pitchFamily="2" charset="2"/>
              <a:buNone/>
              <a:defRPr sz="100" b="0" kern="1200">
                <a:noFill/>
                <a:latin typeface="+mn-lt"/>
                <a:ea typeface="+mn-ea"/>
                <a:cs typeface="+mn-cs"/>
              </a:defRPr>
            </a:lvl3pPr>
            <a:lvl4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4pPr>
            <a:lvl5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5pPr>
            <a:lvl6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6pPr>
            <a:lvl7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7pPr>
            <a:lvl8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8pPr>
            <a:lvl9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9pPr>
          </a:lstStyle>
          <a:p>
            <a:r>
              <a:rPr lang="de-DE" noProof="0"/>
              <a:t> </a:t>
            </a:r>
          </a:p>
        </p:txBody>
      </p:sp>
      <p:grpSp>
        <p:nvGrpSpPr>
          <p:cNvPr id="2" name="Group 1">
            <a:extLst>
              <a:ext uri="{FF2B5EF4-FFF2-40B4-BE49-F238E27FC236}">
                <a16:creationId xmlns:a16="http://schemas.microsoft.com/office/drawing/2014/main" id="{A08BF1AD-60E3-408F-FDFC-C509B814AEB9}"/>
              </a:ext>
            </a:extLst>
          </p:cNvPr>
          <p:cNvGrpSpPr/>
          <p:nvPr userDrawn="1"/>
        </p:nvGrpSpPr>
        <p:grpSpPr>
          <a:xfrm>
            <a:off x="10818263" y="5270919"/>
            <a:ext cx="966369" cy="966369"/>
            <a:chOff x="10818263" y="5270919"/>
            <a:chExt cx="966369" cy="966369"/>
          </a:xfrm>
          <a:solidFill>
            <a:schemeClr val="accent1"/>
          </a:solidFill>
        </p:grpSpPr>
        <p:sp>
          <p:nvSpPr>
            <p:cNvPr id="3" name="Rectangle 2">
              <a:extLst>
                <a:ext uri="{FF2B5EF4-FFF2-40B4-BE49-F238E27FC236}">
                  <a16:creationId xmlns:a16="http://schemas.microsoft.com/office/drawing/2014/main" id="{0B64C261-A272-3D9B-2EA9-D0EF83071580}"/>
                </a:ext>
              </a:extLst>
            </p:cNvPr>
            <p:cNvSpPr>
              <a:spLocks noChangeAspect="1"/>
            </p:cNvSpPr>
            <p:nvPr userDrawn="1"/>
          </p:nvSpPr>
          <p:spPr bwMode="gray">
            <a:xfrm rot="10800000" flipV="1">
              <a:off x="10818263" y="6015023"/>
              <a:ext cx="744104" cy="2222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4" name="Rectangle 3">
              <a:extLst>
                <a:ext uri="{FF2B5EF4-FFF2-40B4-BE49-F238E27FC236}">
                  <a16:creationId xmlns:a16="http://schemas.microsoft.com/office/drawing/2014/main" id="{8790F102-3FC0-8BCC-3CAC-849952043C2A}"/>
                </a:ext>
              </a:extLst>
            </p:cNvPr>
            <p:cNvSpPr>
              <a:spLocks noChangeAspect="1"/>
            </p:cNvSpPr>
            <p:nvPr userDrawn="1"/>
          </p:nvSpPr>
          <p:spPr bwMode="gray">
            <a:xfrm rot="10800000" flipV="1">
              <a:off x="11562367" y="5270919"/>
              <a:ext cx="222265" cy="744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grpSp>
        <p:nvGrpSpPr>
          <p:cNvPr id="5" name="Group 4">
            <a:extLst>
              <a:ext uri="{FF2B5EF4-FFF2-40B4-BE49-F238E27FC236}">
                <a16:creationId xmlns:a16="http://schemas.microsoft.com/office/drawing/2014/main" id="{EE8A149C-35E1-6B83-74F0-56D3C34831AB}"/>
              </a:ext>
            </a:extLst>
          </p:cNvPr>
          <p:cNvGrpSpPr/>
          <p:nvPr userDrawn="1"/>
        </p:nvGrpSpPr>
        <p:grpSpPr>
          <a:xfrm>
            <a:off x="9473526" y="5270919"/>
            <a:ext cx="966369" cy="966369"/>
            <a:chOff x="10818263" y="5270919"/>
            <a:chExt cx="966369" cy="966369"/>
          </a:xfrm>
          <a:solidFill>
            <a:schemeClr val="accent1"/>
          </a:solidFill>
        </p:grpSpPr>
        <p:sp>
          <p:nvSpPr>
            <p:cNvPr id="6" name="Rectangle 5">
              <a:extLst>
                <a:ext uri="{FF2B5EF4-FFF2-40B4-BE49-F238E27FC236}">
                  <a16:creationId xmlns:a16="http://schemas.microsoft.com/office/drawing/2014/main" id="{E44CD384-C111-CA2B-9756-3BC4A8E73C11}"/>
                </a:ext>
              </a:extLst>
            </p:cNvPr>
            <p:cNvSpPr>
              <a:spLocks noChangeAspect="1"/>
            </p:cNvSpPr>
            <p:nvPr userDrawn="1"/>
          </p:nvSpPr>
          <p:spPr bwMode="gray">
            <a:xfrm rot="10800000" flipV="1">
              <a:off x="10818263" y="6015023"/>
              <a:ext cx="744104" cy="2222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7" name="Rectangle 6">
              <a:extLst>
                <a:ext uri="{FF2B5EF4-FFF2-40B4-BE49-F238E27FC236}">
                  <a16:creationId xmlns:a16="http://schemas.microsoft.com/office/drawing/2014/main" id="{0C24F411-F1CE-BEAA-B626-F0436CAD7FF2}"/>
                </a:ext>
              </a:extLst>
            </p:cNvPr>
            <p:cNvSpPr>
              <a:spLocks noChangeAspect="1"/>
            </p:cNvSpPr>
            <p:nvPr userDrawn="1"/>
          </p:nvSpPr>
          <p:spPr bwMode="gray">
            <a:xfrm rot="10800000" flipV="1">
              <a:off x="11562367" y="5270919"/>
              <a:ext cx="222265" cy="744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grpSp>
        <p:nvGrpSpPr>
          <p:cNvPr id="8" name="Group 7">
            <a:extLst>
              <a:ext uri="{FF2B5EF4-FFF2-40B4-BE49-F238E27FC236}">
                <a16:creationId xmlns:a16="http://schemas.microsoft.com/office/drawing/2014/main" id="{F92DC7F6-6538-69CF-169D-DD85C68F1C06}"/>
              </a:ext>
            </a:extLst>
          </p:cNvPr>
          <p:cNvGrpSpPr/>
          <p:nvPr userDrawn="1"/>
        </p:nvGrpSpPr>
        <p:grpSpPr>
          <a:xfrm>
            <a:off x="8128789" y="5270919"/>
            <a:ext cx="966369" cy="966369"/>
            <a:chOff x="10818263" y="5270919"/>
            <a:chExt cx="966369" cy="966369"/>
          </a:xfrm>
          <a:solidFill>
            <a:schemeClr val="accent1"/>
          </a:solidFill>
        </p:grpSpPr>
        <p:sp>
          <p:nvSpPr>
            <p:cNvPr id="11" name="Rectangle 10">
              <a:extLst>
                <a:ext uri="{FF2B5EF4-FFF2-40B4-BE49-F238E27FC236}">
                  <a16:creationId xmlns:a16="http://schemas.microsoft.com/office/drawing/2014/main" id="{275097D7-26E8-07D3-FE60-B88D1D63E76E}"/>
                </a:ext>
              </a:extLst>
            </p:cNvPr>
            <p:cNvSpPr>
              <a:spLocks noChangeAspect="1"/>
            </p:cNvSpPr>
            <p:nvPr userDrawn="1"/>
          </p:nvSpPr>
          <p:spPr bwMode="gray">
            <a:xfrm rot="10800000" flipV="1">
              <a:off x="10818263" y="6015023"/>
              <a:ext cx="744104" cy="2222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13" name="Rectangle 12">
              <a:extLst>
                <a:ext uri="{FF2B5EF4-FFF2-40B4-BE49-F238E27FC236}">
                  <a16:creationId xmlns:a16="http://schemas.microsoft.com/office/drawing/2014/main" id="{8BEE58E6-F686-B9AA-AC6E-3E396C9D527D}"/>
                </a:ext>
              </a:extLst>
            </p:cNvPr>
            <p:cNvSpPr>
              <a:spLocks noChangeAspect="1"/>
            </p:cNvSpPr>
            <p:nvPr userDrawn="1"/>
          </p:nvSpPr>
          <p:spPr bwMode="gray">
            <a:xfrm rot="10800000" flipV="1">
              <a:off x="11562367" y="5270919"/>
              <a:ext cx="222265" cy="744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grpSp>
        <p:nvGrpSpPr>
          <p:cNvPr id="14" name="Group 13">
            <a:extLst>
              <a:ext uri="{FF2B5EF4-FFF2-40B4-BE49-F238E27FC236}">
                <a16:creationId xmlns:a16="http://schemas.microsoft.com/office/drawing/2014/main" id="{345C8CDB-83D4-A351-9C41-DA68CB7A2BA0}"/>
              </a:ext>
            </a:extLst>
          </p:cNvPr>
          <p:cNvGrpSpPr/>
          <p:nvPr userDrawn="1"/>
        </p:nvGrpSpPr>
        <p:grpSpPr>
          <a:xfrm>
            <a:off x="10818263" y="3898740"/>
            <a:ext cx="966369" cy="966369"/>
            <a:chOff x="10818263" y="5270919"/>
            <a:chExt cx="966369" cy="966369"/>
          </a:xfrm>
          <a:solidFill>
            <a:schemeClr val="accent1"/>
          </a:solidFill>
        </p:grpSpPr>
        <p:sp>
          <p:nvSpPr>
            <p:cNvPr id="15" name="Rectangle 14">
              <a:extLst>
                <a:ext uri="{FF2B5EF4-FFF2-40B4-BE49-F238E27FC236}">
                  <a16:creationId xmlns:a16="http://schemas.microsoft.com/office/drawing/2014/main" id="{2A4AABA5-353A-8F25-872E-FC1808D16088}"/>
                </a:ext>
              </a:extLst>
            </p:cNvPr>
            <p:cNvSpPr>
              <a:spLocks noChangeAspect="1"/>
            </p:cNvSpPr>
            <p:nvPr userDrawn="1"/>
          </p:nvSpPr>
          <p:spPr bwMode="gray">
            <a:xfrm rot="10800000" flipV="1">
              <a:off x="10818263" y="6015023"/>
              <a:ext cx="744104" cy="2222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16" name="Rectangle 15">
              <a:extLst>
                <a:ext uri="{FF2B5EF4-FFF2-40B4-BE49-F238E27FC236}">
                  <a16:creationId xmlns:a16="http://schemas.microsoft.com/office/drawing/2014/main" id="{305E1640-012B-86DF-EE79-FAF4169AA11A}"/>
                </a:ext>
              </a:extLst>
            </p:cNvPr>
            <p:cNvSpPr>
              <a:spLocks noChangeAspect="1"/>
            </p:cNvSpPr>
            <p:nvPr userDrawn="1"/>
          </p:nvSpPr>
          <p:spPr bwMode="gray">
            <a:xfrm rot="10800000" flipV="1">
              <a:off x="11562367" y="5270919"/>
              <a:ext cx="222265" cy="744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grpSp>
        <p:nvGrpSpPr>
          <p:cNvPr id="17" name="Group 16">
            <a:extLst>
              <a:ext uri="{FF2B5EF4-FFF2-40B4-BE49-F238E27FC236}">
                <a16:creationId xmlns:a16="http://schemas.microsoft.com/office/drawing/2014/main" id="{38B54596-24D1-DC97-887E-9CA840010B1E}"/>
              </a:ext>
            </a:extLst>
          </p:cNvPr>
          <p:cNvGrpSpPr/>
          <p:nvPr userDrawn="1"/>
        </p:nvGrpSpPr>
        <p:grpSpPr>
          <a:xfrm>
            <a:off x="10818263" y="2526561"/>
            <a:ext cx="966369" cy="966369"/>
            <a:chOff x="10818263" y="5270919"/>
            <a:chExt cx="966369" cy="966369"/>
          </a:xfrm>
          <a:solidFill>
            <a:schemeClr val="accent1"/>
          </a:solidFill>
        </p:grpSpPr>
        <p:sp>
          <p:nvSpPr>
            <p:cNvPr id="18" name="Rectangle 17">
              <a:extLst>
                <a:ext uri="{FF2B5EF4-FFF2-40B4-BE49-F238E27FC236}">
                  <a16:creationId xmlns:a16="http://schemas.microsoft.com/office/drawing/2014/main" id="{DB5EBF7C-C858-6288-FF47-87F875418048}"/>
                </a:ext>
              </a:extLst>
            </p:cNvPr>
            <p:cNvSpPr>
              <a:spLocks noChangeAspect="1"/>
            </p:cNvSpPr>
            <p:nvPr userDrawn="1"/>
          </p:nvSpPr>
          <p:spPr bwMode="gray">
            <a:xfrm rot="10800000" flipV="1">
              <a:off x="10818263" y="6015023"/>
              <a:ext cx="744104" cy="2222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19" name="Rectangle 18">
              <a:extLst>
                <a:ext uri="{FF2B5EF4-FFF2-40B4-BE49-F238E27FC236}">
                  <a16:creationId xmlns:a16="http://schemas.microsoft.com/office/drawing/2014/main" id="{FDB54714-AB57-4514-65EB-3B902AEFB564}"/>
                </a:ext>
              </a:extLst>
            </p:cNvPr>
            <p:cNvSpPr>
              <a:spLocks noChangeAspect="1"/>
            </p:cNvSpPr>
            <p:nvPr userDrawn="1"/>
          </p:nvSpPr>
          <p:spPr bwMode="gray">
            <a:xfrm rot="10800000" flipV="1">
              <a:off x="11562367" y="5270919"/>
              <a:ext cx="222265" cy="744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grpSp>
        <p:nvGrpSpPr>
          <p:cNvPr id="20" name="Group 19">
            <a:extLst>
              <a:ext uri="{FF2B5EF4-FFF2-40B4-BE49-F238E27FC236}">
                <a16:creationId xmlns:a16="http://schemas.microsoft.com/office/drawing/2014/main" id="{D18D97FF-AC35-077F-3B6B-2A826FEA649C}"/>
              </a:ext>
            </a:extLst>
          </p:cNvPr>
          <p:cNvGrpSpPr/>
          <p:nvPr userDrawn="1"/>
        </p:nvGrpSpPr>
        <p:grpSpPr>
          <a:xfrm>
            <a:off x="9473526" y="3898740"/>
            <a:ext cx="966369" cy="966369"/>
            <a:chOff x="10818263" y="5270919"/>
            <a:chExt cx="966369" cy="966369"/>
          </a:xfrm>
          <a:solidFill>
            <a:schemeClr val="accent1"/>
          </a:solidFill>
        </p:grpSpPr>
        <p:sp>
          <p:nvSpPr>
            <p:cNvPr id="21" name="Rectangle 20">
              <a:extLst>
                <a:ext uri="{FF2B5EF4-FFF2-40B4-BE49-F238E27FC236}">
                  <a16:creationId xmlns:a16="http://schemas.microsoft.com/office/drawing/2014/main" id="{2229E661-CCC1-38BA-510A-E12C35A1C57C}"/>
                </a:ext>
              </a:extLst>
            </p:cNvPr>
            <p:cNvSpPr>
              <a:spLocks noChangeAspect="1"/>
            </p:cNvSpPr>
            <p:nvPr userDrawn="1"/>
          </p:nvSpPr>
          <p:spPr bwMode="gray">
            <a:xfrm rot="10800000" flipV="1">
              <a:off x="10818263" y="6015023"/>
              <a:ext cx="744104" cy="2222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22" name="Rectangle 21">
              <a:extLst>
                <a:ext uri="{FF2B5EF4-FFF2-40B4-BE49-F238E27FC236}">
                  <a16:creationId xmlns:a16="http://schemas.microsoft.com/office/drawing/2014/main" id="{C585367D-281C-DAB3-EA1E-6258D5853833}"/>
                </a:ext>
              </a:extLst>
            </p:cNvPr>
            <p:cNvSpPr>
              <a:spLocks noChangeAspect="1"/>
            </p:cNvSpPr>
            <p:nvPr userDrawn="1"/>
          </p:nvSpPr>
          <p:spPr bwMode="gray">
            <a:xfrm rot="10800000" flipV="1">
              <a:off x="11562367" y="5270919"/>
              <a:ext cx="222265" cy="744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grpSp>
        <p:nvGrpSpPr>
          <p:cNvPr id="23" name="Group 22">
            <a:extLst>
              <a:ext uri="{FF2B5EF4-FFF2-40B4-BE49-F238E27FC236}">
                <a16:creationId xmlns:a16="http://schemas.microsoft.com/office/drawing/2014/main" id="{D8C11AA1-77A8-D360-DB14-304C1ACEF7B4}"/>
              </a:ext>
            </a:extLst>
          </p:cNvPr>
          <p:cNvGrpSpPr/>
          <p:nvPr userDrawn="1"/>
        </p:nvGrpSpPr>
        <p:grpSpPr>
          <a:xfrm>
            <a:off x="9473526" y="2526561"/>
            <a:ext cx="966369" cy="966369"/>
            <a:chOff x="10818263" y="5270919"/>
            <a:chExt cx="966369" cy="966369"/>
          </a:xfrm>
          <a:solidFill>
            <a:schemeClr val="accent1"/>
          </a:solidFill>
        </p:grpSpPr>
        <p:sp>
          <p:nvSpPr>
            <p:cNvPr id="24" name="Rectangle 23">
              <a:extLst>
                <a:ext uri="{FF2B5EF4-FFF2-40B4-BE49-F238E27FC236}">
                  <a16:creationId xmlns:a16="http://schemas.microsoft.com/office/drawing/2014/main" id="{A070DF3E-A412-6798-2ADD-8802FA7C495E}"/>
                </a:ext>
              </a:extLst>
            </p:cNvPr>
            <p:cNvSpPr>
              <a:spLocks noChangeAspect="1"/>
            </p:cNvSpPr>
            <p:nvPr userDrawn="1"/>
          </p:nvSpPr>
          <p:spPr bwMode="gray">
            <a:xfrm rot="10800000" flipV="1">
              <a:off x="10818263" y="6015023"/>
              <a:ext cx="744104" cy="2222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25" name="Rectangle 24">
              <a:extLst>
                <a:ext uri="{FF2B5EF4-FFF2-40B4-BE49-F238E27FC236}">
                  <a16:creationId xmlns:a16="http://schemas.microsoft.com/office/drawing/2014/main" id="{322BFE77-0451-80E9-F77B-2F7A41D3747B}"/>
                </a:ext>
              </a:extLst>
            </p:cNvPr>
            <p:cNvSpPr>
              <a:spLocks noChangeAspect="1"/>
            </p:cNvSpPr>
            <p:nvPr userDrawn="1"/>
          </p:nvSpPr>
          <p:spPr bwMode="gray">
            <a:xfrm rot="10800000" flipV="1">
              <a:off x="11562367" y="5270919"/>
              <a:ext cx="222265" cy="744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grpSp>
        <p:nvGrpSpPr>
          <p:cNvPr id="26" name="Group 25">
            <a:extLst>
              <a:ext uri="{FF2B5EF4-FFF2-40B4-BE49-F238E27FC236}">
                <a16:creationId xmlns:a16="http://schemas.microsoft.com/office/drawing/2014/main" id="{8A39769B-2821-2FD3-0989-498129CED894}"/>
              </a:ext>
            </a:extLst>
          </p:cNvPr>
          <p:cNvGrpSpPr/>
          <p:nvPr userDrawn="1"/>
        </p:nvGrpSpPr>
        <p:grpSpPr>
          <a:xfrm>
            <a:off x="8128789" y="3898740"/>
            <a:ext cx="966369" cy="966369"/>
            <a:chOff x="10818263" y="5270919"/>
            <a:chExt cx="966369" cy="966369"/>
          </a:xfrm>
          <a:solidFill>
            <a:schemeClr val="accent1"/>
          </a:solidFill>
        </p:grpSpPr>
        <p:sp>
          <p:nvSpPr>
            <p:cNvPr id="27" name="Rectangle 26">
              <a:extLst>
                <a:ext uri="{FF2B5EF4-FFF2-40B4-BE49-F238E27FC236}">
                  <a16:creationId xmlns:a16="http://schemas.microsoft.com/office/drawing/2014/main" id="{E7CB8851-FE3F-0858-3D96-6352BDDA2951}"/>
                </a:ext>
              </a:extLst>
            </p:cNvPr>
            <p:cNvSpPr>
              <a:spLocks noChangeAspect="1"/>
            </p:cNvSpPr>
            <p:nvPr userDrawn="1"/>
          </p:nvSpPr>
          <p:spPr bwMode="gray">
            <a:xfrm rot="10800000" flipV="1">
              <a:off x="10818263" y="6015023"/>
              <a:ext cx="744104" cy="2222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28" name="Rectangle 27">
              <a:extLst>
                <a:ext uri="{FF2B5EF4-FFF2-40B4-BE49-F238E27FC236}">
                  <a16:creationId xmlns:a16="http://schemas.microsoft.com/office/drawing/2014/main" id="{77E8506A-4373-5081-D007-4B4AD0BE73F2}"/>
                </a:ext>
              </a:extLst>
            </p:cNvPr>
            <p:cNvSpPr>
              <a:spLocks noChangeAspect="1"/>
            </p:cNvSpPr>
            <p:nvPr userDrawn="1"/>
          </p:nvSpPr>
          <p:spPr bwMode="gray">
            <a:xfrm rot="10800000" flipV="1">
              <a:off x="11562367" y="5270919"/>
              <a:ext cx="222265" cy="744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grpSp>
        <p:nvGrpSpPr>
          <p:cNvPr id="29" name="Group 28">
            <a:extLst>
              <a:ext uri="{FF2B5EF4-FFF2-40B4-BE49-F238E27FC236}">
                <a16:creationId xmlns:a16="http://schemas.microsoft.com/office/drawing/2014/main" id="{BF2963DB-65A3-6AF8-C15D-81CB4A25FF56}"/>
              </a:ext>
            </a:extLst>
          </p:cNvPr>
          <p:cNvGrpSpPr/>
          <p:nvPr userDrawn="1"/>
        </p:nvGrpSpPr>
        <p:grpSpPr>
          <a:xfrm>
            <a:off x="8128789" y="2526561"/>
            <a:ext cx="966369" cy="966369"/>
            <a:chOff x="10818263" y="5270919"/>
            <a:chExt cx="966369" cy="966369"/>
          </a:xfrm>
          <a:solidFill>
            <a:schemeClr val="accent1"/>
          </a:solidFill>
        </p:grpSpPr>
        <p:sp>
          <p:nvSpPr>
            <p:cNvPr id="30" name="Rectangle 29">
              <a:extLst>
                <a:ext uri="{FF2B5EF4-FFF2-40B4-BE49-F238E27FC236}">
                  <a16:creationId xmlns:a16="http://schemas.microsoft.com/office/drawing/2014/main" id="{9FE17079-51A0-C69A-59AB-D8EEA8488C51}"/>
                </a:ext>
              </a:extLst>
            </p:cNvPr>
            <p:cNvSpPr>
              <a:spLocks noChangeAspect="1"/>
            </p:cNvSpPr>
            <p:nvPr userDrawn="1"/>
          </p:nvSpPr>
          <p:spPr bwMode="gray">
            <a:xfrm rot="10800000" flipV="1">
              <a:off x="10818263" y="6015023"/>
              <a:ext cx="744104" cy="2222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31" name="Rectangle 30">
              <a:extLst>
                <a:ext uri="{FF2B5EF4-FFF2-40B4-BE49-F238E27FC236}">
                  <a16:creationId xmlns:a16="http://schemas.microsoft.com/office/drawing/2014/main" id="{2AA57EB0-E8A3-2340-9C6B-0BD9B18A8281}"/>
                </a:ext>
              </a:extLst>
            </p:cNvPr>
            <p:cNvSpPr>
              <a:spLocks noChangeAspect="1"/>
            </p:cNvSpPr>
            <p:nvPr userDrawn="1"/>
          </p:nvSpPr>
          <p:spPr bwMode="gray">
            <a:xfrm rot="10800000" flipV="1">
              <a:off x="11562367" y="5270919"/>
              <a:ext cx="222265" cy="744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sp>
        <p:nvSpPr>
          <p:cNvPr id="10" name="Text Placeholder 10">
            <a:extLst>
              <a:ext uri="{FF2B5EF4-FFF2-40B4-BE49-F238E27FC236}">
                <a16:creationId xmlns:a16="http://schemas.microsoft.com/office/drawing/2014/main" id="{2CA61D65-9C5F-4547-248C-B4CABFC35E37}"/>
              </a:ext>
            </a:extLst>
          </p:cNvPr>
          <p:cNvSpPr>
            <a:spLocks noGrp="1"/>
          </p:cNvSpPr>
          <p:nvPr>
            <p:ph type="body" sz="quarter" idx="13" hasCustomPrompt="1"/>
          </p:nvPr>
        </p:nvSpPr>
        <p:spPr bwMode="invGray">
          <a:xfrm>
            <a:off x="407368" y="2913960"/>
            <a:ext cx="5472732" cy="2215991"/>
          </a:xfrm>
        </p:spPr>
        <p:txBody>
          <a:bodyPr wrap="square" anchor="t">
            <a:spAutoFit/>
          </a:bodyPr>
          <a:lstStyle>
            <a:lvl1pPr marL="0" indent="0" algn="l">
              <a:spcBef>
                <a:spcPts val="0"/>
              </a:spcBef>
              <a:buFont typeface="Skeena" panose="020B0604020202020204" pitchFamily="34" charset="0"/>
              <a:buNone/>
              <a:defRPr sz="4800" b="1">
                <a:solidFill>
                  <a:schemeClr val="bg1"/>
                </a:solidFill>
              </a:defRPr>
            </a:lvl1pPr>
            <a:lvl2pPr marL="0" indent="0" algn="l">
              <a:spcBef>
                <a:spcPts val="0"/>
              </a:spcBef>
              <a:buFont typeface="Skeena" panose="020B0604020202020204" pitchFamily="34" charset="0"/>
              <a:buNone/>
              <a:defRPr sz="4800" b="1">
                <a:solidFill>
                  <a:schemeClr val="bg1"/>
                </a:solidFill>
              </a:defRPr>
            </a:lvl2pPr>
            <a:lvl3pPr marL="0" indent="0" algn="l">
              <a:spcBef>
                <a:spcPts val="0"/>
              </a:spcBef>
              <a:buNone/>
              <a:defRPr sz="4800" b="1">
                <a:solidFill>
                  <a:schemeClr val="bg1"/>
                </a:solidFill>
              </a:defRPr>
            </a:lvl3pPr>
            <a:lvl4pPr marL="0" indent="0" algn="l">
              <a:spcBef>
                <a:spcPts val="0"/>
              </a:spcBef>
              <a:buNone/>
              <a:defRPr sz="4800" b="1">
                <a:solidFill>
                  <a:schemeClr val="bg1"/>
                </a:solidFill>
              </a:defRPr>
            </a:lvl4pPr>
            <a:lvl5pPr marL="0" indent="0" algn="l">
              <a:spcBef>
                <a:spcPts val="0"/>
              </a:spcBef>
              <a:buNone/>
              <a:defRPr sz="4800" b="1">
                <a:solidFill>
                  <a:schemeClr val="bg1"/>
                </a:solidFill>
              </a:defRPr>
            </a:lvl5pPr>
            <a:lvl6pPr marL="0" indent="0" algn="l">
              <a:spcBef>
                <a:spcPts val="0"/>
              </a:spcBef>
              <a:buNone/>
              <a:defRPr sz="4800" b="1">
                <a:solidFill>
                  <a:schemeClr val="bg1"/>
                </a:solidFill>
              </a:defRPr>
            </a:lvl6pPr>
            <a:lvl7pPr marL="0" indent="0" algn="l">
              <a:spcBef>
                <a:spcPts val="0"/>
              </a:spcBef>
              <a:buNone/>
              <a:defRPr sz="4800" b="1">
                <a:solidFill>
                  <a:schemeClr val="bg1"/>
                </a:solidFill>
              </a:defRPr>
            </a:lvl7pPr>
            <a:lvl8pPr marL="0" indent="0" algn="l">
              <a:spcBef>
                <a:spcPts val="0"/>
              </a:spcBef>
              <a:buNone/>
              <a:defRPr sz="4800" b="1">
                <a:solidFill>
                  <a:schemeClr val="bg1"/>
                </a:solidFill>
              </a:defRPr>
            </a:lvl8pPr>
            <a:lvl9pPr marL="0" indent="0" algn="l">
              <a:spcBef>
                <a:spcPts val="0"/>
              </a:spcBef>
              <a:buNone/>
              <a:defRPr sz="4800" b="1">
                <a:solidFill>
                  <a:schemeClr val="bg1"/>
                </a:solidFill>
              </a:defRPr>
            </a:lvl9pPr>
          </a:lstStyle>
          <a:p>
            <a:pPr lvl="0"/>
            <a:r>
              <a:rPr lang="de-DE" noProof="0"/>
              <a:t>Kapitelnamen durch Klicken bearbeiten</a:t>
            </a:r>
          </a:p>
        </p:txBody>
      </p:sp>
    </p:spTree>
    <p:extLst>
      <p:ext uri="{BB962C8B-B14F-4D97-AF65-F5344CB8AC3E}">
        <p14:creationId xmlns:p14="http://schemas.microsoft.com/office/powerpoint/2010/main" val="455463308"/>
      </p:ext>
    </p:extLst>
  </p:cSld>
  <p:clrMapOvr>
    <a:masterClrMapping/>
  </p:clrMapOvr>
  <p:extLst>
    <p:ext uri="{DCECCB84-F9BA-43D5-87BE-67443E8EF086}">
      <p15:sldGuideLst xmlns:p15="http://schemas.microsoft.com/office/powerpoint/2012/main"/>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 Kapiteltrennfolie mit hellem Bild (vollflächig)">
    <p:spTree>
      <p:nvGrpSpPr>
        <p:cNvPr id="1" name=""/>
        <p:cNvGrpSpPr/>
        <p:nvPr/>
      </p:nvGrpSpPr>
      <p:grpSpPr>
        <a:xfrm>
          <a:off x="0" y="0"/>
          <a:ext cx="0" cy="0"/>
          <a:chOff x="0" y="0"/>
          <a:chExt cx="0" cy="0"/>
        </a:xfrm>
      </p:grpSpPr>
      <p:sp>
        <p:nvSpPr>
          <p:cNvPr id="40" name="Picture Placeholder 17">
            <a:extLst>
              <a:ext uri="{FF2B5EF4-FFF2-40B4-BE49-F238E27FC236}">
                <a16:creationId xmlns:a16="http://schemas.microsoft.com/office/drawing/2014/main" id="{0D46E141-FAAF-E9A6-B1EB-37D5D14C4023}"/>
              </a:ext>
            </a:extLst>
          </p:cNvPr>
          <p:cNvSpPr>
            <a:spLocks noGrp="1"/>
          </p:cNvSpPr>
          <p:nvPr>
            <p:ph type="pic" sz="quarter" idx="22"/>
          </p:nvPr>
        </p:nvSpPr>
        <p:spPr bwMode="gray">
          <a:xfrm>
            <a:off x="0" y="1"/>
            <a:ext cx="12192000" cy="6858000"/>
          </a:xfrm>
          <a:solidFill>
            <a:schemeClr val="accent3"/>
          </a:solidFill>
        </p:spPr>
        <p:txBody>
          <a:bodyPr lIns="6408000" tIns="0" anchor="ctr"/>
          <a:lstStyle>
            <a:lvl1pPr algn="l">
              <a:spcBef>
                <a:spcPts val="0"/>
              </a:spcBef>
              <a:defRPr sz="1600" b="0">
                <a:solidFill>
                  <a:schemeClr val="tx1"/>
                </a:solidFill>
              </a:defRPr>
            </a:lvl1pPr>
          </a:lstStyle>
          <a:p>
            <a:r>
              <a:rPr lang="de-DE" noProof="0" dirty="0"/>
              <a:t>Bild durch Klicken auf Symbol hinzufügen</a:t>
            </a:r>
          </a:p>
        </p:txBody>
      </p:sp>
      <p:sp>
        <p:nvSpPr>
          <p:cNvPr id="9" name="Text Placeholder 10">
            <a:extLst>
              <a:ext uri="{FF2B5EF4-FFF2-40B4-BE49-F238E27FC236}">
                <a16:creationId xmlns:a16="http://schemas.microsoft.com/office/drawing/2014/main" id="{93827F3F-23F6-3143-81F1-510EE74CD825}"/>
              </a:ext>
            </a:extLst>
          </p:cNvPr>
          <p:cNvSpPr>
            <a:spLocks noGrp="1"/>
          </p:cNvSpPr>
          <p:nvPr>
            <p:ph type="body" sz="quarter" idx="12" hasCustomPrompt="1"/>
          </p:nvPr>
        </p:nvSpPr>
        <p:spPr bwMode="gray">
          <a:xfrm>
            <a:off x="371364" y="944724"/>
            <a:ext cx="2520000" cy="1728000"/>
          </a:xfrm>
        </p:spPr>
        <p:txBody>
          <a:bodyPr wrap="none" anchor="ctr">
            <a:noAutofit/>
          </a:bodyPr>
          <a:lstStyle>
            <a:lvl1pPr marL="0" indent="0" algn="l">
              <a:spcBef>
                <a:spcPts val="0"/>
              </a:spcBef>
              <a:buFont typeface="Skeena" panose="020B0604020202020204" pitchFamily="34" charset="0"/>
              <a:buNone/>
              <a:defRPr sz="15400" b="0">
                <a:solidFill>
                  <a:schemeClr val="accent1"/>
                </a:solidFill>
              </a:defRPr>
            </a:lvl1pPr>
            <a:lvl2pPr marL="0" indent="0" algn="l">
              <a:spcBef>
                <a:spcPts val="0"/>
              </a:spcBef>
              <a:buFont typeface="Skeena" panose="020B0604020202020204" pitchFamily="34" charset="0"/>
              <a:buNone/>
              <a:defRPr sz="15400" b="0">
                <a:solidFill>
                  <a:schemeClr val="accent1"/>
                </a:solidFill>
              </a:defRPr>
            </a:lvl2pPr>
            <a:lvl3pPr marL="0" indent="0" algn="l">
              <a:spcBef>
                <a:spcPts val="0"/>
              </a:spcBef>
              <a:buNone/>
              <a:defRPr sz="15400" b="0">
                <a:solidFill>
                  <a:schemeClr val="accent1"/>
                </a:solidFill>
              </a:defRPr>
            </a:lvl3pPr>
            <a:lvl4pPr marL="0" indent="0" algn="l">
              <a:spcBef>
                <a:spcPts val="0"/>
              </a:spcBef>
              <a:buNone/>
              <a:defRPr sz="15400" b="0">
                <a:solidFill>
                  <a:schemeClr val="accent1"/>
                </a:solidFill>
              </a:defRPr>
            </a:lvl4pPr>
            <a:lvl5pPr marL="0" indent="0" algn="l">
              <a:spcBef>
                <a:spcPts val="0"/>
              </a:spcBef>
              <a:buNone/>
              <a:defRPr sz="15400" b="0">
                <a:solidFill>
                  <a:schemeClr val="accent1"/>
                </a:solidFill>
              </a:defRPr>
            </a:lvl5pPr>
            <a:lvl6pPr marL="0" indent="0" algn="l">
              <a:spcBef>
                <a:spcPts val="0"/>
              </a:spcBef>
              <a:buNone/>
              <a:defRPr sz="15400" b="0">
                <a:solidFill>
                  <a:schemeClr val="accent1"/>
                </a:solidFill>
              </a:defRPr>
            </a:lvl6pPr>
            <a:lvl7pPr marL="0" indent="0" algn="l">
              <a:spcBef>
                <a:spcPts val="0"/>
              </a:spcBef>
              <a:buNone/>
              <a:defRPr sz="15400" b="0">
                <a:solidFill>
                  <a:schemeClr val="accent1"/>
                </a:solidFill>
              </a:defRPr>
            </a:lvl7pPr>
            <a:lvl8pPr marL="0" indent="0" algn="l">
              <a:spcBef>
                <a:spcPts val="0"/>
              </a:spcBef>
              <a:buNone/>
              <a:defRPr sz="15400" b="0">
                <a:solidFill>
                  <a:schemeClr val="accent1"/>
                </a:solidFill>
              </a:defRPr>
            </a:lvl8pPr>
            <a:lvl9pPr marL="0" indent="0" algn="l">
              <a:spcBef>
                <a:spcPts val="0"/>
              </a:spcBef>
              <a:buNone/>
              <a:defRPr sz="15400" b="0">
                <a:solidFill>
                  <a:schemeClr val="accent1"/>
                </a:solidFill>
              </a:defRPr>
            </a:lvl9pPr>
          </a:lstStyle>
          <a:p>
            <a:pPr lvl="0"/>
            <a:r>
              <a:rPr lang="de-DE" noProof="0"/>
              <a:t>0X</a:t>
            </a:r>
          </a:p>
        </p:txBody>
      </p:sp>
      <p:sp>
        <p:nvSpPr>
          <p:cNvPr id="12" name="Text Placeholder 10">
            <a:extLst>
              <a:ext uri="{FF2B5EF4-FFF2-40B4-BE49-F238E27FC236}">
                <a16:creationId xmlns:a16="http://schemas.microsoft.com/office/drawing/2014/main" id="{6AD71E6C-5977-77A5-DEBC-7C6A150904F7}"/>
              </a:ext>
            </a:extLst>
          </p:cNvPr>
          <p:cNvSpPr>
            <a:spLocks noGrp="1"/>
          </p:cNvSpPr>
          <p:nvPr>
            <p:ph type="body" sz="quarter" idx="23" hasCustomPrompt="1"/>
          </p:nvPr>
        </p:nvSpPr>
        <p:spPr bwMode="gray">
          <a:xfrm>
            <a:off x="9061233" y="316267"/>
            <a:ext cx="2723399" cy="306000"/>
          </a:xfrm>
          <a:blipFill>
            <a:blip r:embed="rId2"/>
            <a:stretch>
              <a:fillRect/>
            </a:stretch>
          </a:blipFill>
        </p:spPr>
        <p:txBody>
          <a:bodyPr/>
          <a:lstStyle>
            <a:lvl1pPr marL="0" indent="0">
              <a:spcBef>
                <a:spcPts val="0"/>
              </a:spcBef>
              <a:buFont typeface="Skeena" panose="020B0604020202020204" pitchFamily="34" charset="0"/>
              <a:buNone/>
              <a:defRPr sz="100" b="0">
                <a:noFill/>
              </a:defRPr>
            </a:lvl1pPr>
            <a:lvl2pPr marL="0" indent="0">
              <a:spcBef>
                <a:spcPts val="0"/>
              </a:spcBef>
              <a:buFont typeface="Skeena" panose="020B0604020202020204" pitchFamily="34" charset="0"/>
              <a:buNone/>
              <a:defRPr sz="100" b="0">
                <a:noFill/>
              </a:defRPr>
            </a:lvl2pPr>
            <a:lvl3pPr marL="0" indent="0">
              <a:spcBef>
                <a:spcPts val="0"/>
              </a:spcBef>
              <a:buNone/>
              <a:defRPr sz="100" b="0">
                <a:noFill/>
              </a:defRPr>
            </a:lvl3pPr>
            <a:lvl4pPr marL="0" indent="0">
              <a:spcBef>
                <a:spcPts val="0"/>
              </a:spcBef>
              <a:buNone/>
              <a:defRPr sz="100" b="0">
                <a:noFill/>
              </a:defRPr>
            </a:lvl4pPr>
            <a:lvl5pPr marL="0" indent="0">
              <a:spcBef>
                <a:spcPts val="0"/>
              </a:spcBef>
              <a:buNone/>
              <a:defRPr sz="100" b="0">
                <a:noFill/>
              </a:defRPr>
            </a:lvl5pPr>
            <a:lvl6pPr marL="0" indent="0">
              <a:spcBef>
                <a:spcPts val="0"/>
              </a:spcBef>
              <a:buNone/>
              <a:defRPr sz="100" b="0">
                <a:noFill/>
              </a:defRPr>
            </a:lvl6pPr>
            <a:lvl7pPr marL="0" indent="0">
              <a:spcBef>
                <a:spcPts val="0"/>
              </a:spcBef>
              <a:buNone/>
              <a:defRPr sz="100" b="0">
                <a:noFill/>
              </a:defRPr>
            </a:lvl7pPr>
            <a:lvl8pPr marL="0" indent="0">
              <a:spcBef>
                <a:spcPts val="0"/>
              </a:spcBef>
              <a:buNone/>
              <a:defRPr sz="100" b="0">
                <a:noFill/>
              </a:defRPr>
            </a:lvl8pPr>
            <a:lvl9pPr marL="0" indent="0">
              <a:spcBef>
                <a:spcPts val="0"/>
              </a:spcBef>
              <a:buNone/>
              <a:defRPr sz="100" b="0">
                <a:noFill/>
              </a:defRPr>
            </a:lvl9pPr>
          </a:lstStyle>
          <a:p>
            <a:pPr lvl="0"/>
            <a:r>
              <a:rPr lang="de-DE" noProof="0"/>
              <a:t> </a:t>
            </a:r>
          </a:p>
        </p:txBody>
      </p:sp>
      <p:sp>
        <p:nvSpPr>
          <p:cNvPr id="10" name="Text Placeholder 10">
            <a:extLst>
              <a:ext uri="{FF2B5EF4-FFF2-40B4-BE49-F238E27FC236}">
                <a16:creationId xmlns:a16="http://schemas.microsoft.com/office/drawing/2014/main" id="{2CA61D65-9C5F-4547-248C-B4CABFC35E37}"/>
              </a:ext>
            </a:extLst>
          </p:cNvPr>
          <p:cNvSpPr>
            <a:spLocks noGrp="1"/>
          </p:cNvSpPr>
          <p:nvPr>
            <p:ph type="body" sz="quarter" idx="13" hasCustomPrompt="1"/>
          </p:nvPr>
        </p:nvSpPr>
        <p:spPr bwMode="gray">
          <a:xfrm>
            <a:off x="407368" y="2913960"/>
            <a:ext cx="5472732" cy="2215991"/>
          </a:xfrm>
        </p:spPr>
        <p:txBody>
          <a:bodyPr wrap="square" anchor="t">
            <a:spAutoFit/>
          </a:bodyPr>
          <a:lstStyle>
            <a:lvl1pPr marL="0" indent="0" algn="l">
              <a:spcBef>
                <a:spcPts val="0"/>
              </a:spcBef>
              <a:buFont typeface="Skeena" panose="020B0604020202020204" pitchFamily="34" charset="0"/>
              <a:buNone/>
              <a:defRPr sz="4800" b="1">
                <a:solidFill>
                  <a:schemeClr val="tx1"/>
                </a:solidFill>
              </a:defRPr>
            </a:lvl1pPr>
            <a:lvl2pPr marL="0" indent="0" algn="l">
              <a:spcBef>
                <a:spcPts val="0"/>
              </a:spcBef>
              <a:buFont typeface="Skeena" panose="020B0604020202020204" pitchFamily="34" charset="0"/>
              <a:buNone/>
              <a:defRPr sz="4800" b="1">
                <a:solidFill>
                  <a:schemeClr val="tx1"/>
                </a:solidFill>
              </a:defRPr>
            </a:lvl2pPr>
            <a:lvl3pPr marL="0" indent="0" algn="l">
              <a:spcBef>
                <a:spcPts val="0"/>
              </a:spcBef>
              <a:buNone/>
              <a:defRPr sz="4800" b="1">
                <a:solidFill>
                  <a:schemeClr val="tx1"/>
                </a:solidFill>
              </a:defRPr>
            </a:lvl3pPr>
            <a:lvl4pPr marL="0" indent="0" algn="l">
              <a:spcBef>
                <a:spcPts val="0"/>
              </a:spcBef>
              <a:buNone/>
              <a:defRPr sz="4800" b="1">
                <a:solidFill>
                  <a:schemeClr val="tx1"/>
                </a:solidFill>
              </a:defRPr>
            </a:lvl4pPr>
            <a:lvl5pPr marL="0" indent="0" algn="l">
              <a:spcBef>
                <a:spcPts val="0"/>
              </a:spcBef>
              <a:buNone/>
              <a:defRPr sz="4800" b="1">
                <a:solidFill>
                  <a:schemeClr val="tx1"/>
                </a:solidFill>
              </a:defRPr>
            </a:lvl5pPr>
            <a:lvl6pPr marL="0" indent="0" algn="l">
              <a:spcBef>
                <a:spcPts val="0"/>
              </a:spcBef>
              <a:buNone/>
              <a:defRPr sz="4800" b="1">
                <a:solidFill>
                  <a:schemeClr val="tx1"/>
                </a:solidFill>
              </a:defRPr>
            </a:lvl6pPr>
            <a:lvl7pPr marL="0" indent="0" algn="l">
              <a:spcBef>
                <a:spcPts val="0"/>
              </a:spcBef>
              <a:buNone/>
              <a:defRPr sz="4800" b="1">
                <a:solidFill>
                  <a:schemeClr val="tx1"/>
                </a:solidFill>
              </a:defRPr>
            </a:lvl7pPr>
            <a:lvl8pPr marL="0" indent="0" algn="l">
              <a:spcBef>
                <a:spcPts val="0"/>
              </a:spcBef>
              <a:buNone/>
              <a:defRPr sz="4800" b="1">
                <a:solidFill>
                  <a:schemeClr val="tx1"/>
                </a:solidFill>
              </a:defRPr>
            </a:lvl8pPr>
            <a:lvl9pPr marL="0" indent="0" algn="l">
              <a:spcBef>
                <a:spcPts val="0"/>
              </a:spcBef>
              <a:buNone/>
              <a:defRPr sz="4800" b="1">
                <a:solidFill>
                  <a:schemeClr val="tx1"/>
                </a:solidFill>
              </a:defRPr>
            </a:lvl9pPr>
          </a:lstStyle>
          <a:p>
            <a:pPr lvl="0"/>
            <a:r>
              <a:rPr lang="de-DE" noProof="0"/>
              <a:t>Kapitelnamen durch Klicken bearbeiten</a:t>
            </a:r>
          </a:p>
        </p:txBody>
      </p:sp>
    </p:spTree>
    <p:extLst>
      <p:ext uri="{BB962C8B-B14F-4D97-AF65-F5344CB8AC3E}">
        <p14:creationId xmlns:p14="http://schemas.microsoft.com/office/powerpoint/2010/main" val="2206276424"/>
      </p:ext>
    </p:extLst>
  </p:cSld>
  <p:clrMapOvr>
    <a:masterClrMapping/>
  </p:clrMapOvr>
  <p:extLst>
    <p:ext uri="{DCECCB84-F9BA-43D5-87BE-67443E8EF086}">
      <p15:sldGuideLst xmlns:p15="http://schemas.microsoft.com/office/powerpoint/2012/main"/>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 Kapiteltrennfolie mit dunklem Bild (vollflächig)">
    <p:spTree>
      <p:nvGrpSpPr>
        <p:cNvPr id="1" name=""/>
        <p:cNvGrpSpPr/>
        <p:nvPr/>
      </p:nvGrpSpPr>
      <p:grpSpPr>
        <a:xfrm>
          <a:off x="0" y="0"/>
          <a:ext cx="0" cy="0"/>
          <a:chOff x="0" y="0"/>
          <a:chExt cx="0" cy="0"/>
        </a:xfrm>
      </p:grpSpPr>
      <p:sp>
        <p:nvSpPr>
          <p:cNvPr id="40" name="Picture Placeholder 17">
            <a:extLst>
              <a:ext uri="{FF2B5EF4-FFF2-40B4-BE49-F238E27FC236}">
                <a16:creationId xmlns:a16="http://schemas.microsoft.com/office/drawing/2014/main" id="{0D46E141-FAAF-E9A6-B1EB-37D5D14C4023}"/>
              </a:ext>
            </a:extLst>
          </p:cNvPr>
          <p:cNvSpPr>
            <a:spLocks noGrp="1"/>
          </p:cNvSpPr>
          <p:nvPr>
            <p:ph type="pic" sz="quarter" idx="22"/>
          </p:nvPr>
        </p:nvSpPr>
        <p:spPr bwMode="gray">
          <a:xfrm>
            <a:off x="0" y="1"/>
            <a:ext cx="12192000" cy="6858000"/>
          </a:xfrm>
          <a:solidFill>
            <a:schemeClr val="tx2"/>
          </a:solidFill>
        </p:spPr>
        <p:txBody>
          <a:bodyPr lIns="6408000" tIns="0" anchor="ctr"/>
          <a:lstStyle>
            <a:lvl1pPr algn="l">
              <a:spcBef>
                <a:spcPts val="0"/>
              </a:spcBef>
              <a:defRPr sz="1600" b="0">
                <a:solidFill>
                  <a:schemeClr val="bg1"/>
                </a:solidFill>
              </a:defRPr>
            </a:lvl1pPr>
          </a:lstStyle>
          <a:p>
            <a:r>
              <a:rPr lang="de-DE" noProof="0" dirty="0"/>
              <a:t>Bild durch Klicken auf Symbol hinzufügen</a:t>
            </a:r>
          </a:p>
        </p:txBody>
      </p:sp>
      <p:sp>
        <p:nvSpPr>
          <p:cNvPr id="9" name="Text Placeholder 10">
            <a:extLst>
              <a:ext uri="{FF2B5EF4-FFF2-40B4-BE49-F238E27FC236}">
                <a16:creationId xmlns:a16="http://schemas.microsoft.com/office/drawing/2014/main" id="{93827F3F-23F6-3143-81F1-510EE74CD825}"/>
              </a:ext>
            </a:extLst>
          </p:cNvPr>
          <p:cNvSpPr>
            <a:spLocks noGrp="1"/>
          </p:cNvSpPr>
          <p:nvPr>
            <p:ph type="body" sz="quarter" idx="12" hasCustomPrompt="1"/>
          </p:nvPr>
        </p:nvSpPr>
        <p:spPr bwMode="gray">
          <a:xfrm>
            <a:off x="371364" y="944724"/>
            <a:ext cx="2520000" cy="1728000"/>
          </a:xfrm>
        </p:spPr>
        <p:txBody>
          <a:bodyPr wrap="none" anchor="ctr">
            <a:noAutofit/>
          </a:bodyPr>
          <a:lstStyle>
            <a:lvl1pPr marL="0" indent="0" algn="l">
              <a:spcBef>
                <a:spcPts val="0"/>
              </a:spcBef>
              <a:buFont typeface="Skeena" panose="020B0604020202020204" pitchFamily="34" charset="0"/>
              <a:buNone/>
              <a:defRPr sz="15400" b="0">
                <a:solidFill>
                  <a:schemeClr val="bg1"/>
                </a:solidFill>
              </a:defRPr>
            </a:lvl1pPr>
            <a:lvl2pPr marL="0" indent="0" algn="l">
              <a:spcBef>
                <a:spcPts val="0"/>
              </a:spcBef>
              <a:buFont typeface="Skeena" panose="020B0604020202020204" pitchFamily="34" charset="0"/>
              <a:buNone/>
              <a:defRPr sz="15400" b="0">
                <a:solidFill>
                  <a:schemeClr val="bg1"/>
                </a:solidFill>
              </a:defRPr>
            </a:lvl2pPr>
            <a:lvl3pPr marL="0" indent="0" algn="l">
              <a:spcBef>
                <a:spcPts val="0"/>
              </a:spcBef>
              <a:buNone/>
              <a:defRPr sz="15400" b="0">
                <a:solidFill>
                  <a:schemeClr val="bg1"/>
                </a:solidFill>
              </a:defRPr>
            </a:lvl3pPr>
            <a:lvl4pPr marL="0" indent="0" algn="l">
              <a:spcBef>
                <a:spcPts val="0"/>
              </a:spcBef>
              <a:buNone/>
              <a:defRPr sz="15400" b="0">
                <a:solidFill>
                  <a:schemeClr val="bg1"/>
                </a:solidFill>
              </a:defRPr>
            </a:lvl4pPr>
            <a:lvl5pPr marL="0" indent="0" algn="l">
              <a:spcBef>
                <a:spcPts val="0"/>
              </a:spcBef>
              <a:buNone/>
              <a:defRPr sz="15400" b="0">
                <a:solidFill>
                  <a:schemeClr val="bg1"/>
                </a:solidFill>
              </a:defRPr>
            </a:lvl5pPr>
            <a:lvl6pPr marL="0" indent="0" algn="l">
              <a:spcBef>
                <a:spcPts val="0"/>
              </a:spcBef>
              <a:buNone/>
              <a:defRPr sz="15400" b="0">
                <a:solidFill>
                  <a:schemeClr val="bg1"/>
                </a:solidFill>
              </a:defRPr>
            </a:lvl6pPr>
            <a:lvl7pPr marL="0" indent="0" algn="l">
              <a:spcBef>
                <a:spcPts val="0"/>
              </a:spcBef>
              <a:buNone/>
              <a:defRPr sz="15400" b="0">
                <a:solidFill>
                  <a:schemeClr val="bg1"/>
                </a:solidFill>
              </a:defRPr>
            </a:lvl7pPr>
            <a:lvl8pPr marL="0" indent="0" algn="l">
              <a:spcBef>
                <a:spcPts val="0"/>
              </a:spcBef>
              <a:buNone/>
              <a:defRPr sz="15400" b="0">
                <a:solidFill>
                  <a:schemeClr val="bg1"/>
                </a:solidFill>
              </a:defRPr>
            </a:lvl8pPr>
            <a:lvl9pPr marL="0" indent="0" algn="l">
              <a:spcBef>
                <a:spcPts val="0"/>
              </a:spcBef>
              <a:buNone/>
              <a:defRPr sz="15400" b="0">
                <a:solidFill>
                  <a:schemeClr val="bg1"/>
                </a:solidFill>
              </a:defRPr>
            </a:lvl9pPr>
          </a:lstStyle>
          <a:p>
            <a:pPr lvl="0"/>
            <a:r>
              <a:rPr lang="de-DE" noProof="0"/>
              <a:t>0X</a:t>
            </a:r>
          </a:p>
        </p:txBody>
      </p:sp>
      <p:sp>
        <p:nvSpPr>
          <p:cNvPr id="12" name="Text Placeholder 10">
            <a:extLst>
              <a:ext uri="{FF2B5EF4-FFF2-40B4-BE49-F238E27FC236}">
                <a16:creationId xmlns:a16="http://schemas.microsoft.com/office/drawing/2014/main" id="{6AD71E6C-5977-77A5-DEBC-7C6A150904F7}"/>
              </a:ext>
            </a:extLst>
          </p:cNvPr>
          <p:cNvSpPr>
            <a:spLocks noGrp="1"/>
          </p:cNvSpPr>
          <p:nvPr>
            <p:ph type="body" sz="quarter" idx="23" hasCustomPrompt="1"/>
          </p:nvPr>
        </p:nvSpPr>
        <p:spPr bwMode="gray">
          <a:xfrm>
            <a:off x="9061233" y="316267"/>
            <a:ext cx="2723399" cy="306000"/>
          </a:xfrm>
          <a:blipFill>
            <a:blip r:embed="rId2"/>
            <a:stretch>
              <a:fillRect/>
            </a:stretch>
          </a:blipFill>
        </p:spPr>
        <p:txBody>
          <a:bodyPr/>
          <a:lstStyle>
            <a:lvl1pPr marL="0" indent="0">
              <a:spcBef>
                <a:spcPts val="0"/>
              </a:spcBef>
              <a:buFont typeface="Skeena" panose="020B0604020202020204" pitchFamily="34" charset="0"/>
              <a:buNone/>
              <a:defRPr sz="100" b="0">
                <a:noFill/>
              </a:defRPr>
            </a:lvl1pPr>
            <a:lvl2pPr marL="0" indent="0">
              <a:spcBef>
                <a:spcPts val="0"/>
              </a:spcBef>
              <a:buFont typeface="Skeena" panose="020B0604020202020204" pitchFamily="34" charset="0"/>
              <a:buNone/>
              <a:defRPr sz="100" b="0">
                <a:noFill/>
              </a:defRPr>
            </a:lvl2pPr>
            <a:lvl3pPr marL="0" indent="0">
              <a:spcBef>
                <a:spcPts val="0"/>
              </a:spcBef>
              <a:buNone/>
              <a:defRPr sz="100" b="0">
                <a:noFill/>
              </a:defRPr>
            </a:lvl3pPr>
            <a:lvl4pPr marL="0" indent="0">
              <a:spcBef>
                <a:spcPts val="0"/>
              </a:spcBef>
              <a:buNone/>
              <a:defRPr sz="100" b="0">
                <a:noFill/>
              </a:defRPr>
            </a:lvl4pPr>
            <a:lvl5pPr marL="0" indent="0">
              <a:spcBef>
                <a:spcPts val="0"/>
              </a:spcBef>
              <a:buNone/>
              <a:defRPr sz="100" b="0">
                <a:noFill/>
              </a:defRPr>
            </a:lvl5pPr>
            <a:lvl6pPr marL="0" indent="0">
              <a:spcBef>
                <a:spcPts val="0"/>
              </a:spcBef>
              <a:buNone/>
              <a:defRPr sz="100" b="0">
                <a:noFill/>
              </a:defRPr>
            </a:lvl6pPr>
            <a:lvl7pPr marL="0" indent="0">
              <a:spcBef>
                <a:spcPts val="0"/>
              </a:spcBef>
              <a:buNone/>
              <a:defRPr sz="100" b="0">
                <a:noFill/>
              </a:defRPr>
            </a:lvl7pPr>
            <a:lvl8pPr marL="0" indent="0">
              <a:spcBef>
                <a:spcPts val="0"/>
              </a:spcBef>
              <a:buNone/>
              <a:defRPr sz="100" b="0">
                <a:noFill/>
              </a:defRPr>
            </a:lvl8pPr>
            <a:lvl9pPr marL="0" indent="0">
              <a:spcBef>
                <a:spcPts val="0"/>
              </a:spcBef>
              <a:buNone/>
              <a:defRPr sz="100" b="0">
                <a:noFill/>
              </a:defRPr>
            </a:lvl9pPr>
          </a:lstStyle>
          <a:p>
            <a:pPr lvl="0"/>
            <a:r>
              <a:rPr lang="de-DE" noProof="0"/>
              <a:t> </a:t>
            </a:r>
          </a:p>
        </p:txBody>
      </p:sp>
      <p:sp>
        <p:nvSpPr>
          <p:cNvPr id="10" name="Text Placeholder 10">
            <a:extLst>
              <a:ext uri="{FF2B5EF4-FFF2-40B4-BE49-F238E27FC236}">
                <a16:creationId xmlns:a16="http://schemas.microsoft.com/office/drawing/2014/main" id="{2CA61D65-9C5F-4547-248C-B4CABFC35E37}"/>
              </a:ext>
            </a:extLst>
          </p:cNvPr>
          <p:cNvSpPr>
            <a:spLocks noGrp="1"/>
          </p:cNvSpPr>
          <p:nvPr>
            <p:ph type="body" sz="quarter" idx="13" hasCustomPrompt="1"/>
          </p:nvPr>
        </p:nvSpPr>
        <p:spPr bwMode="gray">
          <a:xfrm>
            <a:off x="407368" y="2913960"/>
            <a:ext cx="5472732" cy="2215991"/>
          </a:xfrm>
        </p:spPr>
        <p:txBody>
          <a:bodyPr wrap="square" anchor="t">
            <a:spAutoFit/>
          </a:bodyPr>
          <a:lstStyle>
            <a:lvl1pPr marL="0" indent="0" algn="l">
              <a:spcBef>
                <a:spcPts val="0"/>
              </a:spcBef>
              <a:buFont typeface="Skeena" panose="020B0604020202020204" pitchFamily="34" charset="0"/>
              <a:buNone/>
              <a:defRPr sz="4800" b="1">
                <a:solidFill>
                  <a:schemeClr val="bg1"/>
                </a:solidFill>
              </a:defRPr>
            </a:lvl1pPr>
            <a:lvl2pPr marL="0" indent="0" algn="l">
              <a:spcBef>
                <a:spcPts val="0"/>
              </a:spcBef>
              <a:buFont typeface="Skeena" panose="020B0604020202020204" pitchFamily="34" charset="0"/>
              <a:buNone/>
              <a:defRPr sz="4800" b="1">
                <a:solidFill>
                  <a:schemeClr val="bg1"/>
                </a:solidFill>
              </a:defRPr>
            </a:lvl2pPr>
            <a:lvl3pPr marL="0" indent="0" algn="l">
              <a:spcBef>
                <a:spcPts val="0"/>
              </a:spcBef>
              <a:buNone/>
              <a:defRPr sz="4800" b="1">
                <a:solidFill>
                  <a:schemeClr val="bg1"/>
                </a:solidFill>
              </a:defRPr>
            </a:lvl3pPr>
            <a:lvl4pPr marL="0" indent="0" algn="l">
              <a:spcBef>
                <a:spcPts val="0"/>
              </a:spcBef>
              <a:buNone/>
              <a:defRPr sz="4800" b="1">
                <a:solidFill>
                  <a:schemeClr val="bg1"/>
                </a:solidFill>
              </a:defRPr>
            </a:lvl4pPr>
            <a:lvl5pPr marL="0" indent="0" algn="l">
              <a:spcBef>
                <a:spcPts val="0"/>
              </a:spcBef>
              <a:buNone/>
              <a:defRPr sz="4800" b="1">
                <a:solidFill>
                  <a:schemeClr val="bg1"/>
                </a:solidFill>
              </a:defRPr>
            </a:lvl5pPr>
            <a:lvl6pPr marL="0" indent="0" algn="l">
              <a:spcBef>
                <a:spcPts val="0"/>
              </a:spcBef>
              <a:buNone/>
              <a:defRPr sz="4800" b="1">
                <a:solidFill>
                  <a:schemeClr val="bg1"/>
                </a:solidFill>
              </a:defRPr>
            </a:lvl6pPr>
            <a:lvl7pPr marL="0" indent="0" algn="l">
              <a:spcBef>
                <a:spcPts val="0"/>
              </a:spcBef>
              <a:buNone/>
              <a:defRPr sz="4800" b="1">
                <a:solidFill>
                  <a:schemeClr val="bg1"/>
                </a:solidFill>
              </a:defRPr>
            </a:lvl7pPr>
            <a:lvl8pPr marL="0" indent="0" algn="l">
              <a:spcBef>
                <a:spcPts val="0"/>
              </a:spcBef>
              <a:buNone/>
              <a:defRPr sz="4800" b="1">
                <a:solidFill>
                  <a:schemeClr val="bg1"/>
                </a:solidFill>
              </a:defRPr>
            </a:lvl8pPr>
            <a:lvl9pPr marL="0" indent="0" algn="l">
              <a:spcBef>
                <a:spcPts val="0"/>
              </a:spcBef>
              <a:buNone/>
              <a:defRPr sz="4800" b="1">
                <a:solidFill>
                  <a:schemeClr val="bg1"/>
                </a:solidFill>
              </a:defRPr>
            </a:lvl9pPr>
          </a:lstStyle>
          <a:p>
            <a:pPr lvl="0"/>
            <a:r>
              <a:rPr lang="de-DE" noProof="0"/>
              <a:t>Kapitelnamen durch Klicken bearbeiten</a:t>
            </a:r>
          </a:p>
        </p:txBody>
      </p:sp>
    </p:spTree>
    <p:extLst>
      <p:ext uri="{BB962C8B-B14F-4D97-AF65-F5344CB8AC3E}">
        <p14:creationId xmlns:p14="http://schemas.microsoft.com/office/powerpoint/2010/main" val="3295983152"/>
      </p:ext>
    </p:extLst>
  </p:cSld>
  <p:clrMapOvr>
    <a:masterClrMapping/>
  </p:clrMapOvr>
  <p:extLst>
    <p:ext uri="{DCECCB84-F9BA-43D5-87BE-67443E8EF086}">
      <p15:sldGuideLst xmlns:p15="http://schemas.microsoft.com/office/powerpoint/2012/main"/>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 Nur Tite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572F5-E83A-3E87-215C-6FDF1BCF28E6}"/>
              </a:ext>
            </a:extLst>
          </p:cNvPr>
          <p:cNvSpPr>
            <a:spLocks noGrp="1"/>
          </p:cNvSpPr>
          <p:nvPr>
            <p:ph type="title" hasCustomPrompt="1"/>
          </p:nvPr>
        </p:nvSpPr>
        <p:spPr bwMode="invGray"/>
        <p:txBody>
          <a:bodyPr/>
          <a:lstStyle/>
          <a:p>
            <a:r>
              <a:rPr lang="de-DE" noProof="0"/>
              <a:t>Folientitel durch Klicken bearbeiten </a:t>
            </a:r>
            <a:br>
              <a:rPr lang="de-DE" noProof="0"/>
            </a:br>
            <a:r>
              <a:rPr lang="de-DE" noProof="0"/>
              <a:t>(maximal zweizeilig)</a:t>
            </a:r>
          </a:p>
        </p:txBody>
      </p:sp>
      <p:sp>
        <p:nvSpPr>
          <p:cNvPr id="3" name="Footer Placeholder 2">
            <a:extLst>
              <a:ext uri="{FF2B5EF4-FFF2-40B4-BE49-F238E27FC236}">
                <a16:creationId xmlns:a16="http://schemas.microsoft.com/office/drawing/2014/main" id="{380B7BAE-6840-9842-1720-11CF2479686A}"/>
              </a:ext>
            </a:extLst>
          </p:cNvPr>
          <p:cNvSpPr>
            <a:spLocks noGrp="1"/>
          </p:cNvSpPr>
          <p:nvPr>
            <p:ph type="ftr" sz="quarter" idx="10"/>
          </p:nvPr>
        </p:nvSpPr>
        <p:spPr bwMode="invGray"/>
        <p:txBody>
          <a:bodyPr/>
          <a:lstStyle/>
          <a:p>
            <a:r>
              <a:rPr lang="de-DE" noProof="0"/>
              <a:t>Hier steht der übergeordnete Präsentationstitel (Einfügen → Kopf- und Fußzeile)</a:t>
            </a:r>
          </a:p>
        </p:txBody>
      </p:sp>
      <p:sp>
        <p:nvSpPr>
          <p:cNvPr id="4" name="Slide Number Placeholder 3">
            <a:extLst>
              <a:ext uri="{FF2B5EF4-FFF2-40B4-BE49-F238E27FC236}">
                <a16:creationId xmlns:a16="http://schemas.microsoft.com/office/drawing/2014/main" id="{51B88120-E8B7-C426-477A-56804F99DB5C}"/>
              </a:ext>
            </a:extLst>
          </p:cNvPr>
          <p:cNvSpPr>
            <a:spLocks noGrp="1"/>
          </p:cNvSpPr>
          <p:nvPr>
            <p:ph type="sldNum" sz="quarter" idx="11"/>
          </p:nvPr>
        </p:nvSpPr>
        <p:spPr bwMode="invGray"/>
        <p:txBody>
          <a:bodyPr/>
          <a:lstStyle/>
          <a:p>
            <a:fld id="{5438FF58-A5B1-455A-BA0C-D8E0E4C71076}" type="slidenum">
              <a:rPr lang="de-DE" noProof="0" smtClean="0"/>
              <a:pPr/>
              <a:t>‹#›</a:t>
            </a:fld>
            <a:endParaRPr lang="de-DE" noProof="0"/>
          </a:p>
        </p:txBody>
      </p:sp>
    </p:spTree>
    <p:extLst>
      <p:ext uri="{BB962C8B-B14F-4D97-AF65-F5344CB8AC3E}">
        <p14:creationId xmlns:p14="http://schemas.microsoft.com/office/powerpoint/2010/main" val="266733744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 Titel und Text 01 (einspalti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572F5-E83A-3E87-215C-6FDF1BCF28E6}"/>
              </a:ext>
            </a:extLst>
          </p:cNvPr>
          <p:cNvSpPr>
            <a:spLocks noGrp="1"/>
          </p:cNvSpPr>
          <p:nvPr>
            <p:ph type="title" hasCustomPrompt="1"/>
          </p:nvPr>
        </p:nvSpPr>
        <p:spPr bwMode="invGray"/>
        <p:txBody>
          <a:bodyPr/>
          <a:lstStyle/>
          <a:p>
            <a:r>
              <a:rPr lang="de-DE" noProof="0"/>
              <a:t>Folientitel durch Klicken bearbeiten </a:t>
            </a:r>
            <a:br>
              <a:rPr lang="de-DE" noProof="0"/>
            </a:br>
            <a:r>
              <a:rPr lang="de-DE" noProof="0"/>
              <a:t>(maximal zweizeilig)</a:t>
            </a:r>
          </a:p>
        </p:txBody>
      </p:sp>
      <p:sp>
        <p:nvSpPr>
          <p:cNvPr id="3" name="Footer Placeholder 2">
            <a:extLst>
              <a:ext uri="{FF2B5EF4-FFF2-40B4-BE49-F238E27FC236}">
                <a16:creationId xmlns:a16="http://schemas.microsoft.com/office/drawing/2014/main" id="{380B7BAE-6840-9842-1720-11CF2479686A}"/>
              </a:ext>
            </a:extLst>
          </p:cNvPr>
          <p:cNvSpPr>
            <a:spLocks noGrp="1"/>
          </p:cNvSpPr>
          <p:nvPr>
            <p:ph type="ftr" sz="quarter" idx="10"/>
          </p:nvPr>
        </p:nvSpPr>
        <p:spPr bwMode="invGray"/>
        <p:txBody>
          <a:bodyPr/>
          <a:lstStyle/>
          <a:p>
            <a:r>
              <a:rPr lang="de-DE" noProof="0"/>
              <a:t>Hier steht der übergeordnete Präsentationstitel (Einfügen → Kopf- und Fußzeile)</a:t>
            </a:r>
          </a:p>
        </p:txBody>
      </p:sp>
      <p:sp>
        <p:nvSpPr>
          <p:cNvPr id="4" name="Slide Number Placeholder 3">
            <a:extLst>
              <a:ext uri="{FF2B5EF4-FFF2-40B4-BE49-F238E27FC236}">
                <a16:creationId xmlns:a16="http://schemas.microsoft.com/office/drawing/2014/main" id="{51B88120-E8B7-C426-477A-56804F99DB5C}"/>
              </a:ext>
            </a:extLst>
          </p:cNvPr>
          <p:cNvSpPr>
            <a:spLocks noGrp="1"/>
          </p:cNvSpPr>
          <p:nvPr>
            <p:ph type="sldNum" sz="quarter" idx="11"/>
          </p:nvPr>
        </p:nvSpPr>
        <p:spPr bwMode="invGray"/>
        <p:txBody>
          <a:bodyPr/>
          <a:lstStyle/>
          <a:p>
            <a:fld id="{5438FF58-A5B1-455A-BA0C-D8E0E4C71076}" type="slidenum">
              <a:rPr lang="de-DE" noProof="0" smtClean="0"/>
              <a:pPr/>
              <a:t>‹#›</a:t>
            </a:fld>
            <a:endParaRPr lang="de-DE" noProof="0"/>
          </a:p>
        </p:txBody>
      </p:sp>
      <p:sp>
        <p:nvSpPr>
          <p:cNvPr id="6" name="Text Placeholder 5">
            <a:extLst>
              <a:ext uri="{FF2B5EF4-FFF2-40B4-BE49-F238E27FC236}">
                <a16:creationId xmlns:a16="http://schemas.microsoft.com/office/drawing/2014/main" id="{1437442A-2E2B-60D6-57CD-158E4565F415}"/>
              </a:ext>
            </a:extLst>
          </p:cNvPr>
          <p:cNvSpPr>
            <a:spLocks noGrp="1"/>
          </p:cNvSpPr>
          <p:nvPr>
            <p:ph type="body" sz="quarter" idx="12" hasCustomPrompt="1"/>
          </p:nvPr>
        </p:nvSpPr>
        <p:spPr bwMode="invGray">
          <a:xfrm>
            <a:off x="407368" y="1592796"/>
            <a:ext cx="11376000" cy="4644000"/>
          </a:xfrm>
        </p:spPr>
        <p:txBody>
          <a:body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spTree>
    <p:extLst>
      <p:ext uri="{BB962C8B-B14F-4D97-AF65-F5344CB8AC3E}">
        <p14:creationId xmlns:p14="http://schemas.microsoft.com/office/powerpoint/2010/main" val="75880981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 Titel und Text 02 (zweispalti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572F5-E83A-3E87-215C-6FDF1BCF28E6}"/>
              </a:ext>
            </a:extLst>
          </p:cNvPr>
          <p:cNvSpPr>
            <a:spLocks noGrp="1"/>
          </p:cNvSpPr>
          <p:nvPr>
            <p:ph type="title" hasCustomPrompt="1"/>
          </p:nvPr>
        </p:nvSpPr>
        <p:spPr bwMode="invGray"/>
        <p:txBody>
          <a:bodyPr/>
          <a:lstStyle/>
          <a:p>
            <a:r>
              <a:rPr lang="de-DE" noProof="0"/>
              <a:t>Folientitel durch Klicken bearbeiten </a:t>
            </a:r>
            <a:br>
              <a:rPr lang="de-DE" noProof="0"/>
            </a:br>
            <a:r>
              <a:rPr lang="de-DE" noProof="0"/>
              <a:t>(maximal zweizeilig)</a:t>
            </a:r>
          </a:p>
        </p:txBody>
      </p:sp>
      <p:sp>
        <p:nvSpPr>
          <p:cNvPr id="3" name="Footer Placeholder 2">
            <a:extLst>
              <a:ext uri="{FF2B5EF4-FFF2-40B4-BE49-F238E27FC236}">
                <a16:creationId xmlns:a16="http://schemas.microsoft.com/office/drawing/2014/main" id="{380B7BAE-6840-9842-1720-11CF2479686A}"/>
              </a:ext>
            </a:extLst>
          </p:cNvPr>
          <p:cNvSpPr>
            <a:spLocks noGrp="1"/>
          </p:cNvSpPr>
          <p:nvPr>
            <p:ph type="ftr" sz="quarter" idx="10"/>
          </p:nvPr>
        </p:nvSpPr>
        <p:spPr bwMode="invGray"/>
        <p:txBody>
          <a:bodyPr/>
          <a:lstStyle/>
          <a:p>
            <a:r>
              <a:rPr lang="de-DE" noProof="0"/>
              <a:t>Hier steht der übergeordnete Präsentationstitel (Einfügen → Kopf- und Fußzeile)</a:t>
            </a:r>
          </a:p>
        </p:txBody>
      </p:sp>
      <p:sp>
        <p:nvSpPr>
          <p:cNvPr id="4" name="Slide Number Placeholder 3">
            <a:extLst>
              <a:ext uri="{FF2B5EF4-FFF2-40B4-BE49-F238E27FC236}">
                <a16:creationId xmlns:a16="http://schemas.microsoft.com/office/drawing/2014/main" id="{51B88120-E8B7-C426-477A-56804F99DB5C}"/>
              </a:ext>
            </a:extLst>
          </p:cNvPr>
          <p:cNvSpPr>
            <a:spLocks noGrp="1"/>
          </p:cNvSpPr>
          <p:nvPr>
            <p:ph type="sldNum" sz="quarter" idx="11"/>
          </p:nvPr>
        </p:nvSpPr>
        <p:spPr bwMode="invGray"/>
        <p:txBody>
          <a:bodyPr/>
          <a:lstStyle/>
          <a:p>
            <a:fld id="{5438FF58-A5B1-455A-BA0C-D8E0E4C71076}" type="slidenum">
              <a:rPr lang="de-DE" noProof="0" smtClean="0"/>
              <a:pPr/>
              <a:t>‹#›</a:t>
            </a:fld>
            <a:endParaRPr lang="de-DE" noProof="0"/>
          </a:p>
        </p:txBody>
      </p:sp>
      <p:sp>
        <p:nvSpPr>
          <p:cNvPr id="6" name="Text Placeholder 5">
            <a:extLst>
              <a:ext uri="{FF2B5EF4-FFF2-40B4-BE49-F238E27FC236}">
                <a16:creationId xmlns:a16="http://schemas.microsoft.com/office/drawing/2014/main" id="{1437442A-2E2B-60D6-57CD-158E4565F415}"/>
              </a:ext>
            </a:extLst>
          </p:cNvPr>
          <p:cNvSpPr>
            <a:spLocks noGrp="1"/>
          </p:cNvSpPr>
          <p:nvPr>
            <p:ph type="body" sz="quarter" idx="12" hasCustomPrompt="1"/>
          </p:nvPr>
        </p:nvSpPr>
        <p:spPr bwMode="invGray">
          <a:xfrm>
            <a:off x="407368" y="1592796"/>
            <a:ext cx="5472732" cy="4644000"/>
          </a:xfrm>
        </p:spPr>
        <p:txBody>
          <a:body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sp>
        <p:nvSpPr>
          <p:cNvPr id="7" name="Text Placeholder 5">
            <a:extLst>
              <a:ext uri="{FF2B5EF4-FFF2-40B4-BE49-F238E27FC236}">
                <a16:creationId xmlns:a16="http://schemas.microsoft.com/office/drawing/2014/main" id="{37B0818A-E3C0-1D55-0E64-308082D2B018}"/>
              </a:ext>
            </a:extLst>
          </p:cNvPr>
          <p:cNvSpPr>
            <a:spLocks noGrp="1"/>
          </p:cNvSpPr>
          <p:nvPr>
            <p:ph type="body" sz="quarter" idx="13" hasCustomPrompt="1"/>
          </p:nvPr>
        </p:nvSpPr>
        <p:spPr bwMode="invGray">
          <a:xfrm>
            <a:off x="6312024" y="1592796"/>
            <a:ext cx="5472732" cy="4644000"/>
          </a:xfrm>
        </p:spPr>
        <p:txBody>
          <a:body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spTree>
    <p:extLst>
      <p:ext uri="{BB962C8B-B14F-4D97-AF65-F5344CB8AC3E}">
        <p14:creationId xmlns:p14="http://schemas.microsoft.com/office/powerpoint/2010/main" val="2920900130"/>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 Titel und Text 03 (zweispalti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803ACE4-6865-3058-0529-B76A74CBFF8D}"/>
              </a:ext>
            </a:extLst>
          </p:cNvPr>
          <p:cNvSpPr/>
          <p:nvPr userDrawn="1"/>
        </p:nvSpPr>
        <p:spPr bwMode="hidden">
          <a:xfrm>
            <a:off x="0" y="1411200"/>
            <a:ext cx="6096000" cy="544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11" name="Rectangle 10">
            <a:extLst>
              <a:ext uri="{FF2B5EF4-FFF2-40B4-BE49-F238E27FC236}">
                <a16:creationId xmlns:a16="http://schemas.microsoft.com/office/drawing/2014/main" id="{861FA592-2D70-5C10-5164-725AB371FA1F}"/>
              </a:ext>
            </a:extLst>
          </p:cNvPr>
          <p:cNvSpPr/>
          <p:nvPr userDrawn="1"/>
        </p:nvSpPr>
        <p:spPr bwMode="hidden">
          <a:xfrm>
            <a:off x="6096000" y="1411200"/>
            <a:ext cx="6096000" cy="5446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2" name="Title 1">
            <a:extLst>
              <a:ext uri="{FF2B5EF4-FFF2-40B4-BE49-F238E27FC236}">
                <a16:creationId xmlns:a16="http://schemas.microsoft.com/office/drawing/2014/main" id="{8F8572F5-E83A-3E87-215C-6FDF1BCF28E6}"/>
              </a:ext>
            </a:extLst>
          </p:cNvPr>
          <p:cNvSpPr>
            <a:spLocks noGrp="1"/>
          </p:cNvSpPr>
          <p:nvPr>
            <p:ph type="title" hasCustomPrompt="1"/>
          </p:nvPr>
        </p:nvSpPr>
        <p:spPr bwMode="invGray"/>
        <p:txBody>
          <a:bodyPr/>
          <a:lstStyle/>
          <a:p>
            <a:r>
              <a:rPr lang="de-DE" noProof="0"/>
              <a:t>Folientitel durch Klicken bearbeiten </a:t>
            </a:r>
            <a:br>
              <a:rPr lang="de-DE" noProof="0"/>
            </a:br>
            <a:r>
              <a:rPr lang="de-DE" noProof="0"/>
              <a:t>(maximal zweizeilig)</a:t>
            </a:r>
          </a:p>
        </p:txBody>
      </p:sp>
      <p:sp>
        <p:nvSpPr>
          <p:cNvPr id="3" name="Footer Placeholder 2">
            <a:extLst>
              <a:ext uri="{FF2B5EF4-FFF2-40B4-BE49-F238E27FC236}">
                <a16:creationId xmlns:a16="http://schemas.microsoft.com/office/drawing/2014/main" id="{380B7BAE-6840-9842-1720-11CF2479686A}"/>
              </a:ext>
            </a:extLst>
          </p:cNvPr>
          <p:cNvSpPr>
            <a:spLocks noGrp="1"/>
          </p:cNvSpPr>
          <p:nvPr>
            <p:ph type="ftr" sz="quarter" idx="10"/>
          </p:nvPr>
        </p:nvSpPr>
        <p:spPr bwMode="gray"/>
        <p:txBody>
          <a:bodyPr/>
          <a:lstStyle>
            <a:lvl1pPr>
              <a:defRPr>
                <a:solidFill>
                  <a:schemeClr val="tx1"/>
                </a:solidFill>
              </a:defRPr>
            </a:lvl1pPr>
          </a:lstStyle>
          <a:p>
            <a:r>
              <a:rPr lang="de-DE" noProof="0"/>
              <a:t>Hier steht der übergeordnete Präsentationstitel (Einfügen → Kopf- und Fußzeile)</a:t>
            </a:r>
          </a:p>
        </p:txBody>
      </p:sp>
      <p:sp>
        <p:nvSpPr>
          <p:cNvPr id="4" name="Slide Number Placeholder 3">
            <a:extLst>
              <a:ext uri="{FF2B5EF4-FFF2-40B4-BE49-F238E27FC236}">
                <a16:creationId xmlns:a16="http://schemas.microsoft.com/office/drawing/2014/main" id="{51B88120-E8B7-C426-477A-56804F99DB5C}"/>
              </a:ext>
            </a:extLst>
          </p:cNvPr>
          <p:cNvSpPr>
            <a:spLocks noGrp="1"/>
          </p:cNvSpPr>
          <p:nvPr>
            <p:ph type="sldNum" sz="quarter" idx="11"/>
          </p:nvPr>
        </p:nvSpPr>
        <p:spPr bwMode="invGray"/>
        <p:txBody>
          <a:bodyPr/>
          <a:lstStyle>
            <a:lvl1pPr>
              <a:defRPr>
                <a:solidFill>
                  <a:schemeClr val="bg1"/>
                </a:solidFill>
              </a:defRPr>
            </a:lvl1pPr>
          </a:lstStyle>
          <a:p>
            <a:fld id="{5438FF58-A5B1-455A-BA0C-D8E0E4C71076}" type="slidenum">
              <a:rPr lang="de-DE" noProof="0" smtClean="0"/>
              <a:pPr/>
              <a:t>‹#›</a:t>
            </a:fld>
            <a:endParaRPr lang="de-DE" noProof="0"/>
          </a:p>
        </p:txBody>
      </p:sp>
      <p:sp>
        <p:nvSpPr>
          <p:cNvPr id="6" name="Text Placeholder 5">
            <a:extLst>
              <a:ext uri="{FF2B5EF4-FFF2-40B4-BE49-F238E27FC236}">
                <a16:creationId xmlns:a16="http://schemas.microsoft.com/office/drawing/2014/main" id="{1437442A-2E2B-60D6-57CD-158E4565F415}"/>
              </a:ext>
            </a:extLst>
          </p:cNvPr>
          <p:cNvSpPr>
            <a:spLocks noGrp="1"/>
          </p:cNvSpPr>
          <p:nvPr>
            <p:ph type="body" sz="quarter" idx="12" hasCustomPrompt="1"/>
          </p:nvPr>
        </p:nvSpPr>
        <p:spPr bwMode="gray">
          <a:xfrm>
            <a:off x="407368" y="1592796"/>
            <a:ext cx="5472732" cy="4644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sp>
        <p:nvSpPr>
          <p:cNvPr id="7" name="Text Placeholder 5">
            <a:extLst>
              <a:ext uri="{FF2B5EF4-FFF2-40B4-BE49-F238E27FC236}">
                <a16:creationId xmlns:a16="http://schemas.microsoft.com/office/drawing/2014/main" id="{37B0818A-E3C0-1D55-0E64-308082D2B018}"/>
              </a:ext>
            </a:extLst>
          </p:cNvPr>
          <p:cNvSpPr>
            <a:spLocks noGrp="1"/>
          </p:cNvSpPr>
          <p:nvPr>
            <p:ph type="body" sz="quarter" idx="13" hasCustomPrompt="1"/>
          </p:nvPr>
        </p:nvSpPr>
        <p:spPr bwMode="invGray">
          <a:xfrm>
            <a:off x="6312024" y="1592796"/>
            <a:ext cx="5472732" cy="4644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spTree>
    <p:extLst>
      <p:ext uri="{BB962C8B-B14F-4D97-AF65-F5344CB8AC3E}">
        <p14:creationId xmlns:p14="http://schemas.microsoft.com/office/powerpoint/2010/main" val="1143140957"/>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 Titel und Text 04 (dreispalti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572F5-E83A-3E87-215C-6FDF1BCF28E6}"/>
              </a:ext>
            </a:extLst>
          </p:cNvPr>
          <p:cNvSpPr>
            <a:spLocks noGrp="1"/>
          </p:cNvSpPr>
          <p:nvPr>
            <p:ph type="title" hasCustomPrompt="1"/>
          </p:nvPr>
        </p:nvSpPr>
        <p:spPr bwMode="invGray"/>
        <p:txBody>
          <a:bodyPr/>
          <a:lstStyle/>
          <a:p>
            <a:r>
              <a:rPr lang="de-DE" noProof="0"/>
              <a:t>Folientitel durch Klicken bearbeiten </a:t>
            </a:r>
            <a:br>
              <a:rPr lang="de-DE" noProof="0"/>
            </a:br>
            <a:r>
              <a:rPr lang="de-DE" noProof="0"/>
              <a:t>(maximal zweizeilig)</a:t>
            </a:r>
          </a:p>
        </p:txBody>
      </p:sp>
      <p:sp>
        <p:nvSpPr>
          <p:cNvPr id="3" name="Footer Placeholder 2">
            <a:extLst>
              <a:ext uri="{FF2B5EF4-FFF2-40B4-BE49-F238E27FC236}">
                <a16:creationId xmlns:a16="http://schemas.microsoft.com/office/drawing/2014/main" id="{380B7BAE-6840-9842-1720-11CF2479686A}"/>
              </a:ext>
            </a:extLst>
          </p:cNvPr>
          <p:cNvSpPr>
            <a:spLocks noGrp="1"/>
          </p:cNvSpPr>
          <p:nvPr>
            <p:ph type="ftr" sz="quarter" idx="10"/>
          </p:nvPr>
        </p:nvSpPr>
        <p:spPr bwMode="invGray"/>
        <p:txBody>
          <a:bodyPr/>
          <a:lstStyle/>
          <a:p>
            <a:r>
              <a:rPr lang="de-DE" noProof="0"/>
              <a:t>Hier steht der übergeordnete Präsentationstitel (Einfügen → Kopf- und Fußzeile)</a:t>
            </a:r>
          </a:p>
        </p:txBody>
      </p:sp>
      <p:sp>
        <p:nvSpPr>
          <p:cNvPr id="4" name="Slide Number Placeholder 3">
            <a:extLst>
              <a:ext uri="{FF2B5EF4-FFF2-40B4-BE49-F238E27FC236}">
                <a16:creationId xmlns:a16="http://schemas.microsoft.com/office/drawing/2014/main" id="{51B88120-E8B7-C426-477A-56804F99DB5C}"/>
              </a:ext>
            </a:extLst>
          </p:cNvPr>
          <p:cNvSpPr>
            <a:spLocks noGrp="1"/>
          </p:cNvSpPr>
          <p:nvPr>
            <p:ph type="sldNum" sz="quarter" idx="11"/>
          </p:nvPr>
        </p:nvSpPr>
        <p:spPr bwMode="invGray"/>
        <p:txBody>
          <a:bodyPr/>
          <a:lstStyle/>
          <a:p>
            <a:fld id="{5438FF58-A5B1-455A-BA0C-D8E0E4C71076}" type="slidenum">
              <a:rPr lang="de-DE" noProof="0" smtClean="0"/>
              <a:pPr/>
              <a:t>‹#›</a:t>
            </a:fld>
            <a:endParaRPr lang="de-DE" noProof="0"/>
          </a:p>
        </p:txBody>
      </p:sp>
      <p:sp>
        <p:nvSpPr>
          <p:cNvPr id="6" name="Text Placeholder 5">
            <a:extLst>
              <a:ext uri="{FF2B5EF4-FFF2-40B4-BE49-F238E27FC236}">
                <a16:creationId xmlns:a16="http://schemas.microsoft.com/office/drawing/2014/main" id="{1437442A-2E2B-60D6-57CD-158E4565F415}"/>
              </a:ext>
            </a:extLst>
          </p:cNvPr>
          <p:cNvSpPr>
            <a:spLocks noGrp="1"/>
          </p:cNvSpPr>
          <p:nvPr>
            <p:ph type="body" sz="quarter" idx="12" hasCustomPrompt="1"/>
          </p:nvPr>
        </p:nvSpPr>
        <p:spPr bwMode="invGray">
          <a:xfrm>
            <a:off x="407368" y="1592796"/>
            <a:ext cx="3528045" cy="4644000"/>
          </a:xfrm>
        </p:spPr>
        <p:txBody>
          <a:body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sp>
        <p:nvSpPr>
          <p:cNvPr id="7" name="Text Placeholder 5">
            <a:extLst>
              <a:ext uri="{FF2B5EF4-FFF2-40B4-BE49-F238E27FC236}">
                <a16:creationId xmlns:a16="http://schemas.microsoft.com/office/drawing/2014/main" id="{37B0818A-E3C0-1D55-0E64-308082D2B018}"/>
              </a:ext>
            </a:extLst>
          </p:cNvPr>
          <p:cNvSpPr>
            <a:spLocks noGrp="1"/>
          </p:cNvSpPr>
          <p:nvPr>
            <p:ph type="body" sz="quarter" idx="13" hasCustomPrompt="1"/>
          </p:nvPr>
        </p:nvSpPr>
        <p:spPr bwMode="invGray">
          <a:xfrm>
            <a:off x="4331804" y="1592796"/>
            <a:ext cx="3528000" cy="4644000"/>
          </a:xfrm>
        </p:spPr>
        <p:txBody>
          <a:body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sp>
        <p:nvSpPr>
          <p:cNvPr id="8" name="Text Placeholder 5">
            <a:extLst>
              <a:ext uri="{FF2B5EF4-FFF2-40B4-BE49-F238E27FC236}">
                <a16:creationId xmlns:a16="http://schemas.microsoft.com/office/drawing/2014/main" id="{A001225D-F57A-2BE4-19C6-E010F5189400}"/>
              </a:ext>
            </a:extLst>
          </p:cNvPr>
          <p:cNvSpPr>
            <a:spLocks noGrp="1"/>
          </p:cNvSpPr>
          <p:nvPr>
            <p:ph type="body" sz="quarter" idx="14" hasCustomPrompt="1"/>
          </p:nvPr>
        </p:nvSpPr>
        <p:spPr bwMode="invGray">
          <a:xfrm>
            <a:off x="8256240" y="1592796"/>
            <a:ext cx="3528000" cy="4644000"/>
          </a:xfrm>
        </p:spPr>
        <p:txBody>
          <a:body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spTree>
    <p:extLst>
      <p:ext uri="{BB962C8B-B14F-4D97-AF65-F5344CB8AC3E}">
        <p14:creationId xmlns:p14="http://schemas.microsoft.com/office/powerpoint/2010/main" val="204211383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 Titel und Text 05 (dreispalti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0CCC9E4-C95B-A6D9-03B8-301A2FDA1DF6}"/>
              </a:ext>
            </a:extLst>
          </p:cNvPr>
          <p:cNvSpPr/>
          <p:nvPr userDrawn="1"/>
        </p:nvSpPr>
        <p:spPr bwMode="hidden">
          <a:xfrm>
            <a:off x="3935227" y="1411200"/>
            <a:ext cx="4321546" cy="54468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12" name="Rectangle 11">
            <a:extLst>
              <a:ext uri="{FF2B5EF4-FFF2-40B4-BE49-F238E27FC236}">
                <a16:creationId xmlns:a16="http://schemas.microsoft.com/office/drawing/2014/main" id="{8D666EBE-6F81-F18D-3826-76D8A6FE31BD}"/>
              </a:ext>
            </a:extLst>
          </p:cNvPr>
          <p:cNvSpPr/>
          <p:nvPr userDrawn="1"/>
        </p:nvSpPr>
        <p:spPr bwMode="hidden">
          <a:xfrm>
            <a:off x="8058034" y="1411200"/>
            <a:ext cx="4133966" cy="5446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13" name="Rectangle 12">
            <a:extLst>
              <a:ext uri="{FF2B5EF4-FFF2-40B4-BE49-F238E27FC236}">
                <a16:creationId xmlns:a16="http://schemas.microsoft.com/office/drawing/2014/main" id="{32748741-B6FE-DA03-E357-3D7AC069B69D}"/>
              </a:ext>
            </a:extLst>
          </p:cNvPr>
          <p:cNvSpPr/>
          <p:nvPr userDrawn="1"/>
        </p:nvSpPr>
        <p:spPr bwMode="hidden">
          <a:xfrm>
            <a:off x="0" y="1411200"/>
            <a:ext cx="4133619" cy="54468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2" name="Title 1">
            <a:extLst>
              <a:ext uri="{FF2B5EF4-FFF2-40B4-BE49-F238E27FC236}">
                <a16:creationId xmlns:a16="http://schemas.microsoft.com/office/drawing/2014/main" id="{8F8572F5-E83A-3E87-215C-6FDF1BCF28E6}"/>
              </a:ext>
            </a:extLst>
          </p:cNvPr>
          <p:cNvSpPr>
            <a:spLocks noGrp="1"/>
          </p:cNvSpPr>
          <p:nvPr>
            <p:ph type="title" hasCustomPrompt="1"/>
          </p:nvPr>
        </p:nvSpPr>
        <p:spPr bwMode="invGray"/>
        <p:txBody>
          <a:bodyPr/>
          <a:lstStyle/>
          <a:p>
            <a:r>
              <a:rPr lang="de-DE" noProof="0"/>
              <a:t>Folientitel durch Klicken bearbeiten </a:t>
            </a:r>
            <a:br>
              <a:rPr lang="de-DE" noProof="0"/>
            </a:br>
            <a:r>
              <a:rPr lang="de-DE" noProof="0"/>
              <a:t>(maximal zweizeilig)</a:t>
            </a:r>
          </a:p>
        </p:txBody>
      </p:sp>
      <p:sp>
        <p:nvSpPr>
          <p:cNvPr id="3" name="Footer Placeholder 2">
            <a:extLst>
              <a:ext uri="{FF2B5EF4-FFF2-40B4-BE49-F238E27FC236}">
                <a16:creationId xmlns:a16="http://schemas.microsoft.com/office/drawing/2014/main" id="{380B7BAE-6840-9842-1720-11CF2479686A}"/>
              </a:ext>
            </a:extLst>
          </p:cNvPr>
          <p:cNvSpPr>
            <a:spLocks noGrp="1"/>
          </p:cNvSpPr>
          <p:nvPr>
            <p:ph type="ftr" sz="quarter" idx="10"/>
          </p:nvPr>
        </p:nvSpPr>
        <p:spPr bwMode="gray"/>
        <p:txBody>
          <a:bodyPr/>
          <a:lstStyle>
            <a:lvl1pPr>
              <a:defRPr>
                <a:solidFill>
                  <a:schemeClr val="tx1"/>
                </a:solidFill>
              </a:defRPr>
            </a:lvl1pPr>
          </a:lstStyle>
          <a:p>
            <a:r>
              <a:rPr lang="de-DE" noProof="0"/>
              <a:t>Hier steht der übergeordnete Präsentationstitel (Einfügen → Kopf- und Fußzeile)</a:t>
            </a:r>
          </a:p>
        </p:txBody>
      </p:sp>
      <p:sp>
        <p:nvSpPr>
          <p:cNvPr id="4" name="Slide Number Placeholder 3">
            <a:extLst>
              <a:ext uri="{FF2B5EF4-FFF2-40B4-BE49-F238E27FC236}">
                <a16:creationId xmlns:a16="http://schemas.microsoft.com/office/drawing/2014/main" id="{51B88120-E8B7-C426-477A-56804F99DB5C}"/>
              </a:ext>
            </a:extLst>
          </p:cNvPr>
          <p:cNvSpPr>
            <a:spLocks noGrp="1"/>
          </p:cNvSpPr>
          <p:nvPr>
            <p:ph type="sldNum" sz="quarter" idx="11"/>
          </p:nvPr>
        </p:nvSpPr>
        <p:spPr bwMode="invGray"/>
        <p:txBody>
          <a:bodyPr/>
          <a:lstStyle>
            <a:lvl1pPr>
              <a:defRPr>
                <a:solidFill>
                  <a:schemeClr val="bg1"/>
                </a:solidFill>
              </a:defRPr>
            </a:lvl1pPr>
          </a:lstStyle>
          <a:p>
            <a:fld id="{5438FF58-A5B1-455A-BA0C-D8E0E4C71076}" type="slidenum">
              <a:rPr lang="de-DE" noProof="0" smtClean="0"/>
              <a:pPr/>
              <a:t>‹#›</a:t>
            </a:fld>
            <a:endParaRPr lang="de-DE" noProof="0"/>
          </a:p>
        </p:txBody>
      </p:sp>
      <p:sp>
        <p:nvSpPr>
          <p:cNvPr id="6" name="Text Placeholder 5">
            <a:extLst>
              <a:ext uri="{FF2B5EF4-FFF2-40B4-BE49-F238E27FC236}">
                <a16:creationId xmlns:a16="http://schemas.microsoft.com/office/drawing/2014/main" id="{1437442A-2E2B-60D6-57CD-158E4565F415}"/>
              </a:ext>
            </a:extLst>
          </p:cNvPr>
          <p:cNvSpPr>
            <a:spLocks noGrp="1"/>
          </p:cNvSpPr>
          <p:nvPr>
            <p:ph type="body" sz="quarter" idx="12" hasCustomPrompt="1"/>
          </p:nvPr>
        </p:nvSpPr>
        <p:spPr bwMode="gray">
          <a:xfrm>
            <a:off x="407368" y="1592796"/>
            <a:ext cx="3528045" cy="4644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sp>
        <p:nvSpPr>
          <p:cNvPr id="7" name="Text Placeholder 5">
            <a:extLst>
              <a:ext uri="{FF2B5EF4-FFF2-40B4-BE49-F238E27FC236}">
                <a16:creationId xmlns:a16="http://schemas.microsoft.com/office/drawing/2014/main" id="{37B0818A-E3C0-1D55-0E64-308082D2B018}"/>
              </a:ext>
            </a:extLst>
          </p:cNvPr>
          <p:cNvSpPr>
            <a:spLocks noGrp="1"/>
          </p:cNvSpPr>
          <p:nvPr>
            <p:ph type="body" sz="quarter" idx="13" hasCustomPrompt="1"/>
          </p:nvPr>
        </p:nvSpPr>
        <p:spPr bwMode="gray">
          <a:xfrm>
            <a:off x="4331827" y="1592796"/>
            <a:ext cx="3528000" cy="4644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sp>
        <p:nvSpPr>
          <p:cNvPr id="8" name="Text Placeholder 5">
            <a:extLst>
              <a:ext uri="{FF2B5EF4-FFF2-40B4-BE49-F238E27FC236}">
                <a16:creationId xmlns:a16="http://schemas.microsoft.com/office/drawing/2014/main" id="{A001225D-F57A-2BE4-19C6-E010F5189400}"/>
              </a:ext>
            </a:extLst>
          </p:cNvPr>
          <p:cNvSpPr>
            <a:spLocks noGrp="1"/>
          </p:cNvSpPr>
          <p:nvPr>
            <p:ph type="body" sz="quarter" idx="14" hasCustomPrompt="1"/>
          </p:nvPr>
        </p:nvSpPr>
        <p:spPr bwMode="invGray">
          <a:xfrm>
            <a:off x="8256240" y="1592796"/>
            <a:ext cx="3528000" cy="4644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spTree>
    <p:extLst>
      <p:ext uri="{BB962C8B-B14F-4D97-AF65-F5344CB8AC3E}">
        <p14:creationId xmlns:p14="http://schemas.microsoft.com/office/powerpoint/2010/main" val="2282616006"/>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 Titel und Diagramm">
    <p:spTree>
      <p:nvGrpSpPr>
        <p:cNvPr id="1" name=""/>
        <p:cNvGrpSpPr/>
        <p:nvPr/>
      </p:nvGrpSpPr>
      <p:grpSpPr>
        <a:xfrm>
          <a:off x="0" y="0"/>
          <a:ext cx="0" cy="0"/>
          <a:chOff x="0" y="0"/>
          <a:chExt cx="0" cy="0"/>
        </a:xfrm>
      </p:grpSpPr>
      <p:sp>
        <p:nvSpPr>
          <p:cNvPr id="10" name="Chart Placeholder 9">
            <a:extLst>
              <a:ext uri="{FF2B5EF4-FFF2-40B4-BE49-F238E27FC236}">
                <a16:creationId xmlns:a16="http://schemas.microsoft.com/office/drawing/2014/main" id="{68E2BF02-3E71-B4D3-9100-115FCA029DE0}"/>
              </a:ext>
            </a:extLst>
          </p:cNvPr>
          <p:cNvSpPr>
            <a:spLocks noGrp="1"/>
          </p:cNvSpPr>
          <p:nvPr>
            <p:ph type="chart" sz="quarter" idx="16"/>
          </p:nvPr>
        </p:nvSpPr>
        <p:spPr bwMode="invGray">
          <a:xfrm>
            <a:off x="407368" y="2384884"/>
            <a:ext cx="11376000" cy="3564000"/>
          </a:xfrm>
        </p:spPr>
        <p:txBody>
          <a:bodyPr tIns="648000" anchor="ctr"/>
          <a:lstStyle>
            <a:lvl1pPr algn="ctr">
              <a:spcBef>
                <a:spcPts val="0"/>
              </a:spcBef>
              <a:defRPr sz="1600" b="0"/>
            </a:lvl1pPr>
          </a:lstStyle>
          <a:p>
            <a:r>
              <a:rPr lang="de-DE" noProof="0" dirty="0"/>
              <a:t>Diagramm durch Klicken auf Symbol hinzufügen</a:t>
            </a:r>
          </a:p>
        </p:txBody>
      </p:sp>
      <p:sp>
        <p:nvSpPr>
          <p:cNvPr id="2" name="Title 1">
            <a:extLst>
              <a:ext uri="{FF2B5EF4-FFF2-40B4-BE49-F238E27FC236}">
                <a16:creationId xmlns:a16="http://schemas.microsoft.com/office/drawing/2014/main" id="{8F8572F5-E83A-3E87-215C-6FDF1BCF28E6}"/>
              </a:ext>
            </a:extLst>
          </p:cNvPr>
          <p:cNvSpPr>
            <a:spLocks noGrp="1"/>
          </p:cNvSpPr>
          <p:nvPr>
            <p:ph type="title" hasCustomPrompt="1"/>
          </p:nvPr>
        </p:nvSpPr>
        <p:spPr bwMode="invGray">
          <a:xfrm>
            <a:off x="407368" y="224644"/>
            <a:ext cx="10512000" cy="997196"/>
          </a:xfrm>
        </p:spPr>
        <p:txBody>
          <a:bodyPr/>
          <a:lstStyle/>
          <a:p>
            <a:r>
              <a:rPr lang="de-DE" noProof="0"/>
              <a:t>Folientitel durch Klicken bearbeiten </a:t>
            </a:r>
            <a:br>
              <a:rPr lang="de-DE" noProof="0"/>
            </a:br>
            <a:r>
              <a:rPr lang="de-DE" noProof="0"/>
              <a:t>(maximal zweizeilig)</a:t>
            </a:r>
          </a:p>
        </p:txBody>
      </p:sp>
      <p:sp>
        <p:nvSpPr>
          <p:cNvPr id="3" name="Footer Placeholder 2">
            <a:extLst>
              <a:ext uri="{FF2B5EF4-FFF2-40B4-BE49-F238E27FC236}">
                <a16:creationId xmlns:a16="http://schemas.microsoft.com/office/drawing/2014/main" id="{380B7BAE-6840-9842-1720-11CF2479686A}"/>
              </a:ext>
            </a:extLst>
          </p:cNvPr>
          <p:cNvSpPr>
            <a:spLocks noGrp="1"/>
          </p:cNvSpPr>
          <p:nvPr>
            <p:ph type="ftr" sz="quarter" idx="10"/>
          </p:nvPr>
        </p:nvSpPr>
        <p:spPr bwMode="invGray"/>
        <p:txBody>
          <a:bodyPr/>
          <a:lstStyle/>
          <a:p>
            <a:r>
              <a:rPr lang="de-DE" noProof="0"/>
              <a:t>Hier steht der übergeordnete Präsentationstitel (Einfügen → Kopf- und Fußzeile)</a:t>
            </a:r>
          </a:p>
        </p:txBody>
      </p:sp>
      <p:sp>
        <p:nvSpPr>
          <p:cNvPr id="4" name="Slide Number Placeholder 3">
            <a:extLst>
              <a:ext uri="{FF2B5EF4-FFF2-40B4-BE49-F238E27FC236}">
                <a16:creationId xmlns:a16="http://schemas.microsoft.com/office/drawing/2014/main" id="{51B88120-E8B7-C426-477A-56804F99DB5C}"/>
              </a:ext>
            </a:extLst>
          </p:cNvPr>
          <p:cNvSpPr>
            <a:spLocks noGrp="1"/>
          </p:cNvSpPr>
          <p:nvPr>
            <p:ph type="sldNum" sz="quarter" idx="11"/>
          </p:nvPr>
        </p:nvSpPr>
        <p:spPr bwMode="invGray"/>
        <p:txBody>
          <a:bodyPr/>
          <a:lstStyle/>
          <a:p>
            <a:fld id="{5438FF58-A5B1-455A-BA0C-D8E0E4C71076}" type="slidenum">
              <a:rPr lang="de-DE" noProof="0" smtClean="0"/>
              <a:pPr/>
              <a:t>‹#›</a:t>
            </a:fld>
            <a:endParaRPr lang="de-DE" noProof="0"/>
          </a:p>
        </p:txBody>
      </p:sp>
      <p:sp>
        <p:nvSpPr>
          <p:cNvPr id="7" name="Text Placeholder 10">
            <a:extLst>
              <a:ext uri="{FF2B5EF4-FFF2-40B4-BE49-F238E27FC236}">
                <a16:creationId xmlns:a16="http://schemas.microsoft.com/office/drawing/2014/main" id="{1280BB9E-AC72-3000-B234-C1B92BEA6BD1}"/>
              </a:ext>
            </a:extLst>
          </p:cNvPr>
          <p:cNvSpPr>
            <a:spLocks noGrp="1"/>
          </p:cNvSpPr>
          <p:nvPr>
            <p:ph type="body" sz="quarter" idx="13" hasCustomPrompt="1"/>
          </p:nvPr>
        </p:nvSpPr>
        <p:spPr bwMode="invGray">
          <a:xfrm>
            <a:off x="407368" y="1592796"/>
            <a:ext cx="11376000" cy="307777"/>
          </a:xfrm>
        </p:spPr>
        <p:txBody>
          <a:bodyPr wrap="square">
            <a:spAutoFit/>
          </a:bodyPr>
          <a:lstStyle>
            <a:lvl1pPr marL="0" indent="0">
              <a:spcBef>
                <a:spcPts val="0"/>
              </a:spcBef>
              <a:buFont typeface="Skeena" panose="020B0604020202020204" pitchFamily="34" charset="0"/>
              <a:buNone/>
              <a:defRPr sz="2000" b="1">
                <a:solidFill>
                  <a:schemeClr val="bg1"/>
                </a:solidFill>
              </a:defRPr>
            </a:lvl1pPr>
            <a:lvl2pPr marL="0" indent="0">
              <a:spcBef>
                <a:spcPts val="0"/>
              </a:spcBef>
              <a:buFont typeface="Skeena" panose="020B0604020202020204" pitchFamily="34" charset="0"/>
              <a:buNone/>
              <a:defRPr sz="2000" b="1">
                <a:solidFill>
                  <a:schemeClr val="bg1"/>
                </a:solidFill>
              </a:defRPr>
            </a:lvl2pPr>
            <a:lvl3pPr marL="0" indent="0">
              <a:spcBef>
                <a:spcPts val="0"/>
              </a:spcBef>
              <a:buNone/>
              <a:defRPr sz="2000" b="1">
                <a:solidFill>
                  <a:schemeClr val="bg1"/>
                </a:solidFill>
              </a:defRPr>
            </a:lvl3pPr>
            <a:lvl4pPr marL="0" indent="0">
              <a:spcBef>
                <a:spcPts val="0"/>
              </a:spcBef>
              <a:buNone/>
              <a:defRPr sz="2000" b="1">
                <a:solidFill>
                  <a:schemeClr val="bg1"/>
                </a:solidFill>
              </a:defRPr>
            </a:lvl4pPr>
            <a:lvl5pPr marL="0" indent="0">
              <a:spcBef>
                <a:spcPts val="0"/>
              </a:spcBef>
              <a:buNone/>
              <a:defRPr sz="2000" b="1">
                <a:solidFill>
                  <a:schemeClr val="bg1"/>
                </a:solidFill>
              </a:defRPr>
            </a:lvl5pPr>
            <a:lvl6pPr marL="0" indent="0">
              <a:spcBef>
                <a:spcPts val="0"/>
              </a:spcBef>
              <a:buNone/>
              <a:defRPr sz="2000" b="1">
                <a:solidFill>
                  <a:schemeClr val="bg1"/>
                </a:solidFill>
              </a:defRPr>
            </a:lvl6pPr>
            <a:lvl7pPr marL="0" indent="0">
              <a:spcBef>
                <a:spcPts val="0"/>
              </a:spcBef>
              <a:buNone/>
              <a:defRPr sz="2000" b="1">
                <a:solidFill>
                  <a:schemeClr val="bg1"/>
                </a:solidFill>
              </a:defRPr>
            </a:lvl7pPr>
            <a:lvl8pPr marL="0" indent="0">
              <a:spcBef>
                <a:spcPts val="0"/>
              </a:spcBef>
              <a:buNone/>
              <a:defRPr sz="2000" b="1">
                <a:solidFill>
                  <a:schemeClr val="bg1"/>
                </a:solidFill>
              </a:defRPr>
            </a:lvl8pPr>
            <a:lvl9pPr marL="0" indent="0">
              <a:spcBef>
                <a:spcPts val="0"/>
              </a:spcBef>
              <a:buNone/>
              <a:defRPr sz="2000" b="1">
                <a:solidFill>
                  <a:schemeClr val="bg1"/>
                </a:solidFill>
              </a:defRPr>
            </a:lvl9pPr>
          </a:lstStyle>
          <a:p>
            <a:pPr lvl="0"/>
            <a:r>
              <a:rPr lang="de-DE" noProof="0"/>
              <a:t>Diagrammtitel durch Klicken bearbeiten</a:t>
            </a:r>
          </a:p>
        </p:txBody>
      </p:sp>
      <p:sp>
        <p:nvSpPr>
          <p:cNvPr id="8" name="Text Placeholder 10">
            <a:extLst>
              <a:ext uri="{FF2B5EF4-FFF2-40B4-BE49-F238E27FC236}">
                <a16:creationId xmlns:a16="http://schemas.microsoft.com/office/drawing/2014/main" id="{223E0DB9-8137-0846-98A4-7A44669C000F}"/>
              </a:ext>
            </a:extLst>
          </p:cNvPr>
          <p:cNvSpPr>
            <a:spLocks noGrp="1"/>
          </p:cNvSpPr>
          <p:nvPr>
            <p:ph type="body" sz="quarter" idx="14" hasCustomPrompt="1"/>
          </p:nvPr>
        </p:nvSpPr>
        <p:spPr bwMode="invGray">
          <a:xfrm>
            <a:off x="407368" y="1975122"/>
            <a:ext cx="11376000" cy="276999"/>
          </a:xfrm>
        </p:spPr>
        <p:txBody>
          <a:bodyPr wrap="square">
            <a:spAutoFit/>
          </a:bodyPr>
          <a:lstStyle>
            <a:lvl1pPr marL="0" indent="0">
              <a:spcBef>
                <a:spcPts val="0"/>
              </a:spcBef>
              <a:buFont typeface="Skeena" panose="020B0604020202020204" pitchFamily="34" charset="0"/>
              <a:buNone/>
              <a:defRPr sz="1800" b="0">
                <a:solidFill>
                  <a:schemeClr val="bg1"/>
                </a:solidFill>
              </a:defRPr>
            </a:lvl1pPr>
            <a:lvl2pPr marL="0" indent="0">
              <a:spcBef>
                <a:spcPts val="0"/>
              </a:spcBef>
              <a:buFont typeface="Skeena" panose="020B0604020202020204" pitchFamily="34" charset="0"/>
              <a:buNone/>
              <a:defRPr sz="1800" b="0">
                <a:solidFill>
                  <a:schemeClr val="bg1"/>
                </a:solidFill>
              </a:defRPr>
            </a:lvl2pPr>
            <a:lvl3pPr marL="0" indent="0">
              <a:spcBef>
                <a:spcPts val="0"/>
              </a:spcBef>
              <a:buNone/>
              <a:defRPr sz="1800" b="0">
                <a:solidFill>
                  <a:schemeClr val="bg1"/>
                </a:solidFill>
              </a:defRPr>
            </a:lvl3pPr>
            <a:lvl4pPr marL="0" indent="0">
              <a:spcBef>
                <a:spcPts val="0"/>
              </a:spcBef>
              <a:buNone/>
              <a:defRPr sz="1800" b="0">
                <a:solidFill>
                  <a:schemeClr val="bg1"/>
                </a:solidFill>
              </a:defRPr>
            </a:lvl4pPr>
            <a:lvl5pPr marL="0" indent="0">
              <a:spcBef>
                <a:spcPts val="0"/>
              </a:spcBef>
              <a:buNone/>
              <a:defRPr sz="1800" b="0">
                <a:solidFill>
                  <a:schemeClr val="bg1"/>
                </a:solidFill>
              </a:defRPr>
            </a:lvl5pPr>
            <a:lvl6pPr marL="0" indent="0">
              <a:spcBef>
                <a:spcPts val="0"/>
              </a:spcBef>
              <a:buNone/>
              <a:defRPr sz="1800" b="0">
                <a:solidFill>
                  <a:schemeClr val="bg1"/>
                </a:solidFill>
              </a:defRPr>
            </a:lvl6pPr>
            <a:lvl7pPr marL="0" indent="0">
              <a:spcBef>
                <a:spcPts val="0"/>
              </a:spcBef>
              <a:buNone/>
              <a:defRPr sz="1800" b="0">
                <a:solidFill>
                  <a:schemeClr val="bg1"/>
                </a:solidFill>
              </a:defRPr>
            </a:lvl7pPr>
            <a:lvl8pPr marL="0" indent="0">
              <a:spcBef>
                <a:spcPts val="0"/>
              </a:spcBef>
              <a:buNone/>
              <a:defRPr sz="1800" b="0">
                <a:solidFill>
                  <a:schemeClr val="bg1"/>
                </a:solidFill>
              </a:defRPr>
            </a:lvl8pPr>
            <a:lvl9pPr marL="0" indent="0">
              <a:spcBef>
                <a:spcPts val="0"/>
              </a:spcBef>
              <a:buNone/>
              <a:defRPr sz="1800" b="0">
                <a:solidFill>
                  <a:schemeClr val="bg1"/>
                </a:solidFill>
              </a:defRPr>
            </a:lvl9pPr>
          </a:lstStyle>
          <a:p>
            <a:pPr lvl="0"/>
            <a:r>
              <a:rPr lang="de-DE" noProof="0"/>
              <a:t>Werteinheit durch Klicken bearbeiten</a:t>
            </a:r>
            <a:endParaRPr lang="de-DE" noProof="0" dirty="0"/>
          </a:p>
        </p:txBody>
      </p:sp>
      <p:sp>
        <p:nvSpPr>
          <p:cNvPr id="9" name="Text Placeholder 10">
            <a:extLst>
              <a:ext uri="{FF2B5EF4-FFF2-40B4-BE49-F238E27FC236}">
                <a16:creationId xmlns:a16="http://schemas.microsoft.com/office/drawing/2014/main" id="{F04793D8-BEC5-A481-5DFB-9D9D90CDC927}"/>
              </a:ext>
            </a:extLst>
          </p:cNvPr>
          <p:cNvSpPr>
            <a:spLocks noGrp="1"/>
          </p:cNvSpPr>
          <p:nvPr>
            <p:ph type="body" sz="quarter" idx="15" hasCustomPrompt="1"/>
          </p:nvPr>
        </p:nvSpPr>
        <p:spPr bwMode="invGray">
          <a:xfrm>
            <a:off x="407368" y="6082908"/>
            <a:ext cx="11376000" cy="153888"/>
          </a:xfrm>
        </p:spPr>
        <p:txBody>
          <a:bodyPr wrap="square" anchor="b">
            <a:spAutoFit/>
          </a:bodyPr>
          <a:lstStyle>
            <a:lvl1pPr marL="0" indent="0">
              <a:spcBef>
                <a:spcPts val="0"/>
              </a:spcBef>
              <a:buFont typeface="Skeena" panose="020B0604020202020204" pitchFamily="34" charset="0"/>
              <a:buNone/>
              <a:defRPr sz="1000" b="0">
                <a:solidFill>
                  <a:schemeClr val="bg1"/>
                </a:solidFill>
              </a:defRPr>
            </a:lvl1pPr>
            <a:lvl2pPr marL="0" indent="0">
              <a:spcBef>
                <a:spcPts val="0"/>
              </a:spcBef>
              <a:buFont typeface="Skeena" panose="020B0604020202020204" pitchFamily="34" charset="0"/>
              <a:buNone/>
              <a:defRPr sz="1000" b="0">
                <a:solidFill>
                  <a:schemeClr val="bg1"/>
                </a:solidFill>
              </a:defRPr>
            </a:lvl2pPr>
            <a:lvl3pPr marL="0" indent="0">
              <a:spcBef>
                <a:spcPts val="0"/>
              </a:spcBef>
              <a:buNone/>
              <a:defRPr sz="1000" b="0">
                <a:solidFill>
                  <a:schemeClr val="bg1"/>
                </a:solidFill>
              </a:defRPr>
            </a:lvl3pPr>
            <a:lvl4pPr marL="0" indent="0">
              <a:spcBef>
                <a:spcPts val="0"/>
              </a:spcBef>
              <a:buNone/>
              <a:defRPr sz="1000" b="0">
                <a:solidFill>
                  <a:schemeClr val="bg1"/>
                </a:solidFill>
              </a:defRPr>
            </a:lvl4pPr>
            <a:lvl5pPr marL="0" indent="0">
              <a:spcBef>
                <a:spcPts val="0"/>
              </a:spcBef>
              <a:buNone/>
              <a:defRPr sz="1000" b="0">
                <a:solidFill>
                  <a:schemeClr val="bg1"/>
                </a:solidFill>
              </a:defRPr>
            </a:lvl5pPr>
            <a:lvl6pPr marL="0" indent="0">
              <a:spcBef>
                <a:spcPts val="0"/>
              </a:spcBef>
              <a:buNone/>
              <a:defRPr sz="1000" b="0">
                <a:solidFill>
                  <a:schemeClr val="bg1"/>
                </a:solidFill>
              </a:defRPr>
            </a:lvl6pPr>
            <a:lvl7pPr marL="0" indent="0">
              <a:spcBef>
                <a:spcPts val="0"/>
              </a:spcBef>
              <a:buNone/>
              <a:defRPr sz="1000" b="0">
                <a:solidFill>
                  <a:schemeClr val="bg1"/>
                </a:solidFill>
              </a:defRPr>
            </a:lvl7pPr>
            <a:lvl8pPr marL="0" indent="0">
              <a:spcBef>
                <a:spcPts val="0"/>
              </a:spcBef>
              <a:buNone/>
              <a:defRPr sz="1000" b="0">
                <a:solidFill>
                  <a:schemeClr val="bg1"/>
                </a:solidFill>
              </a:defRPr>
            </a:lvl8pPr>
            <a:lvl9pPr marL="0" indent="0">
              <a:spcBef>
                <a:spcPts val="0"/>
              </a:spcBef>
              <a:buNone/>
              <a:defRPr sz="1000" b="0">
                <a:solidFill>
                  <a:schemeClr val="bg1"/>
                </a:solidFill>
              </a:defRPr>
            </a:lvl9pPr>
          </a:lstStyle>
          <a:p>
            <a:pPr lvl="0"/>
            <a:r>
              <a:rPr lang="de-DE" noProof="0"/>
              <a:t>Fußnote/Quellenangabe durch Klicken bearbeiten</a:t>
            </a:r>
          </a:p>
        </p:txBody>
      </p:sp>
    </p:spTree>
    <p:extLst>
      <p:ext uri="{BB962C8B-B14F-4D97-AF65-F5344CB8AC3E}">
        <p14:creationId xmlns:p14="http://schemas.microsoft.com/office/powerpoint/2010/main" val="693786865"/>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 Titel und zwei Diagramme">
    <p:spTree>
      <p:nvGrpSpPr>
        <p:cNvPr id="1" name=""/>
        <p:cNvGrpSpPr/>
        <p:nvPr/>
      </p:nvGrpSpPr>
      <p:grpSpPr>
        <a:xfrm>
          <a:off x="0" y="0"/>
          <a:ext cx="0" cy="0"/>
          <a:chOff x="0" y="0"/>
          <a:chExt cx="0" cy="0"/>
        </a:xfrm>
      </p:grpSpPr>
      <p:sp>
        <p:nvSpPr>
          <p:cNvPr id="10" name="Chart Placeholder 9">
            <a:extLst>
              <a:ext uri="{FF2B5EF4-FFF2-40B4-BE49-F238E27FC236}">
                <a16:creationId xmlns:a16="http://schemas.microsoft.com/office/drawing/2014/main" id="{68E2BF02-3E71-B4D3-9100-115FCA029DE0}"/>
              </a:ext>
            </a:extLst>
          </p:cNvPr>
          <p:cNvSpPr>
            <a:spLocks noGrp="1"/>
          </p:cNvSpPr>
          <p:nvPr>
            <p:ph type="chart" sz="quarter" idx="16"/>
          </p:nvPr>
        </p:nvSpPr>
        <p:spPr bwMode="invGray">
          <a:xfrm>
            <a:off x="407368" y="2384884"/>
            <a:ext cx="5472000" cy="3564000"/>
          </a:xfrm>
        </p:spPr>
        <p:txBody>
          <a:bodyPr tIns="648000" anchor="ctr"/>
          <a:lstStyle>
            <a:lvl1pPr algn="ctr">
              <a:spcBef>
                <a:spcPts val="0"/>
              </a:spcBef>
              <a:defRPr sz="1600" b="0"/>
            </a:lvl1pPr>
          </a:lstStyle>
          <a:p>
            <a:r>
              <a:rPr lang="de-DE" noProof="0" dirty="0"/>
              <a:t>Diagramm durch Klicken auf Symbol hinzufügen</a:t>
            </a:r>
          </a:p>
        </p:txBody>
      </p:sp>
      <p:sp>
        <p:nvSpPr>
          <p:cNvPr id="14" name="Chart Placeholder 9">
            <a:extLst>
              <a:ext uri="{FF2B5EF4-FFF2-40B4-BE49-F238E27FC236}">
                <a16:creationId xmlns:a16="http://schemas.microsoft.com/office/drawing/2014/main" id="{3B6BA9E7-0268-DDE7-1A78-D4421DD3388E}"/>
              </a:ext>
            </a:extLst>
          </p:cNvPr>
          <p:cNvSpPr>
            <a:spLocks noGrp="1"/>
          </p:cNvSpPr>
          <p:nvPr>
            <p:ph type="chart" sz="quarter" idx="20"/>
          </p:nvPr>
        </p:nvSpPr>
        <p:spPr bwMode="invGray">
          <a:xfrm>
            <a:off x="6312024" y="2384884"/>
            <a:ext cx="5472000" cy="3564000"/>
          </a:xfrm>
        </p:spPr>
        <p:txBody>
          <a:bodyPr tIns="648000" anchor="ctr"/>
          <a:lstStyle>
            <a:lvl1pPr algn="ctr">
              <a:spcBef>
                <a:spcPts val="0"/>
              </a:spcBef>
              <a:defRPr sz="1600" b="0"/>
            </a:lvl1pPr>
          </a:lstStyle>
          <a:p>
            <a:r>
              <a:rPr lang="de-DE" noProof="0" dirty="0"/>
              <a:t>Diagramm durch Klicken auf Symbol hinzufügen</a:t>
            </a:r>
          </a:p>
        </p:txBody>
      </p:sp>
      <p:sp>
        <p:nvSpPr>
          <p:cNvPr id="2" name="Title 1">
            <a:extLst>
              <a:ext uri="{FF2B5EF4-FFF2-40B4-BE49-F238E27FC236}">
                <a16:creationId xmlns:a16="http://schemas.microsoft.com/office/drawing/2014/main" id="{8F8572F5-E83A-3E87-215C-6FDF1BCF28E6}"/>
              </a:ext>
            </a:extLst>
          </p:cNvPr>
          <p:cNvSpPr>
            <a:spLocks noGrp="1"/>
          </p:cNvSpPr>
          <p:nvPr>
            <p:ph type="title" hasCustomPrompt="1"/>
          </p:nvPr>
        </p:nvSpPr>
        <p:spPr bwMode="invGray">
          <a:xfrm>
            <a:off x="407368" y="224644"/>
            <a:ext cx="10512000" cy="997196"/>
          </a:xfrm>
        </p:spPr>
        <p:txBody>
          <a:bodyPr/>
          <a:lstStyle/>
          <a:p>
            <a:r>
              <a:rPr lang="de-DE" noProof="0"/>
              <a:t>Folientitel durch Klicken bearbeiten </a:t>
            </a:r>
            <a:br>
              <a:rPr lang="de-DE" noProof="0"/>
            </a:br>
            <a:r>
              <a:rPr lang="de-DE" noProof="0"/>
              <a:t>(maximal zweizeilig)</a:t>
            </a:r>
          </a:p>
        </p:txBody>
      </p:sp>
      <p:sp>
        <p:nvSpPr>
          <p:cNvPr id="3" name="Footer Placeholder 2">
            <a:extLst>
              <a:ext uri="{FF2B5EF4-FFF2-40B4-BE49-F238E27FC236}">
                <a16:creationId xmlns:a16="http://schemas.microsoft.com/office/drawing/2014/main" id="{380B7BAE-6840-9842-1720-11CF2479686A}"/>
              </a:ext>
            </a:extLst>
          </p:cNvPr>
          <p:cNvSpPr>
            <a:spLocks noGrp="1"/>
          </p:cNvSpPr>
          <p:nvPr>
            <p:ph type="ftr" sz="quarter" idx="10"/>
          </p:nvPr>
        </p:nvSpPr>
        <p:spPr bwMode="invGray"/>
        <p:txBody>
          <a:bodyPr/>
          <a:lstStyle/>
          <a:p>
            <a:r>
              <a:rPr lang="de-DE" noProof="0"/>
              <a:t>Hier steht der übergeordnete Präsentationstitel (Einfügen → Kopf- und Fußzeile)</a:t>
            </a:r>
          </a:p>
        </p:txBody>
      </p:sp>
      <p:sp>
        <p:nvSpPr>
          <p:cNvPr id="4" name="Slide Number Placeholder 3">
            <a:extLst>
              <a:ext uri="{FF2B5EF4-FFF2-40B4-BE49-F238E27FC236}">
                <a16:creationId xmlns:a16="http://schemas.microsoft.com/office/drawing/2014/main" id="{51B88120-E8B7-C426-477A-56804F99DB5C}"/>
              </a:ext>
            </a:extLst>
          </p:cNvPr>
          <p:cNvSpPr>
            <a:spLocks noGrp="1"/>
          </p:cNvSpPr>
          <p:nvPr>
            <p:ph type="sldNum" sz="quarter" idx="11"/>
          </p:nvPr>
        </p:nvSpPr>
        <p:spPr bwMode="invGray"/>
        <p:txBody>
          <a:bodyPr/>
          <a:lstStyle/>
          <a:p>
            <a:fld id="{5438FF58-A5B1-455A-BA0C-D8E0E4C71076}" type="slidenum">
              <a:rPr lang="de-DE" noProof="0" smtClean="0"/>
              <a:pPr/>
              <a:t>‹#›</a:t>
            </a:fld>
            <a:endParaRPr lang="de-DE" noProof="0"/>
          </a:p>
        </p:txBody>
      </p:sp>
      <p:sp>
        <p:nvSpPr>
          <p:cNvPr id="7" name="Text Placeholder 10">
            <a:extLst>
              <a:ext uri="{FF2B5EF4-FFF2-40B4-BE49-F238E27FC236}">
                <a16:creationId xmlns:a16="http://schemas.microsoft.com/office/drawing/2014/main" id="{1280BB9E-AC72-3000-B234-C1B92BEA6BD1}"/>
              </a:ext>
            </a:extLst>
          </p:cNvPr>
          <p:cNvSpPr>
            <a:spLocks noGrp="1"/>
          </p:cNvSpPr>
          <p:nvPr>
            <p:ph type="body" sz="quarter" idx="13" hasCustomPrompt="1"/>
          </p:nvPr>
        </p:nvSpPr>
        <p:spPr bwMode="invGray">
          <a:xfrm>
            <a:off x="407368" y="1592796"/>
            <a:ext cx="5472000" cy="307777"/>
          </a:xfrm>
        </p:spPr>
        <p:txBody>
          <a:bodyPr wrap="square">
            <a:spAutoFit/>
          </a:bodyPr>
          <a:lstStyle>
            <a:lvl1pPr marL="0" indent="0">
              <a:spcBef>
                <a:spcPts val="0"/>
              </a:spcBef>
              <a:buFont typeface="Skeena" panose="020B0604020202020204" pitchFamily="34" charset="0"/>
              <a:buNone/>
              <a:defRPr sz="2000" b="1">
                <a:solidFill>
                  <a:schemeClr val="bg1"/>
                </a:solidFill>
              </a:defRPr>
            </a:lvl1pPr>
            <a:lvl2pPr marL="0" indent="0">
              <a:spcBef>
                <a:spcPts val="0"/>
              </a:spcBef>
              <a:buFont typeface="Skeena" panose="020B0604020202020204" pitchFamily="34" charset="0"/>
              <a:buNone/>
              <a:defRPr sz="2000" b="1">
                <a:solidFill>
                  <a:schemeClr val="bg1"/>
                </a:solidFill>
              </a:defRPr>
            </a:lvl2pPr>
            <a:lvl3pPr marL="0" indent="0">
              <a:spcBef>
                <a:spcPts val="0"/>
              </a:spcBef>
              <a:buNone/>
              <a:defRPr sz="2000" b="1">
                <a:solidFill>
                  <a:schemeClr val="bg1"/>
                </a:solidFill>
              </a:defRPr>
            </a:lvl3pPr>
            <a:lvl4pPr marL="0" indent="0">
              <a:spcBef>
                <a:spcPts val="0"/>
              </a:spcBef>
              <a:buNone/>
              <a:defRPr sz="2000" b="1">
                <a:solidFill>
                  <a:schemeClr val="bg1"/>
                </a:solidFill>
              </a:defRPr>
            </a:lvl4pPr>
            <a:lvl5pPr marL="0" indent="0">
              <a:spcBef>
                <a:spcPts val="0"/>
              </a:spcBef>
              <a:buNone/>
              <a:defRPr sz="2000" b="1">
                <a:solidFill>
                  <a:schemeClr val="bg1"/>
                </a:solidFill>
              </a:defRPr>
            </a:lvl5pPr>
            <a:lvl6pPr marL="0" indent="0">
              <a:spcBef>
                <a:spcPts val="0"/>
              </a:spcBef>
              <a:buNone/>
              <a:defRPr sz="2000" b="1">
                <a:solidFill>
                  <a:schemeClr val="bg1"/>
                </a:solidFill>
              </a:defRPr>
            </a:lvl6pPr>
            <a:lvl7pPr marL="0" indent="0">
              <a:spcBef>
                <a:spcPts val="0"/>
              </a:spcBef>
              <a:buNone/>
              <a:defRPr sz="2000" b="1">
                <a:solidFill>
                  <a:schemeClr val="bg1"/>
                </a:solidFill>
              </a:defRPr>
            </a:lvl7pPr>
            <a:lvl8pPr marL="0" indent="0">
              <a:spcBef>
                <a:spcPts val="0"/>
              </a:spcBef>
              <a:buNone/>
              <a:defRPr sz="2000" b="1">
                <a:solidFill>
                  <a:schemeClr val="bg1"/>
                </a:solidFill>
              </a:defRPr>
            </a:lvl8pPr>
            <a:lvl9pPr marL="0" indent="0">
              <a:spcBef>
                <a:spcPts val="0"/>
              </a:spcBef>
              <a:buNone/>
              <a:defRPr sz="2000" b="1">
                <a:solidFill>
                  <a:schemeClr val="bg1"/>
                </a:solidFill>
              </a:defRPr>
            </a:lvl9pPr>
          </a:lstStyle>
          <a:p>
            <a:pPr lvl="0"/>
            <a:r>
              <a:rPr lang="de-DE" noProof="0"/>
              <a:t>Diagrammtitel durch Klicken bearbeiten</a:t>
            </a:r>
          </a:p>
        </p:txBody>
      </p:sp>
      <p:sp>
        <p:nvSpPr>
          <p:cNvPr id="8" name="Text Placeholder 10">
            <a:extLst>
              <a:ext uri="{FF2B5EF4-FFF2-40B4-BE49-F238E27FC236}">
                <a16:creationId xmlns:a16="http://schemas.microsoft.com/office/drawing/2014/main" id="{223E0DB9-8137-0846-98A4-7A44669C000F}"/>
              </a:ext>
            </a:extLst>
          </p:cNvPr>
          <p:cNvSpPr>
            <a:spLocks noGrp="1"/>
          </p:cNvSpPr>
          <p:nvPr>
            <p:ph type="body" sz="quarter" idx="14" hasCustomPrompt="1"/>
          </p:nvPr>
        </p:nvSpPr>
        <p:spPr bwMode="invGray">
          <a:xfrm>
            <a:off x="407368" y="1975122"/>
            <a:ext cx="5472000" cy="276999"/>
          </a:xfrm>
        </p:spPr>
        <p:txBody>
          <a:bodyPr wrap="square">
            <a:spAutoFit/>
          </a:bodyPr>
          <a:lstStyle>
            <a:lvl1pPr marL="0" indent="0">
              <a:spcBef>
                <a:spcPts val="0"/>
              </a:spcBef>
              <a:buFont typeface="Skeena" panose="020B0604020202020204" pitchFamily="34" charset="0"/>
              <a:buNone/>
              <a:defRPr sz="1800" b="0">
                <a:solidFill>
                  <a:schemeClr val="bg1"/>
                </a:solidFill>
              </a:defRPr>
            </a:lvl1pPr>
            <a:lvl2pPr marL="0" indent="0">
              <a:spcBef>
                <a:spcPts val="0"/>
              </a:spcBef>
              <a:buFont typeface="Skeena" panose="020B0604020202020204" pitchFamily="34" charset="0"/>
              <a:buNone/>
              <a:defRPr sz="1800" b="0">
                <a:solidFill>
                  <a:schemeClr val="bg1"/>
                </a:solidFill>
              </a:defRPr>
            </a:lvl2pPr>
            <a:lvl3pPr marL="0" indent="0">
              <a:spcBef>
                <a:spcPts val="0"/>
              </a:spcBef>
              <a:buNone/>
              <a:defRPr sz="1800" b="0">
                <a:solidFill>
                  <a:schemeClr val="bg1"/>
                </a:solidFill>
              </a:defRPr>
            </a:lvl3pPr>
            <a:lvl4pPr marL="0" indent="0">
              <a:spcBef>
                <a:spcPts val="0"/>
              </a:spcBef>
              <a:buNone/>
              <a:defRPr sz="1800" b="0">
                <a:solidFill>
                  <a:schemeClr val="bg1"/>
                </a:solidFill>
              </a:defRPr>
            </a:lvl4pPr>
            <a:lvl5pPr marL="0" indent="0">
              <a:spcBef>
                <a:spcPts val="0"/>
              </a:spcBef>
              <a:buNone/>
              <a:defRPr sz="1800" b="0">
                <a:solidFill>
                  <a:schemeClr val="bg1"/>
                </a:solidFill>
              </a:defRPr>
            </a:lvl5pPr>
            <a:lvl6pPr marL="0" indent="0">
              <a:spcBef>
                <a:spcPts val="0"/>
              </a:spcBef>
              <a:buNone/>
              <a:defRPr sz="1800" b="0">
                <a:solidFill>
                  <a:schemeClr val="bg1"/>
                </a:solidFill>
              </a:defRPr>
            </a:lvl6pPr>
            <a:lvl7pPr marL="0" indent="0">
              <a:spcBef>
                <a:spcPts val="0"/>
              </a:spcBef>
              <a:buNone/>
              <a:defRPr sz="1800" b="0">
                <a:solidFill>
                  <a:schemeClr val="bg1"/>
                </a:solidFill>
              </a:defRPr>
            </a:lvl7pPr>
            <a:lvl8pPr marL="0" indent="0">
              <a:spcBef>
                <a:spcPts val="0"/>
              </a:spcBef>
              <a:buNone/>
              <a:defRPr sz="1800" b="0">
                <a:solidFill>
                  <a:schemeClr val="bg1"/>
                </a:solidFill>
              </a:defRPr>
            </a:lvl8pPr>
            <a:lvl9pPr marL="0" indent="0">
              <a:spcBef>
                <a:spcPts val="0"/>
              </a:spcBef>
              <a:buNone/>
              <a:defRPr sz="1800" b="0">
                <a:solidFill>
                  <a:schemeClr val="bg1"/>
                </a:solidFill>
              </a:defRPr>
            </a:lvl9pPr>
          </a:lstStyle>
          <a:p>
            <a:pPr lvl="0"/>
            <a:r>
              <a:rPr lang="de-DE" noProof="0" dirty="0"/>
              <a:t>Werteinheit durch Klicken bearbeiten</a:t>
            </a:r>
          </a:p>
        </p:txBody>
      </p:sp>
      <p:sp>
        <p:nvSpPr>
          <p:cNvPr id="9" name="Text Placeholder 10">
            <a:extLst>
              <a:ext uri="{FF2B5EF4-FFF2-40B4-BE49-F238E27FC236}">
                <a16:creationId xmlns:a16="http://schemas.microsoft.com/office/drawing/2014/main" id="{F04793D8-BEC5-A481-5DFB-9D9D90CDC927}"/>
              </a:ext>
            </a:extLst>
          </p:cNvPr>
          <p:cNvSpPr>
            <a:spLocks noGrp="1"/>
          </p:cNvSpPr>
          <p:nvPr>
            <p:ph type="body" sz="quarter" idx="15" hasCustomPrompt="1"/>
          </p:nvPr>
        </p:nvSpPr>
        <p:spPr bwMode="invGray">
          <a:xfrm>
            <a:off x="407368" y="6082908"/>
            <a:ext cx="5472000" cy="153888"/>
          </a:xfrm>
        </p:spPr>
        <p:txBody>
          <a:bodyPr wrap="square" anchor="b">
            <a:spAutoFit/>
          </a:bodyPr>
          <a:lstStyle>
            <a:lvl1pPr marL="0" indent="0">
              <a:spcBef>
                <a:spcPts val="0"/>
              </a:spcBef>
              <a:buFont typeface="Skeena" panose="020B0604020202020204" pitchFamily="34" charset="0"/>
              <a:buNone/>
              <a:defRPr sz="1000" b="0">
                <a:solidFill>
                  <a:schemeClr val="bg1"/>
                </a:solidFill>
              </a:defRPr>
            </a:lvl1pPr>
            <a:lvl2pPr marL="0" indent="0">
              <a:spcBef>
                <a:spcPts val="0"/>
              </a:spcBef>
              <a:buFont typeface="Skeena" panose="020B0604020202020204" pitchFamily="34" charset="0"/>
              <a:buNone/>
              <a:defRPr sz="1000" b="0">
                <a:solidFill>
                  <a:schemeClr val="bg1"/>
                </a:solidFill>
              </a:defRPr>
            </a:lvl2pPr>
            <a:lvl3pPr marL="0" indent="0">
              <a:spcBef>
                <a:spcPts val="0"/>
              </a:spcBef>
              <a:buNone/>
              <a:defRPr sz="1000" b="0">
                <a:solidFill>
                  <a:schemeClr val="bg1"/>
                </a:solidFill>
              </a:defRPr>
            </a:lvl3pPr>
            <a:lvl4pPr marL="0" indent="0">
              <a:spcBef>
                <a:spcPts val="0"/>
              </a:spcBef>
              <a:buNone/>
              <a:defRPr sz="1000" b="0">
                <a:solidFill>
                  <a:schemeClr val="bg1"/>
                </a:solidFill>
              </a:defRPr>
            </a:lvl4pPr>
            <a:lvl5pPr marL="0" indent="0">
              <a:spcBef>
                <a:spcPts val="0"/>
              </a:spcBef>
              <a:buNone/>
              <a:defRPr sz="1000" b="0">
                <a:solidFill>
                  <a:schemeClr val="bg1"/>
                </a:solidFill>
              </a:defRPr>
            </a:lvl5pPr>
            <a:lvl6pPr marL="0" indent="0">
              <a:spcBef>
                <a:spcPts val="0"/>
              </a:spcBef>
              <a:buNone/>
              <a:defRPr sz="1000" b="0">
                <a:solidFill>
                  <a:schemeClr val="bg1"/>
                </a:solidFill>
              </a:defRPr>
            </a:lvl6pPr>
            <a:lvl7pPr marL="0" indent="0">
              <a:spcBef>
                <a:spcPts val="0"/>
              </a:spcBef>
              <a:buNone/>
              <a:defRPr sz="1000" b="0">
                <a:solidFill>
                  <a:schemeClr val="bg1"/>
                </a:solidFill>
              </a:defRPr>
            </a:lvl7pPr>
            <a:lvl8pPr marL="0" indent="0">
              <a:spcBef>
                <a:spcPts val="0"/>
              </a:spcBef>
              <a:buNone/>
              <a:defRPr sz="1000" b="0">
                <a:solidFill>
                  <a:schemeClr val="bg1"/>
                </a:solidFill>
              </a:defRPr>
            </a:lvl8pPr>
            <a:lvl9pPr marL="0" indent="0">
              <a:spcBef>
                <a:spcPts val="0"/>
              </a:spcBef>
              <a:buNone/>
              <a:defRPr sz="1000" b="0">
                <a:solidFill>
                  <a:schemeClr val="bg1"/>
                </a:solidFill>
              </a:defRPr>
            </a:lvl9pPr>
          </a:lstStyle>
          <a:p>
            <a:pPr lvl="0"/>
            <a:r>
              <a:rPr lang="de-DE" noProof="0"/>
              <a:t>Fußnote/Quellenangabe durch Klicken bearbeiten</a:t>
            </a:r>
          </a:p>
        </p:txBody>
      </p:sp>
      <p:sp>
        <p:nvSpPr>
          <p:cNvPr id="11" name="Text Placeholder 10">
            <a:extLst>
              <a:ext uri="{FF2B5EF4-FFF2-40B4-BE49-F238E27FC236}">
                <a16:creationId xmlns:a16="http://schemas.microsoft.com/office/drawing/2014/main" id="{2FFAF3E6-0CA2-E2D4-5C5D-FF9ACFB418B2}"/>
              </a:ext>
            </a:extLst>
          </p:cNvPr>
          <p:cNvSpPr>
            <a:spLocks noGrp="1"/>
          </p:cNvSpPr>
          <p:nvPr>
            <p:ph type="body" sz="quarter" idx="17" hasCustomPrompt="1"/>
          </p:nvPr>
        </p:nvSpPr>
        <p:spPr bwMode="invGray">
          <a:xfrm>
            <a:off x="6312024" y="1592796"/>
            <a:ext cx="5472000" cy="307777"/>
          </a:xfrm>
        </p:spPr>
        <p:txBody>
          <a:bodyPr wrap="square">
            <a:spAutoFit/>
          </a:bodyPr>
          <a:lstStyle>
            <a:lvl1pPr marL="0" indent="0">
              <a:spcBef>
                <a:spcPts val="0"/>
              </a:spcBef>
              <a:buFont typeface="Skeena" panose="020B0604020202020204" pitchFamily="34" charset="0"/>
              <a:buNone/>
              <a:defRPr sz="2000" b="1">
                <a:solidFill>
                  <a:schemeClr val="bg1"/>
                </a:solidFill>
              </a:defRPr>
            </a:lvl1pPr>
            <a:lvl2pPr marL="0" indent="0">
              <a:spcBef>
                <a:spcPts val="0"/>
              </a:spcBef>
              <a:buFont typeface="Skeena" panose="020B0604020202020204" pitchFamily="34" charset="0"/>
              <a:buNone/>
              <a:defRPr sz="2000" b="1">
                <a:solidFill>
                  <a:schemeClr val="bg1"/>
                </a:solidFill>
              </a:defRPr>
            </a:lvl2pPr>
            <a:lvl3pPr marL="0" indent="0">
              <a:spcBef>
                <a:spcPts val="0"/>
              </a:spcBef>
              <a:buNone/>
              <a:defRPr sz="2000" b="1">
                <a:solidFill>
                  <a:schemeClr val="bg1"/>
                </a:solidFill>
              </a:defRPr>
            </a:lvl3pPr>
            <a:lvl4pPr marL="0" indent="0">
              <a:spcBef>
                <a:spcPts val="0"/>
              </a:spcBef>
              <a:buNone/>
              <a:defRPr sz="2000" b="1">
                <a:solidFill>
                  <a:schemeClr val="bg1"/>
                </a:solidFill>
              </a:defRPr>
            </a:lvl4pPr>
            <a:lvl5pPr marL="0" indent="0">
              <a:spcBef>
                <a:spcPts val="0"/>
              </a:spcBef>
              <a:buNone/>
              <a:defRPr sz="2000" b="1">
                <a:solidFill>
                  <a:schemeClr val="bg1"/>
                </a:solidFill>
              </a:defRPr>
            </a:lvl5pPr>
            <a:lvl6pPr marL="0" indent="0">
              <a:spcBef>
                <a:spcPts val="0"/>
              </a:spcBef>
              <a:buNone/>
              <a:defRPr sz="2000" b="1">
                <a:solidFill>
                  <a:schemeClr val="bg1"/>
                </a:solidFill>
              </a:defRPr>
            </a:lvl6pPr>
            <a:lvl7pPr marL="0" indent="0">
              <a:spcBef>
                <a:spcPts val="0"/>
              </a:spcBef>
              <a:buNone/>
              <a:defRPr sz="2000" b="1">
                <a:solidFill>
                  <a:schemeClr val="bg1"/>
                </a:solidFill>
              </a:defRPr>
            </a:lvl7pPr>
            <a:lvl8pPr marL="0" indent="0">
              <a:spcBef>
                <a:spcPts val="0"/>
              </a:spcBef>
              <a:buNone/>
              <a:defRPr sz="2000" b="1">
                <a:solidFill>
                  <a:schemeClr val="bg1"/>
                </a:solidFill>
              </a:defRPr>
            </a:lvl8pPr>
            <a:lvl9pPr marL="0" indent="0">
              <a:spcBef>
                <a:spcPts val="0"/>
              </a:spcBef>
              <a:buNone/>
              <a:defRPr sz="2000" b="1">
                <a:solidFill>
                  <a:schemeClr val="bg1"/>
                </a:solidFill>
              </a:defRPr>
            </a:lvl9pPr>
          </a:lstStyle>
          <a:p>
            <a:pPr lvl="0"/>
            <a:r>
              <a:rPr lang="de-DE" noProof="0"/>
              <a:t>Diagrammtitel durch Klicken bearbeiten</a:t>
            </a:r>
          </a:p>
        </p:txBody>
      </p:sp>
      <p:sp>
        <p:nvSpPr>
          <p:cNvPr id="12" name="Text Placeholder 10">
            <a:extLst>
              <a:ext uri="{FF2B5EF4-FFF2-40B4-BE49-F238E27FC236}">
                <a16:creationId xmlns:a16="http://schemas.microsoft.com/office/drawing/2014/main" id="{6FE1FF6C-9788-8F66-12C0-AF4F2BD68E45}"/>
              </a:ext>
            </a:extLst>
          </p:cNvPr>
          <p:cNvSpPr>
            <a:spLocks noGrp="1"/>
          </p:cNvSpPr>
          <p:nvPr>
            <p:ph type="body" sz="quarter" idx="18" hasCustomPrompt="1"/>
          </p:nvPr>
        </p:nvSpPr>
        <p:spPr bwMode="invGray">
          <a:xfrm>
            <a:off x="6312024" y="1975122"/>
            <a:ext cx="5472000" cy="276999"/>
          </a:xfrm>
        </p:spPr>
        <p:txBody>
          <a:bodyPr wrap="square">
            <a:spAutoFit/>
          </a:bodyPr>
          <a:lstStyle>
            <a:lvl1pPr marL="0" indent="0">
              <a:spcBef>
                <a:spcPts val="0"/>
              </a:spcBef>
              <a:buFont typeface="Skeena" panose="020B0604020202020204" pitchFamily="34" charset="0"/>
              <a:buNone/>
              <a:defRPr sz="1800" b="0">
                <a:solidFill>
                  <a:schemeClr val="bg1"/>
                </a:solidFill>
              </a:defRPr>
            </a:lvl1pPr>
            <a:lvl2pPr marL="0" indent="0">
              <a:spcBef>
                <a:spcPts val="0"/>
              </a:spcBef>
              <a:buFont typeface="Skeena" panose="020B0604020202020204" pitchFamily="34" charset="0"/>
              <a:buNone/>
              <a:defRPr sz="1800" b="0">
                <a:solidFill>
                  <a:schemeClr val="bg1"/>
                </a:solidFill>
              </a:defRPr>
            </a:lvl2pPr>
            <a:lvl3pPr marL="0" indent="0">
              <a:spcBef>
                <a:spcPts val="0"/>
              </a:spcBef>
              <a:buNone/>
              <a:defRPr sz="1800" b="0">
                <a:solidFill>
                  <a:schemeClr val="bg1"/>
                </a:solidFill>
              </a:defRPr>
            </a:lvl3pPr>
            <a:lvl4pPr marL="0" indent="0">
              <a:spcBef>
                <a:spcPts val="0"/>
              </a:spcBef>
              <a:buNone/>
              <a:defRPr sz="1800" b="0">
                <a:solidFill>
                  <a:schemeClr val="bg1"/>
                </a:solidFill>
              </a:defRPr>
            </a:lvl4pPr>
            <a:lvl5pPr marL="0" indent="0">
              <a:spcBef>
                <a:spcPts val="0"/>
              </a:spcBef>
              <a:buNone/>
              <a:defRPr sz="1800" b="0">
                <a:solidFill>
                  <a:schemeClr val="bg1"/>
                </a:solidFill>
              </a:defRPr>
            </a:lvl5pPr>
            <a:lvl6pPr marL="0" indent="0">
              <a:spcBef>
                <a:spcPts val="0"/>
              </a:spcBef>
              <a:buNone/>
              <a:defRPr sz="1800" b="0">
                <a:solidFill>
                  <a:schemeClr val="bg1"/>
                </a:solidFill>
              </a:defRPr>
            </a:lvl6pPr>
            <a:lvl7pPr marL="0" indent="0">
              <a:spcBef>
                <a:spcPts val="0"/>
              </a:spcBef>
              <a:buNone/>
              <a:defRPr sz="1800" b="0">
                <a:solidFill>
                  <a:schemeClr val="bg1"/>
                </a:solidFill>
              </a:defRPr>
            </a:lvl7pPr>
            <a:lvl8pPr marL="0" indent="0">
              <a:spcBef>
                <a:spcPts val="0"/>
              </a:spcBef>
              <a:buNone/>
              <a:defRPr sz="1800" b="0">
                <a:solidFill>
                  <a:schemeClr val="bg1"/>
                </a:solidFill>
              </a:defRPr>
            </a:lvl8pPr>
            <a:lvl9pPr marL="0" indent="0">
              <a:spcBef>
                <a:spcPts val="0"/>
              </a:spcBef>
              <a:buNone/>
              <a:defRPr sz="1800" b="0">
                <a:solidFill>
                  <a:schemeClr val="bg1"/>
                </a:solidFill>
              </a:defRPr>
            </a:lvl9pPr>
          </a:lstStyle>
          <a:p>
            <a:pPr lvl="0"/>
            <a:r>
              <a:rPr lang="de-DE" noProof="0"/>
              <a:t>Werteinheit durch Klicken bearbeiten</a:t>
            </a:r>
          </a:p>
        </p:txBody>
      </p:sp>
      <p:sp>
        <p:nvSpPr>
          <p:cNvPr id="13" name="Text Placeholder 10">
            <a:extLst>
              <a:ext uri="{FF2B5EF4-FFF2-40B4-BE49-F238E27FC236}">
                <a16:creationId xmlns:a16="http://schemas.microsoft.com/office/drawing/2014/main" id="{9E701A8C-48E4-09D5-C05A-588B4E43CB14}"/>
              </a:ext>
            </a:extLst>
          </p:cNvPr>
          <p:cNvSpPr>
            <a:spLocks noGrp="1"/>
          </p:cNvSpPr>
          <p:nvPr>
            <p:ph type="body" sz="quarter" idx="19" hasCustomPrompt="1"/>
          </p:nvPr>
        </p:nvSpPr>
        <p:spPr bwMode="invGray">
          <a:xfrm>
            <a:off x="6312024" y="6082908"/>
            <a:ext cx="5472000" cy="153888"/>
          </a:xfrm>
        </p:spPr>
        <p:txBody>
          <a:bodyPr wrap="square" anchor="b">
            <a:spAutoFit/>
          </a:bodyPr>
          <a:lstStyle>
            <a:lvl1pPr marL="0" indent="0">
              <a:spcBef>
                <a:spcPts val="0"/>
              </a:spcBef>
              <a:buFont typeface="Skeena" panose="020B0604020202020204" pitchFamily="34" charset="0"/>
              <a:buNone/>
              <a:defRPr sz="1000" b="0">
                <a:solidFill>
                  <a:schemeClr val="bg1"/>
                </a:solidFill>
              </a:defRPr>
            </a:lvl1pPr>
            <a:lvl2pPr marL="0" indent="0">
              <a:spcBef>
                <a:spcPts val="0"/>
              </a:spcBef>
              <a:buFont typeface="Skeena" panose="020B0604020202020204" pitchFamily="34" charset="0"/>
              <a:buNone/>
              <a:defRPr sz="1000" b="0">
                <a:solidFill>
                  <a:schemeClr val="bg1"/>
                </a:solidFill>
              </a:defRPr>
            </a:lvl2pPr>
            <a:lvl3pPr marL="0" indent="0">
              <a:spcBef>
                <a:spcPts val="0"/>
              </a:spcBef>
              <a:buNone/>
              <a:defRPr sz="1000" b="0">
                <a:solidFill>
                  <a:schemeClr val="bg1"/>
                </a:solidFill>
              </a:defRPr>
            </a:lvl3pPr>
            <a:lvl4pPr marL="0" indent="0">
              <a:spcBef>
                <a:spcPts val="0"/>
              </a:spcBef>
              <a:buNone/>
              <a:defRPr sz="1000" b="0">
                <a:solidFill>
                  <a:schemeClr val="bg1"/>
                </a:solidFill>
              </a:defRPr>
            </a:lvl4pPr>
            <a:lvl5pPr marL="0" indent="0">
              <a:spcBef>
                <a:spcPts val="0"/>
              </a:spcBef>
              <a:buNone/>
              <a:defRPr sz="1000" b="0">
                <a:solidFill>
                  <a:schemeClr val="bg1"/>
                </a:solidFill>
              </a:defRPr>
            </a:lvl5pPr>
            <a:lvl6pPr marL="0" indent="0">
              <a:spcBef>
                <a:spcPts val="0"/>
              </a:spcBef>
              <a:buNone/>
              <a:defRPr sz="1000" b="0">
                <a:solidFill>
                  <a:schemeClr val="bg1"/>
                </a:solidFill>
              </a:defRPr>
            </a:lvl6pPr>
            <a:lvl7pPr marL="0" indent="0">
              <a:spcBef>
                <a:spcPts val="0"/>
              </a:spcBef>
              <a:buNone/>
              <a:defRPr sz="1000" b="0">
                <a:solidFill>
                  <a:schemeClr val="bg1"/>
                </a:solidFill>
              </a:defRPr>
            </a:lvl7pPr>
            <a:lvl8pPr marL="0" indent="0">
              <a:spcBef>
                <a:spcPts val="0"/>
              </a:spcBef>
              <a:buNone/>
              <a:defRPr sz="1000" b="0">
                <a:solidFill>
                  <a:schemeClr val="bg1"/>
                </a:solidFill>
              </a:defRPr>
            </a:lvl8pPr>
            <a:lvl9pPr marL="0" indent="0">
              <a:spcBef>
                <a:spcPts val="0"/>
              </a:spcBef>
              <a:buNone/>
              <a:defRPr sz="1000" b="0">
                <a:solidFill>
                  <a:schemeClr val="bg1"/>
                </a:solidFill>
              </a:defRPr>
            </a:lvl9pPr>
          </a:lstStyle>
          <a:p>
            <a:pPr lvl="0"/>
            <a:r>
              <a:rPr lang="de-DE" noProof="0"/>
              <a:t>Fußnote/Quellenangabe durch Klicken bearbeiten</a:t>
            </a:r>
          </a:p>
        </p:txBody>
      </p:sp>
    </p:spTree>
    <p:extLst>
      <p:ext uri="{BB962C8B-B14F-4D97-AF65-F5344CB8AC3E}">
        <p14:creationId xmlns:p14="http://schemas.microsoft.com/office/powerpoint/2010/main" val="3585203416"/>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 Titel, Text und Diagramm (rechts)">
    <p:spTree>
      <p:nvGrpSpPr>
        <p:cNvPr id="1" name=""/>
        <p:cNvGrpSpPr/>
        <p:nvPr/>
      </p:nvGrpSpPr>
      <p:grpSpPr>
        <a:xfrm>
          <a:off x="0" y="0"/>
          <a:ext cx="0" cy="0"/>
          <a:chOff x="0" y="0"/>
          <a:chExt cx="0" cy="0"/>
        </a:xfrm>
      </p:grpSpPr>
      <p:sp>
        <p:nvSpPr>
          <p:cNvPr id="10" name="Chart Placeholder 9">
            <a:extLst>
              <a:ext uri="{FF2B5EF4-FFF2-40B4-BE49-F238E27FC236}">
                <a16:creationId xmlns:a16="http://schemas.microsoft.com/office/drawing/2014/main" id="{68E2BF02-3E71-B4D3-9100-115FCA029DE0}"/>
              </a:ext>
            </a:extLst>
          </p:cNvPr>
          <p:cNvSpPr>
            <a:spLocks noGrp="1"/>
          </p:cNvSpPr>
          <p:nvPr>
            <p:ph type="chart" sz="quarter" idx="16"/>
          </p:nvPr>
        </p:nvSpPr>
        <p:spPr bwMode="invGray">
          <a:xfrm>
            <a:off x="6312024" y="2384884"/>
            <a:ext cx="5472000" cy="3564000"/>
          </a:xfrm>
        </p:spPr>
        <p:txBody>
          <a:bodyPr tIns="648000" anchor="ctr"/>
          <a:lstStyle>
            <a:lvl1pPr algn="ctr">
              <a:spcBef>
                <a:spcPts val="0"/>
              </a:spcBef>
              <a:defRPr sz="1600" b="0"/>
            </a:lvl1pPr>
          </a:lstStyle>
          <a:p>
            <a:r>
              <a:rPr lang="de-DE" noProof="0" dirty="0"/>
              <a:t>Diagramm durch Klicken auf Symbol hinzufügen</a:t>
            </a:r>
          </a:p>
        </p:txBody>
      </p:sp>
      <p:sp>
        <p:nvSpPr>
          <p:cNvPr id="2" name="Title 1">
            <a:extLst>
              <a:ext uri="{FF2B5EF4-FFF2-40B4-BE49-F238E27FC236}">
                <a16:creationId xmlns:a16="http://schemas.microsoft.com/office/drawing/2014/main" id="{8F8572F5-E83A-3E87-215C-6FDF1BCF28E6}"/>
              </a:ext>
            </a:extLst>
          </p:cNvPr>
          <p:cNvSpPr>
            <a:spLocks noGrp="1"/>
          </p:cNvSpPr>
          <p:nvPr>
            <p:ph type="title" hasCustomPrompt="1"/>
          </p:nvPr>
        </p:nvSpPr>
        <p:spPr bwMode="invGray"/>
        <p:txBody>
          <a:bodyPr/>
          <a:lstStyle/>
          <a:p>
            <a:r>
              <a:rPr lang="de-DE" noProof="0"/>
              <a:t>Folientitel durch Klicken bearbeiten </a:t>
            </a:r>
            <a:br>
              <a:rPr lang="de-DE" noProof="0"/>
            </a:br>
            <a:r>
              <a:rPr lang="de-DE" noProof="0"/>
              <a:t>(maximal zweizeilig)</a:t>
            </a:r>
          </a:p>
        </p:txBody>
      </p:sp>
      <p:sp>
        <p:nvSpPr>
          <p:cNvPr id="3" name="Footer Placeholder 2">
            <a:extLst>
              <a:ext uri="{FF2B5EF4-FFF2-40B4-BE49-F238E27FC236}">
                <a16:creationId xmlns:a16="http://schemas.microsoft.com/office/drawing/2014/main" id="{380B7BAE-6840-9842-1720-11CF2479686A}"/>
              </a:ext>
            </a:extLst>
          </p:cNvPr>
          <p:cNvSpPr>
            <a:spLocks noGrp="1"/>
          </p:cNvSpPr>
          <p:nvPr>
            <p:ph type="ftr" sz="quarter" idx="10"/>
          </p:nvPr>
        </p:nvSpPr>
        <p:spPr bwMode="invGray"/>
        <p:txBody>
          <a:bodyPr/>
          <a:lstStyle/>
          <a:p>
            <a:r>
              <a:rPr lang="de-DE" noProof="0"/>
              <a:t>Hier steht der übergeordnete Präsentationstitel (Einfügen → Kopf- und Fußzeile)</a:t>
            </a:r>
          </a:p>
        </p:txBody>
      </p:sp>
      <p:sp>
        <p:nvSpPr>
          <p:cNvPr id="4" name="Slide Number Placeholder 3">
            <a:extLst>
              <a:ext uri="{FF2B5EF4-FFF2-40B4-BE49-F238E27FC236}">
                <a16:creationId xmlns:a16="http://schemas.microsoft.com/office/drawing/2014/main" id="{51B88120-E8B7-C426-477A-56804F99DB5C}"/>
              </a:ext>
            </a:extLst>
          </p:cNvPr>
          <p:cNvSpPr>
            <a:spLocks noGrp="1"/>
          </p:cNvSpPr>
          <p:nvPr>
            <p:ph type="sldNum" sz="quarter" idx="11"/>
          </p:nvPr>
        </p:nvSpPr>
        <p:spPr bwMode="invGray"/>
        <p:txBody>
          <a:bodyPr/>
          <a:lstStyle/>
          <a:p>
            <a:fld id="{5438FF58-A5B1-455A-BA0C-D8E0E4C71076}" type="slidenum">
              <a:rPr lang="de-DE" noProof="0" smtClean="0"/>
              <a:pPr/>
              <a:t>‹#›</a:t>
            </a:fld>
            <a:endParaRPr lang="de-DE" noProof="0"/>
          </a:p>
        </p:txBody>
      </p:sp>
      <p:sp>
        <p:nvSpPr>
          <p:cNvPr id="6" name="Text Placeholder 5">
            <a:extLst>
              <a:ext uri="{FF2B5EF4-FFF2-40B4-BE49-F238E27FC236}">
                <a16:creationId xmlns:a16="http://schemas.microsoft.com/office/drawing/2014/main" id="{1437442A-2E2B-60D6-57CD-158E4565F415}"/>
              </a:ext>
            </a:extLst>
          </p:cNvPr>
          <p:cNvSpPr>
            <a:spLocks noGrp="1"/>
          </p:cNvSpPr>
          <p:nvPr>
            <p:ph type="body" sz="quarter" idx="12" hasCustomPrompt="1"/>
          </p:nvPr>
        </p:nvSpPr>
        <p:spPr bwMode="invGray">
          <a:xfrm>
            <a:off x="407368" y="1592796"/>
            <a:ext cx="5472732" cy="4644000"/>
          </a:xfrm>
        </p:spPr>
        <p:txBody>
          <a:body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sp>
        <p:nvSpPr>
          <p:cNvPr id="7" name="Text Placeholder 10">
            <a:extLst>
              <a:ext uri="{FF2B5EF4-FFF2-40B4-BE49-F238E27FC236}">
                <a16:creationId xmlns:a16="http://schemas.microsoft.com/office/drawing/2014/main" id="{1280BB9E-AC72-3000-B234-C1B92BEA6BD1}"/>
              </a:ext>
            </a:extLst>
          </p:cNvPr>
          <p:cNvSpPr>
            <a:spLocks noGrp="1"/>
          </p:cNvSpPr>
          <p:nvPr>
            <p:ph type="body" sz="quarter" idx="13" hasCustomPrompt="1"/>
          </p:nvPr>
        </p:nvSpPr>
        <p:spPr bwMode="invGray">
          <a:xfrm>
            <a:off x="6312024" y="1592796"/>
            <a:ext cx="5472000" cy="307777"/>
          </a:xfrm>
        </p:spPr>
        <p:txBody>
          <a:bodyPr wrap="square">
            <a:spAutoFit/>
          </a:bodyPr>
          <a:lstStyle>
            <a:lvl1pPr marL="0" indent="0">
              <a:spcBef>
                <a:spcPts val="0"/>
              </a:spcBef>
              <a:buFont typeface="Skeena" panose="020B0604020202020204" pitchFamily="34" charset="0"/>
              <a:buNone/>
              <a:defRPr sz="2000" b="1">
                <a:solidFill>
                  <a:schemeClr val="bg1"/>
                </a:solidFill>
              </a:defRPr>
            </a:lvl1pPr>
            <a:lvl2pPr marL="0" indent="0">
              <a:spcBef>
                <a:spcPts val="0"/>
              </a:spcBef>
              <a:buFont typeface="Skeena" panose="020B0604020202020204" pitchFamily="34" charset="0"/>
              <a:buNone/>
              <a:defRPr sz="2000" b="1">
                <a:solidFill>
                  <a:schemeClr val="bg1"/>
                </a:solidFill>
              </a:defRPr>
            </a:lvl2pPr>
            <a:lvl3pPr marL="0" indent="0">
              <a:spcBef>
                <a:spcPts val="0"/>
              </a:spcBef>
              <a:buNone/>
              <a:defRPr sz="2000" b="1">
                <a:solidFill>
                  <a:schemeClr val="bg1"/>
                </a:solidFill>
              </a:defRPr>
            </a:lvl3pPr>
            <a:lvl4pPr marL="0" indent="0">
              <a:spcBef>
                <a:spcPts val="0"/>
              </a:spcBef>
              <a:buNone/>
              <a:defRPr sz="2000" b="1">
                <a:solidFill>
                  <a:schemeClr val="bg1"/>
                </a:solidFill>
              </a:defRPr>
            </a:lvl4pPr>
            <a:lvl5pPr marL="0" indent="0">
              <a:spcBef>
                <a:spcPts val="0"/>
              </a:spcBef>
              <a:buNone/>
              <a:defRPr sz="2000" b="1">
                <a:solidFill>
                  <a:schemeClr val="bg1"/>
                </a:solidFill>
              </a:defRPr>
            </a:lvl5pPr>
            <a:lvl6pPr marL="0" indent="0">
              <a:spcBef>
                <a:spcPts val="0"/>
              </a:spcBef>
              <a:buNone/>
              <a:defRPr sz="2000" b="1">
                <a:solidFill>
                  <a:schemeClr val="bg1"/>
                </a:solidFill>
              </a:defRPr>
            </a:lvl6pPr>
            <a:lvl7pPr marL="0" indent="0">
              <a:spcBef>
                <a:spcPts val="0"/>
              </a:spcBef>
              <a:buNone/>
              <a:defRPr sz="2000" b="1">
                <a:solidFill>
                  <a:schemeClr val="bg1"/>
                </a:solidFill>
              </a:defRPr>
            </a:lvl7pPr>
            <a:lvl8pPr marL="0" indent="0">
              <a:spcBef>
                <a:spcPts val="0"/>
              </a:spcBef>
              <a:buNone/>
              <a:defRPr sz="2000" b="1">
                <a:solidFill>
                  <a:schemeClr val="bg1"/>
                </a:solidFill>
              </a:defRPr>
            </a:lvl8pPr>
            <a:lvl9pPr marL="0" indent="0">
              <a:spcBef>
                <a:spcPts val="0"/>
              </a:spcBef>
              <a:buNone/>
              <a:defRPr sz="2000" b="1">
                <a:solidFill>
                  <a:schemeClr val="bg1"/>
                </a:solidFill>
              </a:defRPr>
            </a:lvl9pPr>
          </a:lstStyle>
          <a:p>
            <a:pPr lvl="0"/>
            <a:r>
              <a:rPr lang="de-DE" noProof="0"/>
              <a:t>Diagrammtitel durch Klicken bearbeiten</a:t>
            </a:r>
          </a:p>
        </p:txBody>
      </p:sp>
      <p:sp>
        <p:nvSpPr>
          <p:cNvPr id="8" name="Text Placeholder 10">
            <a:extLst>
              <a:ext uri="{FF2B5EF4-FFF2-40B4-BE49-F238E27FC236}">
                <a16:creationId xmlns:a16="http://schemas.microsoft.com/office/drawing/2014/main" id="{223E0DB9-8137-0846-98A4-7A44669C000F}"/>
              </a:ext>
            </a:extLst>
          </p:cNvPr>
          <p:cNvSpPr>
            <a:spLocks noGrp="1"/>
          </p:cNvSpPr>
          <p:nvPr>
            <p:ph type="body" sz="quarter" idx="14" hasCustomPrompt="1"/>
          </p:nvPr>
        </p:nvSpPr>
        <p:spPr bwMode="invGray">
          <a:xfrm>
            <a:off x="6312024" y="1975122"/>
            <a:ext cx="5472000" cy="276999"/>
          </a:xfrm>
        </p:spPr>
        <p:txBody>
          <a:bodyPr wrap="square">
            <a:spAutoFit/>
          </a:bodyPr>
          <a:lstStyle>
            <a:lvl1pPr marL="0" indent="0">
              <a:spcBef>
                <a:spcPts val="0"/>
              </a:spcBef>
              <a:buFont typeface="Skeena" panose="020B0604020202020204" pitchFamily="34" charset="0"/>
              <a:buNone/>
              <a:defRPr sz="1800" b="0">
                <a:solidFill>
                  <a:schemeClr val="bg1"/>
                </a:solidFill>
              </a:defRPr>
            </a:lvl1pPr>
            <a:lvl2pPr marL="0" indent="0">
              <a:spcBef>
                <a:spcPts val="0"/>
              </a:spcBef>
              <a:buFont typeface="Skeena" panose="020B0604020202020204" pitchFamily="34" charset="0"/>
              <a:buNone/>
              <a:defRPr sz="1800" b="0">
                <a:solidFill>
                  <a:schemeClr val="bg1"/>
                </a:solidFill>
              </a:defRPr>
            </a:lvl2pPr>
            <a:lvl3pPr marL="0" indent="0">
              <a:spcBef>
                <a:spcPts val="0"/>
              </a:spcBef>
              <a:buNone/>
              <a:defRPr sz="1800" b="0">
                <a:solidFill>
                  <a:schemeClr val="bg1"/>
                </a:solidFill>
              </a:defRPr>
            </a:lvl3pPr>
            <a:lvl4pPr marL="0" indent="0">
              <a:spcBef>
                <a:spcPts val="0"/>
              </a:spcBef>
              <a:buNone/>
              <a:defRPr sz="1800" b="0">
                <a:solidFill>
                  <a:schemeClr val="bg1"/>
                </a:solidFill>
              </a:defRPr>
            </a:lvl4pPr>
            <a:lvl5pPr marL="0" indent="0">
              <a:spcBef>
                <a:spcPts val="0"/>
              </a:spcBef>
              <a:buNone/>
              <a:defRPr sz="1800" b="0">
                <a:solidFill>
                  <a:schemeClr val="bg1"/>
                </a:solidFill>
              </a:defRPr>
            </a:lvl5pPr>
            <a:lvl6pPr marL="0" indent="0">
              <a:spcBef>
                <a:spcPts val="0"/>
              </a:spcBef>
              <a:buNone/>
              <a:defRPr sz="1800" b="0">
                <a:solidFill>
                  <a:schemeClr val="bg1"/>
                </a:solidFill>
              </a:defRPr>
            </a:lvl6pPr>
            <a:lvl7pPr marL="0" indent="0">
              <a:spcBef>
                <a:spcPts val="0"/>
              </a:spcBef>
              <a:buNone/>
              <a:defRPr sz="1800" b="0">
                <a:solidFill>
                  <a:schemeClr val="bg1"/>
                </a:solidFill>
              </a:defRPr>
            </a:lvl7pPr>
            <a:lvl8pPr marL="0" indent="0">
              <a:spcBef>
                <a:spcPts val="0"/>
              </a:spcBef>
              <a:buNone/>
              <a:defRPr sz="1800" b="0">
                <a:solidFill>
                  <a:schemeClr val="bg1"/>
                </a:solidFill>
              </a:defRPr>
            </a:lvl8pPr>
            <a:lvl9pPr marL="0" indent="0">
              <a:spcBef>
                <a:spcPts val="0"/>
              </a:spcBef>
              <a:buNone/>
              <a:defRPr sz="1800" b="0">
                <a:solidFill>
                  <a:schemeClr val="bg1"/>
                </a:solidFill>
              </a:defRPr>
            </a:lvl9pPr>
          </a:lstStyle>
          <a:p>
            <a:pPr lvl="0"/>
            <a:r>
              <a:rPr lang="de-DE" noProof="0"/>
              <a:t>Werteinheit durch Klicken bearbeiten</a:t>
            </a:r>
          </a:p>
        </p:txBody>
      </p:sp>
      <p:sp>
        <p:nvSpPr>
          <p:cNvPr id="9" name="Text Placeholder 10">
            <a:extLst>
              <a:ext uri="{FF2B5EF4-FFF2-40B4-BE49-F238E27FC236}">
                <a16:creationId xmlns:a16="http://schemas.microsoft.com/office/drawing/2014/main" id="{F04793D8-BEC5-A481-5DFB-9D9D90CDC927}"/>
              </a:ext>
            </a:extLst>
          </p:cNvPr>
          <p:cNvSpPr>
            <a:spLocks noGrp="1"/>
          </p:cNvSpPr>
          <p:nvPr>
            <p:ph type="body" sz="quarter" idx="15" hasCustomPrompt="1"/>
          </p:nvPr>
        </p:nvSpPr>
        <p:spPr bwMode="invGray">
          <a:xfrm>
            <a:off x="6312024" y="6082908"/>
            <a:ext cx="5472000" cy="153888"/>
          </a:xfrm>
        </p:spPr>
        <p:txBody>
          <a:bodyPr wrap="square" anchor="b">
            <a:spAutoFit/>
          </a:bodyPr>
          <a:lstStyle>
            <a:lvl1pPr marL="0" indent="0">
              <a:spcBef>
                <a:spcPts val="0"/>
              </a:spcBef>
              <a:buFont typeface="Skeena" panose="020B0604020202020204" pitchFamily="34" charset="0"/>
              <a:buNone/>
              <a:defRPr sz="1000" b="0">
                <a:solidFill>
                  <a:schemeClr val="bg1"/>
                </a:solidFill>
              </a:defRPr>
            </a:lvl1pPr>
            <a:lvl2pPr marL="0" indent="0">
              <a:spcBef>
                <a:spcPts val="0"/>
              </a:spcBef>
              <a:buFont typeface="Skeena" panose="020B0604020202020204" pitchFamily="34" charset="0"/>
              <a:buNone/>
              <a:defRPr sz="1000" b="0">
                <a:solidFill>
                  <a:schemeClr val="bg1"/>
                </a:solidFill>
              </a:defRPr>
            </a:lvl2pPr>
            <a:lvl3pPr marL="0" indent="0">
              <a:spcBef>
                <a:spcPts val="0"/>
              </a:spcBef>
              <a:buNone/>
              <a:defRPr sz="1000" b="0">
                <a:solidFill>
                  <a:schemeClr val="bg1"/>
                </a:solidFill>
              </a:defRPr>
            </a:lvl3pPr>
            <a:lvl4pPr marL="0" indent="0">
              <a:spcBef>
                <a:spcPts val="0"/>
              </a:spcBef>
              <a:buNone/>
              <a:defRPr sz="1000" b="0">
                <a:solidFill>
                  <a:schemeClr val="bg1"/>
                </a:solidFill>
              </a:defRPr>
            </a:lvl4pPr>
            <a:lvl5pPr marL="0" indent="0">
              <a:spcBef>
                <a:spcPts val="0"/>
              </a:spcBef>
              <a:buNone/>
              <a:defRPr sz="1000" b="0">
                <a:solidFill>
                  <a:schemeClr val="bg1"/>
                </a:solidFill>
              </a:defRPr>
            </a:lvl5pPr>
            <a:lvl6pPr marL="0" indent="0">
              <a:spcBef>
                <a:spcPts val="0"/>
              </a:spcBef>
              <a:buNone/>
              <a:defRPr sz="1000" b="0">
                <a:solidFill>
                  <a:schemeClr val="bg1"/>
                </a:solidFill>
              </a:defRPr>
            </a:lvl6pPr>
            <a:lvl7pPr marL="0" indent="0">
              <a:spcBef>
                <a:spcPts val="0"/>
              </a:spcBef>
              <a:buNone/>
              <a:defRPr sz="1000" b="0">
                <a:solidFill>
                  <a:schemeClr val="bg1"/>
                </a:solidFill>
              </a:defRPr>
            </a:lvl7pPr>
            <a:lvl8pPr marL="0" indent="0">
              <a:spcBef>
                <a:spcPts val="0"/>
              </a:spcBef>
              <a:buNone/>
              <a:defRPr sz="1000" b="0">
                <a:solidFill>
                  <a:schemeClr val="bg1"/>
                </a:solidFill>
              </a:defRPr>
            </a:lvl8pPr>
            <a:lvl9pPr marL="0" indent="0">
              <a:spcBef>
                <a:spcPts val="0"/>
              </a:spcBef>
              <a:buNone/>
              <a:defRPr sz="1000" b="0">
                <a:solidFill>
                  <a:schemeClr val="bg1"/>
                </a:solidFill>
              </a:defRPr>
            </a:lvl9pPr>
          </a:lstStyle>
          <a:p>
            <a:pPr lvl="0"/>
            <a:r>
              <a:rPr lang="de-DE" noProof="0"/>
              <a:t>Fußnote/Quellenangabe durch Klicken bearbeiten</a:t>
            </a:r>
            <a:endParaRPr lang="de-DE" noProof="0" dirty="0"/>
          </a:p>
        </p:txBody>
      </p:sp>
    </p:spTree>
    <p:extLst>
      <p:ext uri="{BB962C8B-B14F-4D97-AF65-F5344CB8AC3E}">
        <p14:creationId xmlns:p14="http://schemas.microsoft.com/office/powerpoint/2010/main" val="2947353555"/>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 Titel, Text und Diagramm (links)">
    <p:spTree>
      <p:nvGrpSpPr>
        <p:cNvPr id="1" name=""/>
        <p:cNvGrpSpPr/>
        <p:nvPr/>
      </p:nvGrpSpPr>
      <p:grpSpPr>
        <a:xfrm>
          <a:off x="0" y="0"/>
          <a:ext cx="0" cy="0"/>
          <a:chOff x="0" y="0"/>
          <a:chExt cx="0" cy="0"/>
        </a:xfrm>
      </p:grpSpPr>
      <p:sp>
        <p:nvSpPr>
          <p:cNvPr id="10" name="Chart Placeholder 9">
            <a:extLst>
              <a:ext uri="{FF2B5EF4-FFF2-40B4-BE49-F238E27FC236}">
                <a16:creationId xmlns:a16="http://schemas.microsoft.com/office/drawing/2014/main" id="{68E2BF02-3E71-B4D3-9100-115FCA029DE0}"/>
              </a:ext>
            </a:extLst>
          </p:cNvPr>
          <p:cNvSpPr>
            <a:spLocks noGrp="1"/>
          </p:cNvSpPr>
          <p:nvPr>
            <p:ph type="chart" sz="quarter" idx="16"/>
          </p:nvPr>
        </p:nvSpPr>
        <p:spPr bwMode="invGray">
          <a:xfrm>
            <a:off x="407368" y="2384884"/>
            <a:ext cx="5472000" cy="3564000"/>
          </a:xfrm>
        </p:spPr>
        <p:txBody>
          <a:bodyPr tIns="648000" anchor="ctr"/>
          <a:lstStyle>
            <a:lvl1pPr algn="ctr">
              <a:spcBef>
                <a:spcPts val="0"/>
              </a:spcBef>
              <a:defRPr sz="1600" b="0"/>
            </a:lvl1pPr>
          </a:lstStyle>
          <a:p>
            <a:r>
              <a:rPr lang="de-DE" noProof="0" dirty="0"/>
              <a:t>Diagramm durch Klicken auf Symbol hinzufügen</a:t>
            </a:r>
          </a:p>
        </p:txBody>
      </p:sp>
      <p:sp>
        <p:nvSpPr>
          <p:cNvPr id="2" name="Title 1">
            <a:extLst>
              <a:ext uri="{FF2B5EF4-FFF2-40B4-BE49-F238E27FC236}">
                <a16:creationId xmlns:a16="http://schemas.microsoft.com/office/drawing/2014/main" id="{8F8572F5-E83A-3E87-215C-6FDF1BCF28E6}"/>
              </a:ext>
            </a:extLst>
          </p:cNvPr>
          <p:cNvSpPr>
            <a:spLocks noGrp="1"/>
          </p:cNvSpPr>
          <p:nvPr>
            <p:ph type="title" hasCustomPrompt="1"/>
          </p:nvPr>
        </p:nvSpPr>
        <p:spPr bwMode="invGray">
          <a:xfrm>
            <a:off x="407368" y="224644"/>
            <a:ext cx="10512000" cy="997196"/>
          </a:xfrm>
        </p:spPr>
        <p:txBody>
          <a:bodyPr/>
          <a:lstStyle/>
          <a:p>
            <a:r>
              <a:rPr lang="de-DE" noProof="0"/>
              <a:t>Folientitel durch Klicken bearbeiten </a:t>
            </a:r>
            <a:br>
              <a:rPr lang="de-DE" noProof="0"/>
            </a:br>
            <a:r>
              <a:rPr lang="de-DE" noProof="0"/>
              <a:t>(maximal zweizeilig)</a:t>
            </a:r>
          </a:p>
        </p:txBody>
      </p:sp>
      <p:sp>
        <p:nvSpPr>
          <p:cNvPr id="3" name="Footer Placeholder 2">
            <a:extLst>
              <a:ext uri="{FF2B5EF4-FFF2-40B4-BE49-F238E27FC236}">
                <a16:creationId xmlns:a16="http://schemas.microsoft.com/office/drawing/2014/main" id="{380B7BAE-6840-9842-1720-11CF2479686A}"/>
              </a:ext>
            </a:extLst>
          </p:cNvPr>
          <p:cNvSpPr>
            <a:spLocks noGrp="1"/>
          </p:cNvSpPr>
          <p:nvPr>
            <p:ph type="ftr" sz="quarter" idx="10"/>
          </p:nvPr>
        </p:nvSpPr>
        <p:spPr bwMode="invGray"/>
        <p:txBody>
          <a:bodyPr/>
          <a:lstStyle/>
          <a:p>
            <a:r>
              <a:rPr lang="de-DE" noProof="0"/>
              <a:t>Hier steht der übergeordnete Präsentationstitel (Einfügen → Kopf- und Fußzeile)</a:t>
            </a:r>
          </a:p>
        </p:txBody>
      </p:sp>
      <p:sp>
        <p:nvSpPr>
          <p:cNvPr id="4" name="Slide Number Placeholder 3">
            <a:extLst>
              <a:ext uri="{FF2B5EF4-FFF2-40B4-BE49-F238E27FC236}">
                <a16:creationId xmlns:a16="http://schemas.microsoft.com/office/drawing/2014/main" id="{51B88120-E8B7-C426-477A-56804F99DB5C}"/>
              </a:ext>
            </a:extLst>
          </p:cNvPr>
          <p:cNvSpPr>
            <a:spLocks noGrp="1"/>
          </p:cNvSpPr>
          <p:nvPr>
            <p:ph type="sldNum" sz="quarter" idx="11"/>
          </p:nvPr>
        </p:nvSpPr>
        <p:spPr bwMode="invGray"/>
        <p:txBody>
          <a:bodyPr/>
          <a:lstStyle/>
          <a:p>
            <a:fld id="{5438FF58-A5B1-455A-BA0C-D8E0E4C71076}" type="slidenum">
              <a:rPr lang="de-DE" noProof="0" smtClean="0"/>
              <a:pPr/>
              <a:t>‹#›</a:t>
            </a:fld>
            <a:endParaRPr lang="de-DE" noProof="0"/>
          </a:p>
        </p:txBody>
      </p:sp>
      <p:sp>
        <p:nvSpPr>
          <p:cNvPr id="6" name="Text Placeholder 5">
            <a:extLst>
              <a:ext uri="{FF2B5EF4-FFF2-40B4-BE49-F238E27FC236}">
                <a16:creationId xmlns:a16="http://schemas.microsoft.com/office/drawing/2014/main" id="{1437442A-2E2B-60D6-57CD-158E4565F415}"/>
              </a:ext>
            </a:extLst>
          </p:cNvPr>
          <p:cNvSpPr>
            <a:spLocks noGrp="1"/>
          </p:cNvSpPr>
          <p:nvPr>
            <p:ph type="body" sz="quarter" idx="12" hasCustomPrompt="1"/>
          </p:nvPr>
        </p:nvSpPr>
        <p:spPr bwMode="invGray">
          <a:xfrm>
            <a:off x="6312024" y="1592796"/>
            <a:ext cx="5472732" cy="4644000"/>
          </a:xfrm>
        </p:spPr>
        <p:txBody>
          <a:body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sp>
        <p:nvSpPr>
          <p:cNvPr id="7" name="Text Placeholder 10">
            <a:extLst>
              <a:ext uri="{FF2B5EF4-FFF2-40B4-BE49-F238E27FC236}">
                <a16:creationId xmlns:a16="http://schemas.microsoft.com/office/drawing/2014/main" id="{1280BB9E-AC72-3000-B234-C1B92BEA6BD1}"/>
              </a:ext>
            </a:extLst>
          </p:cNvPr>
          <p:cNvSpPr>
            <a:spLocks noGrp="1"/>
          </p:cNvSpPr>
          <p:nvPr>
            <p:ph type="body" sz="quarter" idx="13" hasCustomPrompt="1"/>
          </p:nvPr>
        </p:nvSpPr>
        <p:spPr bwMode="invGray">
          <a:xfrm>
            <a:off x="407368" y="1592796"/>
            <a:ext cx="5472000" cy="307777"/>
          </a:xfrm>
        </p:spPr>
        <p:txBody>
          <a:bodyPr wrap="square">
            <a:spAutoFit/>
          </a:bodyPr>
          <a:lstStyle>
            <a:lvl1pPr marL="0" indent="0">
              <a:spcBef>
                <a:spcPts val="0"/>
              </a:spcBef>
              <a:buFont typeface="Skeena" panose="020B0604020202020204" pitchFamily="34" charset="0"/>
              <a:buNone/>
              <a:defRPr sz="2000" b="1">
                <a:solidFill>
                  <a:schemeClr val="bg1"/>
                </a:solidFill>
              </a:defRPr>
            </a:lvl1pPr>
            <a:lvl2pPr marL="0" indent="0">
              <a:spcBef>
                <a:spcPts val="0"/>
              </a:spcBef>
              <a:buFont typeface="Skeena" panose="020B0604020202020204" pitchFamily="34" charset="0"/>
              <a:buNone/>
              <a:defRPr sz="2000" b="1">
                <a:solidFill>
                  <a:schemeClr val="bg1"/>
                </a:solidFill>
              </a:defRPr>
            </a:lvl2pPr>
            <a:lvl3pPr marL="0" indent="0">
              <a:spcBef>
                <a:spcPts val="0"/>
              </a:spcBef>
              <a:buNone/>
              <a:defRPr sz="2000" b="1">
                <a:solidFill>
                  <a:schemeClr val="bg1"/>
                </a:solidFill>
              </a:defRPr>
            </a:lvl3pPr>
            <a:lvl4pPr marL="0" indent="0">
              <a:spcBef>
                <a:spcPts val="0"/>
              </a:spcBef>
              <a:buNone/>
              <a:defRPr sz="2000" b="1">
                <a:solidFill>
                  <a:schemeClr val="bg1"/>
                </a:solidFill>
              </a:defRPr>
            </a:lvl4pPr>
            <a:lvl5pPr marL="0" indent="0">
              <a:spcBef>
                <a:spcPts val="0"/>
              </a:spcBef>
              <a:buNone/>
              <a:defRPr sz="2000" b="1">
                <a:solidFill>
                  <a:schemeClr val="bg1"/>
                </a:solidFill>
              </a:defRPr>
            </a:lvl5pPr>
            <a:lvl6pPr marL="0" indent="0">
              <a:spcBef>
                <a:spcPts val="0"/>
              </a:spcBef>
              <a:buNone/>
              <a:defRPr sz="2000" b="1">
                <a:solidFill>
                  <a:schemeClr val="bg1"/>
                </a:solidFill>
              </a:defRPr>
            </a:lvl6pPr>
            <a:lvl7pPr marL="0" indent="0">
              <a:spcBef>
                <a:spcPts val="0"/>
              </a:spcBef>
              <a:buNone/>
              <a:defRPr sz="2000" b="1">
                <a:solidFill>
                  <a:schemeClr val="bg1"/>
                </a:solidFill>
              </a:defRPr>
            </a:lvl7pPr>
            <a:lvl8pPr marL="0" indent="0">
              <a:spcBef>
                <a:spcPts val="0"/>
              </a:spcBef>
              <a:buNone/>
              <a:defRPr sz="2000" b="1">
                <a:solidFill>
                  <a:schemeClr val="bg1"/>
                </a:solidFill>
              </a:defRPr>
            </a:lvl8pPr>
            <a:lvl9pPr marL="0" indent="0">
              <a:spcBef>
                <a:spcPts val="0"/>
              </a:spcBef>
              <a:buNone/>
              <a:defRPr sz="2000" b="1">
                <a:solidFill>
                  <a:schemeClr val="bg1"/>
                </a:solidFill>
              </a:defRPr>
            </a:lvl9pPr>
          </a:lstStyle>
          <a:p>
            <a:pPr lvl="0"/>
            <a:r>
              <a:rPr lang="de-DE" noProof="0"/>
              <a:t>Diagrammtitel durch Klicken bearbeiten</a:t>
            </a:r>
            <a:endParaRPr lang="de-DE" noProof="0" dirty="0"/>
          </a:p>
        </p:txBody>
      </p:sp>
      <p:sp>
        <p:nvSpPr>
          <p:cNvPr id="8" name="Text Placeholder 10">
            <a:extLst>
              <a:ext uri="{FF2B5EF4-FFF2-40B4-BE49-F238E27FC236}">
                <a16:creationId xmlns:a16="http://schemas.microsoft.com/office/drawing/2014/main" id="{223E0DB9-8137-0846-98A4-7A44669C000F}"/>
              </a:ext>
            </a:extLst>
          </p:cNvPr>
          <p:cNvSpPr>
            <a:spLocks noGrp="1"/>
          </p:cNvSpPr>
          <p:nvPr>
            <p:ph type="body" sz="quarter" idx="14" hasCustomPrompt="1"/>
          </p:nvPr>
        </p:nvSpPr>
        <p:spPr bwMode="invGray">
          <a:xfrm>
            <a:off x="407368" y="1975122"/>
            <a:ext cx="5472000" cy="276999"/>
          </a:xfrm>
        </p:spPr>
        <p:txBody>
          <a:bodyPr wrap="square">
            <a:spAutoFit/>
          </a:bodyPr>
          <a:lstStyle>
            <a:lvl1pPr marL="0" indent="0">
              <a:spcBef>
                <a:spcPts val="0"/>
              </a:spcBef>
              <a:buFont typeface="Skeena" panose="020B0604020202020204" pitchFamily="34" charset="0"/>
              <a:buNone/>
              <a:defRPr sz="1800" b="0">
                <a:solidFill>
                  <a:schemeClr val="bg1"/>
                </a:solidFill>
              </a:defRPr>
            </a:lvl1pPr>
            <a:lvl2pPr marL="0" indent="0">
              <a:spcBef>
                <a:spcPts val="0"/>
              </a:spcBef>
              <a:buFont typeface="Skeena" panose="020B0604020202020204" pitchFamily="34" charset="0"/>
              <a:buNone/>
              <a:defRPr sz="1800" b="0">
                <a:solidFill>
                  <a:schemeClr val="bg1"/>
                </a:solidFill>
              </a:defRPr>
            </a:lvl2pPr>
            <a:lvl3pPr marL="0" indent="0">
              <a:spcBef>
                <a:spcPts val="0"/>
              </a:spcBef>
              <a:buNone/>
              <a:defRPr sz="1800" b="0">
                <a:solidFill>
                  <a:schemeClr val="bg1"/>
                </a:solidFill>
              </a:defRPr>
            </a:lvl3pPr>
            <a:lvl4pPr marL="0" indent="0">
              <a:spcBef>
                <a:spcPts val="0"/>
              </a:spcBef>
              <a:buNone/>
              <a:defRPr sz="1800" b="0">
                <a:solidFill>
                  <a:schemeClr val="bg1"/>
                </a:solidFill>
              </a:defRPr>
            </a:lvl4pPr>
            <a:lvl5pPr marL="0" indent="0">
              <a:spcBef>
                <a:spcPts val="0"/>
              </a:spcBef>
              <a:buNone/>
              <a:defRPr sz="1800" b="0">
                <a:solidFill>
                  <a:schemeClr val="bg1"/>
                </a:solidFill>
              </a:defRPr>
            </a:lvl5pPr>
            <a:lvl6pPr marL="0" indent="0">
              <a:spcBef>
                <a:spcPts val="0"/>
              </a:spcBef>
              <a:buNone/>
              <a:defRPr sz="1800" b="0">
                <a:solidFill>
                  <a:schemeClr val="bg1"/>
                </a:solidFill>
              </a:defRPr>
            </a:lvl6pPr>
            <a:lvl7pPr marL="0" indent="0">
              <a:spcBef>
                <a:spcPts val="0"/>
              </a:spcBef>
              <a:buNone/>
              <a:defRPr sz="1800" b="0">
                <a:solidFill>
                  <a:schemeClr val="bg1"/>
                </a:solidFill>
              </a:defRPr>
            </a:lvl7pPr>
            <a:lvl8pPr marL="0" indent="0">
              <a:spcBef>
                <a:spcPts val="0"/>
              </a:spcBef>
              <a:buNone/>
              <a:defRPr sz="1800" b="0">
                <a:solidFill>
                  <a:schemeClr val="bg1"/>
                </a:solidFill>
              </a:defRPr>
            </a:lvl8pPr>
            <a:lvl9pPr marL="0" indent="0">
              <a:spcBef>
                <a:spcPts val="0"/>
              </a:spcBef>
              <a:buNone/>
              <a:defRPr sz="1800" b="0">
                <a:solidFill>
                  <a:schemeClr val="bg1"/>
                </a:solidFill>
              </a:defRPr>
            </a:lvl9pPr>
          </a:lstStyle>
          <a:p>
            <a:pPr lvl="0"/>
            <a:r>
              <a:rPr lang="de-DE" noProof="0"/>
              <a:t>Werteinheit durch Klicken bearbeiten</a:t>
            </a:r>
          </a:p>
        </p:txBody>
      </p:sp>
      <p:sp>
        <p:nvSpPr>
          <p:cNvPr id="9" name="Text Placeholder 10">
            <a:extLst>
              <a:ext uri="{FF2B5EF4-FFF2-40B4-BE49-F238E27FC236}">
                <a16:creationId xmlns:a16="http://schemas.microsoft.com/office/drawing/2014/main" id="{F04793D8-BEC5-A481-5DFB-9D9D90CDC927}"/>
              </a:ext>
            </a:extLst>
          </p:cNvPr>
          <p:cNvSpPr>
            <a:spLocks noGrp="1"/>
          </p:cNvSpPr>
          <p:nvPr>
            <p:ph type="body" sz="quarter" idx="15" hasCustomPrompt="1"/>
          </p:nvPr>
        </p:nvSpPr>
        <p:spPr bwMode="invGray">
          <a:xfrm>
            <a:off x="407368" y="6082908"/>
            <a:ext cx="5472000" cy="153888"/>
          </a:xfrm>
        </p:spPr>
        <p:txBody>
          <a:bodyPr wrap="square" anchor="b">
            <a:spAutoFit/>
          </a:bodyPr>
          <a:lstStyle>
            <a:lvl1pPr marL="0" indent="0">
              <a:spcBef>
                <a:spcPts val="0"/>
              </a:spcBef>
              <a:buFont typeface="Skeena" panose="020B0604020202020204" pitchFamily="34" charset="0"/>
              <a:buNone/>
              <a:defRPr sz="1000" b="0">
                <a:solidFill>
                  <a:schemeClr val="bg1"/>
                </a:solidFill>
              </a:defRPr>
            </a:lvl1pPr>
            <a:lvl2pPr marL="0" indent="0">
              <a:spcBef>
                <a:spcPts val="0"/>
              </a:spcBef>
              <a:buFont typeface="Skeena" panose="020B0604020202020204" pitchFamily="34" charset="0"/>
              <a:buNone/>
              <a:defRPr sz="1000" b="0">
                <a:solidFill>
                  <a:schemeClr val="bg1"/>
                </a:solidFill>
              </a:defRPr>
            </a:lvl2pPr>
            <a:lvl3pPr marL="0" indent="0">
              <a:spcBef>
                <a:spcPts val="0"/>
              </a:spcBef>
              <a:buNone/>
              <a:defRPr sz="1000" b="0">
                <a:solidFill>
                  <a:schemeClr val="bg1"/>
                </a:solidFill>
              </a:defRPr>
            </a:lvl3pPr>
            <a:lvl4pPr marL="0" indent="0">
              <a:spcBef>
                <a:spcPts val="0"/>
              </a:spcBef>
              <a:buNone/>
              <a:defRPr sz="1000" b="0">
                <a:solidFill>
                  <a:schemeClr val="bg1"/>
                </a:solidFill>
              </a:defRPr>
            </a:lvl4pPr>
            <a:lvl5pPr marL="0" indent="0">
              <a:spcBef>
                <a:spcPts val="0"/>
              </a:spcBef>
              <a:buNone/>
              <a:defRPr sz="1000" b="0">
                <a:solidFill>
                  <a:schemeClr val="bg1"/>
                </a:solidFill>
              </a:defRPr>
            </a:lvl5pPr>
            <a:lvl6pPr marL="0" indent="0">
              <a:spcBef>
                <a:spcPts val="0"/>
              </a:spcBef>
              <a:buNone/>
              <a:defRPr sz="1000" b="0">
                <a:solidFill>
                  <a:schemeClr val="bg1"/>
                </a:solidFill>
              </a:defRPr>
            </a:lvl6pPr>
            <a:lvl7pPr marL="0" indent="0">
              <a:spcBef>
                <a:spcPts val="0"/>
              </a:spcBef>
              <a:buNone/>
              <a:defRPr sz="1000" b="0">
                <a:solidFill>
                  <a:schemeClr val="bg1"/>
                </a:solidFill>
              </a:defRPr>
            </a:lvl7pPr>
            <a:lvl8pPr marL="0" indent="0">
              <a:spcBef>
                <a:spcPts val="0"/>
              </a:spcBef>
              <a:buNone/>
              <a:defRPr sz="1000" b="0">
                <a:solidFill>
                  <a:schemeClr val="bg1"/>
                </a:solidFill>
              </a:defRPr>
            </a:lvl8pPr>
            <a:lvl9pPr marL="0" indent="0">
              <a:spcBef>
                <a:spcPts val="0"/>
              </a:spcBef>
              <a:buNone/>
              <a:defRPr sz="1000" b="0">
                <a:solidFill>
                  <a:schemeClr val="bg1"/>
                </a:solidFill>
              </a:defRPr>
            </a:lvl9pPr>
          </a:lstStyle>
          <a:p>
            <a:pPr lvl="0"/>
            <a:r>
              <a:rPr lang="de-DE" noProof="0"/>
              <a:t>Fußnote/Quellenangabe durch Klicken bearbeiten</a:t>
            </a:r>
          </a:p>
        </p:txBody>
      </p:sp>
    </p:spTree>
    <p:extLst>
      <p:ext uri="{BB962C8B-B14F-4D97-AF65-F5344CB8AC3E}">
        <p14:creationId xmlns:p14="http://schemas.microsoft.com/office/powerpoint/2010/main" val="1624304108"/>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 Titel, zwei Bilder u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572F5-E83A-3E87-215C-6FDF1BCF28E6}"/>
              </a:ext>
            </a:extLst>
          </p:cNvPr>
          <p:cNvSpPr>
            <a:spLocks noGrp="1"/>
          </p:cNvSpPr>
          <p:nvPr>
            <p:ph type="title" hasCustomPrompt="1"/>
          </p:nvPr>
        </p:nvSpPr>
        <p:spPr bwMode="invGray"/>
        <p:txBody>
          <a:bodyPr/>
          <a:lstStyle/>
          <a:p>
            <a:r>
              <a:rPr lang="de-DE" noProof="0"/>
              <a:t>Folientitel durch Klicken bearbeiten </a:t>
            </a:r>
            <a:br>
              <a:rPr lang="de-DE" noProof="0"/>
            </a:br>
            <a:r>
              <a:rPr lang="de-DE" noProof="0"/>
              <a:t>(maximal zweizeilig)</a:t>
            </a:r>
          </a:p>
        </p:txBody>
      </p:sp>
      <p:sp>
        <p:nvSpPr>
          <p:cNvPr id="3" name="Footer Placeholder 2">
            <a:extLst>
              <a:ext uri="{FF2B5EF4-FFF2-40B4-BE49-F238E27FC236}">
                <a16:creationId xmlns:a16="http://schemas.microsoft.com/office/drawing/2014/main" id="{380B7BAE-6840-9842-1720-11CF2479686A}"/>
              </a:ext>
            </a:extLst>
          </p:cNvPr>
          <p:cNvSpPr>
            <a:spLocks noGrp="1"/>
          </p:cNvSpPr>
          <p:nvPr>
            <p:ph type="ftr" sz="quarter" idx="10"/>
          </p:nvPr>
        </p:nvSpPr>
        <p:spPr bwMode="invGray"/>
        <p:txBody>
          <a:bodyPr/>
          <a:lstStyle/>
          <a:p>
            <a:r>
              <a:rPr lang="de-DE" noProof="0"/>
              <a:t>Hier steht der übergeordnete Präsentationstitel (Einfügen → Kopf- und Fußzeile)</a:t>
            </a:r>
          </a:p>
        </p:txBody>
      </p:sp>
      <p:sp>
        <p:nvSpPr>
          <p:cNvPr id="4" name="Slide Number Placeholder 3">
            <a:extLst>
              <a:ext uri="{FF2B5EF4-FFF2-40B4-BE49-F238E27FC236}">
                <a16:creationId xmlns:a16="http://schemas.microsoft.com/office/drawing/2014/main" id="{51B88120-E8B7-C426-477A-56804F99DB5C}"/>
              </a:ext>
            </a:extLst>
          </p:cNvPr>
          <p:cNvSpPr>
            <a:spLocks noGrp="1"/>
          </p:cNvSpPr>
          <p:nvPr>
            <p:ph type="sldNum" sz="quarter" idx="11"/>
          </p:nvPr>
        </p:nvSpPr>
        <p:spPr bwMode="invGray"/>
        <p:txBody>
          <a:bodyPr/>
          <a:lstStyle/>
          <a:p>
            <a:fld id="{5438FF58-A5B1-455A-BA0C-D8E0E4C71076}" type="slidenum">
              <a:rPr lang="de-DE" noProof="0" smtClean="0"/>
              <a:pPr/>
              <a:t>‹#›</a:t>
            </a:fld>
            <a:endParaRPr lang="de-DE" noProof="0"/>
          </a:p>
        </p:txBody>
      </p:sp>
      <p:sp>
        <p:nvSpPr>
          <p:cNvPr id="6" name="Text Placeholder 5">
            <a:extLst>
              <a:ext uri="{FF2B5EF4-FFF2-40B4-BE49-F238E27FC236}">
                <a16:creationId xmlns:a16="http://schemas.microsoft.com/office/drawing/2014/main" id="{1437442A-2E2B-60D6-57CD-158E4565F415}"/>
              </a:ext>
            </a:extLst>
          </p:cNvPr>
          <p:cNvSpPr>
            <a:spLocks noGrp="1"/>
          </p:cNvSpPr>
          <p:nvPr>
            <p:ph type="body" sz="quarter" idx="12" hasCustomPrompt="1"/>
          </p:nvPr>
        </p:nvSpPr>
        <p:spPr bwMode="invGray">
          <a:xfrm>
            <a:off x="623392" y="4293096"/>
            <a:ext cx="5256000" cy="1944000"/>
          </a:xfrm>
        </p:spPr>
        <p:txBody>
          <a:body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sp>
        <p:nvSpPr>
          <p:cNvPr id="7" name="Text Placeholder 5">
            <a:extLst>
              <a:ext uri="{FF2B5EF4-FFF2-40B4-BE49-F238E27FC236}">
                <a16:creationId xmlns:a16="http://schemas.microsoft.com/office/drawing/2014/main" id="{37B0818A-E3C0-1D55-0E64-308082D2B018}"/>
              </a:ext>
            </a:extLst>
          </p:cNvPr>
          <p:cNvSpPr>
            <a:spLocks noGrp="1"/>
          </p:cNvSpPr>
          <p:nvPr>
            <p:ph type="body" sz="quarter" idx="13" hasCustomPrompt="1"/>
          </p:nvPr>
        </p:nvSpPr>
        <p:spPr bwMode="invGray">
          <a:xfrm>
            <a:off x="6528048" y="4293096"/>
            <a:ext cx="5256000" cy="1944000"/>
          </a:xfrm>
        </p:spPr>
        <p:txBody>
          <a:body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grpSp>
        <p:nvGrpSpPr>
          <p:cNvPr id="8" name="Group 7">
            <a:extLst>
              <a:ext uri="{FF2B5EF4-FFF2-40B4-BE49-F238E27FC236}">
                <a16:creationId xmlns:a16="http://schemas.microsoft.com/office/drawing/2014/main" id="{83C19E4C-8AA9-ADC8-FE35-0F298ED87393}"/>
              </a:ext>
            </a:extLst>
          </p:cNvPr>
          <p:cNvGrpSpPr>
            <a:grpSpLocks noChangeAspect="1"/>
          </p:cNvGrpSpPr>
          <p:nvPr userDrawn="1"/>
        </p:nvGrpSpPr>
        <p:grpSpPr bwMode="invGray">
          <a:xfrm>
            <a:off x="407368" y="1592796"/>
            <a:ext cx="936000" cy="936000"/>
            <a:chOff x="5118212" y="1097010"/>
            <a:chExt cx="3600000" cy="3600000"/>
          </a:xfrm>
          <a:solidFill>
            <a:schemeClr val="accent1"/>
          </a:solidFill>
        </p:grpSpPr>
        <p:sp>
          <p:nvSpPr>
            <p:cNvPr id="9" name="Rectangle 8">
              <a:extLst>
                <a:ext uri="{FF2B5EF4-FFF2-40B4-BE49-F238E27FC236}">
                  <a16:creationId xmlns:a16="http://schemas.microsoft.com/office/drawing/2014/main" id="{85481458-525F-E24E-227B-CB047B711BBF}"/>
                </a:ext>
              </a:extLst>
            </p:cNvPr>
            <p:cNvSpPr>
              <a:spLocks noChangeAspect="1"/>
            </p:cNvSpPr>
            <p:nvPr userDrawn="1"/>
          </p:nvSpPr>
          <p:spPr bwMode="invGray">
            <a:xfrm>
              <a:off x="5946212" y="1097010"/>
              <a:ext cx="2772000" cy="82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10" name="Rectangle 9">
              <a:extLst>
                <a:ext uri="{FF2B5EF4-FFF2-40B4-BE49-F238E27FC236}">
                  <a16:creationId xmlns:a16="http://schemas.microsoft.com/office/drawing/2014/main" id="{9DEF3AF9-5EA4-CD45-4617-53FACEA677A7}"/>
                </a:ext>
              </a:extLst>
            </p:cNvPr>
            <p:cNvSpPr>
              <a:spLocks noChangeAspect="1"/>
            </p:cNvSpPr>
            <p:nvPr userDrawn="1"/>
          </p:nvSpPr>
          <p:spPr bwMode="invGray">
            <a:xfrm>
              <a:off x="5118212" y="1925010"/>
              <a:ext cx="828000" cy="277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sp>
        <p:nvSpPr>
          <p:cNvPr id="11" name="Picture Placeholder 17">
            <a:extLst>
              <a:ext uri="{FF2B5EF4-FFF2-40B4-BE49-F238E27FC236}">
                <a16:creationId xmlns:a16="http://schemas.microsoft.com/office/drawing/2014/main" id="{90701D0C-4058-1049-7ABB-7DCB4171444B}"/>
              </a:ext>
            </a:extLst>
          </p:cNvPr>
          <p:cNvSpPr>
            <a:spLocks noGrp="1"/>
          </p:cNvSpPr>
          <p:nvPr>
            <p:ph type="pic" sz="quarter" idx="22"/>
          </p:nvPr>
        </p:nvSpPr>
        <p:spPr bwMode="invGray">
          <a:xfrm>
            <a:off x="623392" y="1808820"/>
            <a:ext cx="5256000" cy="2340000"/>
          </a:xfrm>
        </p:spPr>
        <p:txBody>
          <a:bodyPr tIns="648000" anchor="ctr"/>
          <a:lstStyle>
            <a:lvl1pPr algn="ctr">
              <a:spcBef>
                <a:spcPts val="0"/>
              </a:spcBef>
              <a:defRPr sz="1600" b="0"/>
            </a:lvl1pPr>
          </a:lstStyle>
          <a:p>
            <a:r>
              <a:rPr lang="de-DE" noProof="0" dirty="0"/>
              <a:t>Bild durch Klicken auf Symbol hinzufügen</a:t>
            </a:r>
          </a:p>
        </p:txBody>
      </p:sp>
      <p:grpSp>
        <p:nvGrpSpPr>
          <p:cNvPr id="12" name="Group 11">
            <a:extLst>
              <a:ext uri="{FF2B5EF4-FFF2-40B4-BE49-F238E27FC236}">
                <a16:creationId xmlns:a16="http://schemas.microsoft.com/office/drawing/2014/main" id="{3C25D79E-09E4-6A2C-3DD6-89BCC16CC4A5}"/>
              </a:ext>
            </a:extLst>
          </p:cNvPr>
          <p:cNvGrpSpPr>
            <a:grpSpLocks noChangeAspect="1"/>
          </p:cNvGrpSpPr>
          <p:nvPr userDrawn="1"/>
        </p:nvGrpSpPr>
        <p:grpSpPr bwMode="invGray">
          <a:xfrm>
            <a:off x="6312024" y="1592796"/>
            <a:ext cx="936000" cy="936000"/>
            <a:chOff x="5118212" y="1097010"/>
            <a:chExt cx="3600000" cy="3600000"/>
          </a:xfrm>
          <a:solidFill>
            <a:schemeClr val="accent3"/>
          </a:solidFill>
        </p:grpSpPr>
        <p:sp>
          <p:nvSpPr>
            <p:cNvPr id="13" name="Rectangle 12">
              <a:extLst>
                <a:ext uri="{FF2B5EF4-FFF2-40B4-BE49-F238E27FC236}">
                  <a16:creationId xmlns:a16="http://schemas.microsoft.com/office/drawing/2014/main" id="{788115FF-B3BE-E934-53FD-9DD7AE33AB98}"/>
                </a:ext>
              </a:extLst>
            </p:cNvPr>
            <p:cNvSpPr>
              <a:spLocks noChangeAspect="1"/>
            </p:cNvSpPr>
            <p:nvPr userDrawn="1"/>
          </p:nvSpPr>
          <p:spPr bwMode="invGray">
            <a:xfrm>
              <a:off x="5946212" y="1097010"/>
              <a:ext cx="2772000" cy="82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14" name="Rectangle 13">
              <a:extLst>
                <a:ext uri="{FF2B5EF4-FFF2-40B4-BE49-F238E27FC236}">
                  <a16:creationId xmlns:a16="http://schemas.microsoft.com/office/drawing/2014/main" id="{D1A18DEE-D4B6-2E62-64AE-04FAA7CC814C}"/>
                </a:ext>
              </a:extLst>
            </p:cNvPr>
            <p:cNvSpPr>
              <a:spLocks noChangeAspect="1"/>
            </p:cNvSpPr>
            <p:nvPr userDrawn="1"/>
          </p:nvSpPr>
          <p:spPr bwMode="invGray">
            <a:xfrm>
              <a:off x="5118212" y="1925010"/>
              <a:ext cx="828000" cy="277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sp>
        <p:nvSpPr>
          <p:cNvPr id="15" name="Picture Placeholder 17">
            <a:extLst>
              <a:ext uri="{FF2B5EF4-FFF2-40B4-BE49-F238E27FC236}">
                <a16:creationId xmlns:a16="http://schemas.microsoft.com/office/drawing/2014/main" id="{578F7282-AC96-8E5B-BF09-0355E428912C}"/>
              </a:ext>
            </a:extLst>
          </p:cNvPr>
          <p:cNvSpPr>
            <a:spLocks noGrp="1"/>
          </p:cNvSpPr>
          <p:nvPr>
            <p:ph type="pic" sz="quarter" idx="23"/>
          </p:nvPr>
        </p:nvSpPr>
        <p:spPr bwMode="invGray">
          <a:xfrm>
            <a:off x="6528048" y="1808820"/>
            <a:ext cx="5256000" cy="2340000"/>
          </a:xfrm>
        </p:spPr>
        <p:txBody>
          <a:bodyPr tIns="648000" anchor="ctr"/>
          <a:lstStyle>
            <a:lvl1pPr algn="ctr">
              <a:spcBef>
                <a:spcPts val="0"/>
              </a:spcBef>
              <a:defRPr sz="1600" b="0"/>
            </a:lvl1pPr>
          </a:lstStyle>
          <a:p>
            <a:r>
              <a:rPr lang="de-DE" noProof="0" dirty="0"/>
              <a:t>Bild durch Klicken auf Symbol hinzufügen</a:t>
            </a:r>
          </a:p>
        </p:txBody>
      </p:sp>
    </p:spTree>
    <p:extLst>
      <p:ext uri="{BB962C8B-B14F-4D97-AF65-F5344CB8AC3E}">
        <p14:creationId xmlns:p14="http://schemas.microsoft.com/office/powerpoint/2010/main" val="1960924512"/>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 Titel, drei Bilder u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572F5-E83A-3E87-215C-6FDF1BCF28E6}"/>
              </a:ext>
            </a:extLst>
          </p:cNvPr>
          <p:cNvSpPr>
            <a:spLocks noGrp="1"/>
          </p:cNvSpPr>
          <p:nvPr>
            <p:ph type="title" hasCustomPrompt="1"/>
          </p:nvPr>
        </p:nvSpPr>
        <p:spPr bwMode="invGray"/>
        <p:txBody>
          <a:bodyPr/>
          <a:lstStyle/>
          <a:p>
            <a:r>
              <a:rPr lang="de-DE" noProof="0"/>
              <a:t>Folientitel durch Klicken bearbeiten </a:t>
            </a:r>
            <a:br>
              <a:rPr lang="de-DE" noProof="0"/>
            </a:br>
            <a:r>
              <a:rPr lang="de-DE" noProof="0"/>
              <a:t>(maximal zweizeilig)</a:t>
            </a:r>
          </a:p>
        </p:txBody>
      </p:sp>
      <p:sp>
        <p:nvSpPr>
          <p:cNvPr id="3" name="Footer Placeholder 2">
            <a:extLst>
              <a:ext uri="{FF2B5EF4-FFF2-40B4-BE49-F238E27FC236}">
                <a16:creationId xmlns:a16="http://schemas.microsoft.com/office/drawing/2014/main" id="{380B7BAE-6840-9842-1720-11CF2479686A}"/>
              </a:ext>
            </a:extLst>
          </p:cNvPr>
          <p:cNvSpPr>
            <a:spLocks noGrp="1"/>
          </p:cNvSpPr>
          <p:nvPr>
            <p:ph type="ftr" sz="quarter" idx="10"/>
          </p:nvPr>
        </p:nvSpPr>
        <p:spPr bwMode="invGray"/>
        <p:txBody>
          <a:bodyPr/>
          <a:lstStyle/>
          <a:p>
            <a:r>
              <a:rPr lang="de-DE" noProof="0"/>
              <a:t>Hier steht der übergeordnete Präsentationstitel (Einfügen → Kopf- und Fußzeile)</a:t>
            </a:r>
          </a:p>
        </p:txBody>
      </p:sp>
      <p:sp>
        <p:nvSpPr>
          <p:cNvPr id="4" name="Slide Number Placeholder 3">
            <a:extLst>
              <a:ext uri="{FF2B5EF4-FFF2-40B4-BE49-F238E27FC236}">
                <a16:creationId xmlns:a16="http://schemas.microsoft.com/office/drawing/2014/main" id="{51B88120-E8B7-C426-477A-56804F99DB5C}"/>
              </a:ext>
            </a:extLst>
          </p:cNvPr>
          <p:cNvSpPr>
            <a:spLocks noGrp="1"/>
          </p:cNvSpPr>
          <p:nvPr>
            <p:ph type="sldNum" sz="quarter" idx="11"/>
          </p:nvPr>
        </p:nvSpPr>
        <p:spPr bwMode="invGray"/>
        <p:txBody>
          <a:bodyPr/>
          <a:lstStyle/>
          <a:p>
            <a:fld id="{5438FF58-A5B1-455A-BA0C-D8E0E4C71076}" type="slidenum">
              <a:rPr lang="de-DE" noProof="0" smtClean="0"/>
              <a:pPr/>
              <a:t>‹#›</a:t>
            </a:fld>
            <a:endParaRPr lang="de-DE" noProof="0"/>
          </a:p>
        </p:txBody>
      </p:sp>
      <p:sp>
        <p:nvSpPr>
          <p:cNvPr id="6" name="Text Placeholder 5">
            <a:extLst>
              <a:ext uri="{FF2B5EF4-FFF2-40B4-BE49-F238E27FC236}">
                <a16:creationId xmlns:a16="http://schemas.microsoft.com/office/drawing/2014/main" id="{1437442A-2E2B-60D6-57CD-158E4565F415}"/>
              </a:ext>
            </a:extLst>
          </p:cNvPr>
          <p:cNvSpPr>
            <a:spLocks noGrp="1"/>
          </p:cNvSpPr>
          <p:nvPr>
            <p:ph type="body" sz="quarter" idx="12" hasCustomPrompt="1"/>
          </p:nvPr>
        </p:nvSpPr>
        <p:spPr bwMode="invGray">
          <a:xfrm>
            <a:off x="623392" y="4293096"/>
            <a:ext cx="3312000" cy="1944000"/>
          </a:xfrm>
        </p:spPr>
        <p:txBody>
          <a:body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sp>
        <p:nvSpPr>
          <p:cNvPr id="7" name="Text Placeholder 5">
            <a:extLst>
              <a:ext uri="{FF2B5EF4-FFF2-40B4-BE49-F238E27FC236}">
                <a16:creationId xmlns:a16="http://schemas.microsoft.com/office/drawing/2014/main" id="{37B0818A-E3C0-1D55-0E64-308082D2B018}"/>
              </a:ext>
            </a:extLst>
          </p:cNvPr>
          <p:cNvSpPr>
            <a:spLocks noGrp="1"/>
          </p:cNvSpPr>
          <p:nvPr>
            <p:ph type="body" sz="quarter" idx="13" hasCustomPrompt="1"/>
          </p:nvPr>
        </p:nvSpPr>
        <p:spPr bwMode="invGray">
          <a:xfrm>
            <a:off x="4547828" y="4293096"/>
            <a:ext cx="3312000" cy="1944000"/>
          </a:xfrm>
        </p:spPr>
        <p:txBody>
          <a:body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sp>
        <p:nvSpPr>
          <p:cNvPr id="8" name="Text Placeholder 5">
            <a:extLst>
              <a:ext uri="{FF2B5EF4-FFF2-40B4-BE49-F238E27FC236}">
                <a16:creationId xmlns:a16="http://schemas.microsoft.com/office/drawing/2014/main" id="{A001225D-F57A-2BE4-19C6-E010F5189400}"/>
              </a:ext>
            </a:extLst>
          </p:cNvPr>
          <p:cNvSpPr>
            <a:spLocks noGrp="1"/>
          </p:cNvSpPr>
          <p:nvPr>
            <p:ph type="body" sz="quarter" idx="14" hasCustomPrompt="1"/>
          </p:nvPr>
        </p:nvSpPr>
        <p:spPr bwMode="invGray">
          <a:xfrm>
            <a:off x="8472264" y="4293096"/>
            <a:ext cx="3312000" cy="1944000"/>
          </a:xfrm>
        </p:spPr>
        <p:txBody>
          <a:body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grpSp>
        <p:nvGrpSpPr>
          <p:cNvPr id="9" name="Group 8">
            <a:extLst>
              <a:ext uri="{FF2B5EF4-FFF2-40B4-BE49-F238E27FC236}">
                <a16:creationId xmlns:a16="http://schemas.microsoft.com/office/drawing/2014/main" id="{0EDA1AB8-5EE2-5CC0-D6A7-AC19A6DC2D9A}"/>
              </a:ext>
            </a:extLst>
          </p:cNvPr>
          <p:cNvGrpSpPr>
            <a:grpSpLocks noChangeAspect="1"/>
          </p:cNvGrpSpPr>
          <p:nvPr userDrawn="1"/>
        </p:nvGrpSpPr>
        <p:grpSpPr bwMode="invGray">
          <a:xfrm>
            <a:off x="407368" y="1592796"/>
            <a:ext cx="936000" cy="936000"/>
            <a:chOff x="5118212" y="1097010"/>
            <a:chExt cx="3600000" cy="3600000"/>
          </a:xfrm>
          <a:solidFill>
            <a:schemeClr val="accent1"/>
          </a:solidFill>
        </p:grpSpPr>
        <p:sp>
          <p:nvSpPr>
            <p:cNvPr id="10" name="Rectangle 9">
              <a:extLst>
                <a:ext uri="{FF2B5EF4-FFF2-40B4-BE49-F238E27FC236}">
                  <a16:creationId xmlns:a16="http://schemas.microsoft.com/office/drawing/2014/main" id="{4DEC224A-84D5-E297-A9D1-4D9856F4785C}"/>
                </a:ext>
              </a:extLst>
            </p:cNvPr>
            <p:cNvSpPr>
              <a:spLocks noChangeAspect="1"/>
            </p:cNvSpPr>
            <p:nvPr userDrawn="1"/>
          </p:nvSpPr>
          <p:spPr bwMode="invGray">
            <a:xfrm>
              <a:off x="5946212" y="1097010"/>
              <a:ext cx="2772000" cy="82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11" name="Rectangle 10">
              <a:extLst>
                <a:ext uri="{FF2B5EF4-FFF2-40B4-BE49-F238E27FC236}">
                  <a16:creationId xmlns:a16="http://schemas.microsoft.com/office/drawing/2014/main" id="{A64CF66D-DBB8-6438-DBF5-DAAD681BB9E0}"/>
                </a:ext>
              </a:extLst>
            </p:cNvPr>
            <p:cNvSpPr>
              <a:spLocks noChangeAspect="1"/>
            </p:cNvSpPr>
            <p:nvPr userDrawn="1"/>
          </p:nvSpPr>
          <p:spPr bwMode="invGray">
            <a:xfrm>
              <a:off x="5118212" y="1925010"/>
              <a:ext cx="828000" cy="277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sp>
        <p:nvSpPr>
          <p:cNvPr id="12" name="Picture Placeholder 17">
            <a:extLst>
              <a:ext uri="{FF2B5EF4-FFF2-40B4-BE49-F238E27FC236}">
                <a16:creationId xmlns:a16="http://schemas.microsoft.com/office/drawing/2014/main" id="{D0FF1E68-B844-DAB0-D531-6B027695C65C}"/>
              </a:ext>
            </a:extLst>
          </p:cNvPr>
          <p:cNvSpPr>
            <a:spLocks noGrp="1"/>
          </p:cNvSpPr>
          <p:nvPr>
            <p:ph type="pic" sz="quarter" idx="22"/>
          </p:nvPr>
        </p:nvSpPr>
        <p:spPr bwMode="invGray">
          <a:xfrm>
            <a:off x="623392" y="1808820"/>
            <a:ext cx="3312000" cy="2340000"/>
          </a:xfrm>
        </p:spPr>
        <p:txBody>
          <a:bodyPr tIns="648000" anchor="ctr"/>
          <a:lstStyle>
            <a:lvl1pPr algn="ctr">
              <a:spcBef>
                <a:spcPts val="0"/>
              </a:spcBef>
              <a:defRPr sz="1600" b="0"/>
            </a:lvl1pPr>
          </a:lstStyle>
          <a:p>
            <a:r>
              <a:rPr lang="de-DE" noProof="0" dirty="0"/>
              <a:t>Bild durch Klicken auf Symbol hinzufügen</a:t>
            </a:r>
          </a:p>
        </p:txBody>
      </p:sp>
      <p:grpSp>
        <p:nvGrpSpPr>
          <p:cNvPr id="13" name="Group 12">
            <a:extLst>
              <a:ext uri="{FF2B5EF4-FFF2-40B4-BE49-F238E27FC236}">
                <a16:creationId xmlns:a16="http://schemas.microsoft.com/office/drawing/2014/main" id="{7E99224A-E3BD-EC33-33BA-132FE333B0BC}"/>
              </a:ext>
            </a:extLst>
          </p:cNvPr>
          <p:cNvGrpSpPr>
            <a:grpSpLocks noChangeAspect="1"/>
          </p:cNvGrpSpPr>
          <p:nvPr userDrawn="1"/>
        </p:nvGrpSpPr>
        <p:grpSpPr bwMode="invGray">
          <a:xfrm>
            <a:off x="4331804" y="1592796"/>
            <a:ext cx="936000" cy="936000"/>
            <a:chOff x="5118212" y="1097010"/>
            <a:chExt cx="3600000" cy="3600000"/>
          </a:xfrm>
          <a:solidFill>
            <a:schemeClr val="accent3"/>
          </a:solidFill>
        </p:grpSpPr>
        <p:sp>
          <p:nvSpPr>
            <p:cNvPr id="14" name="Rectangle 13">
              <a:extLst>
                <a:ext uri="{FF2B5EF4-FFF2-40B4-BE49-F238E27FC236}">
                  <a16:creationId xmlns:a16="http://schemas.microsoft.com/office/drawing/2014/main" id="{AFEC5F41-C51A-8737-086D-A4D748D53762}"/>
                </a:ext>
              </a:extLst>
            </p:cNvPr>
            <p:cNvSpPr>
              <a:spLocks noChangeAspect="1"/>
            </p:cNvSpPr>
            <p:nvPr userDrawn="1"/>
          </p:nvSpPr>
          <p:spPr bwMode="invGray">
            <a:xfrm>
              <a:off x="5946212" y="1097010"/>
              <a:ext cx="2772000" cy="82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15" name="Rectangle 14">
              <a:extLst>
                <a:ext uri="{FF2B5EF4-FFF2-40B4-BE49-F238E27FC236}">
                  <a16:creationId xmlns:a16="http://schemas.microsoft.com/office/drawing/2014/main" id="{0562F66B-AE82-396A-78BA-B8A9A8345A15}"/>
                </a:ext>
              </a:extLst>
            </p:cNvPr>
            <p:cNvSpPr>
              <a:spLocks noChangeAspect="1"/>
            </p:cNvSpPr>
            <p:nvPr userDrawn="1"/>
          </p:nvSpPr>
          <p:spPr bwMode="invGray">
            <a:xfrm>
              <a:off x="5118212" y="1925010"/>
              <a:ext cx="828000" cy="277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sp>
        <p:nvSpPr>
          <p:cNvPr id="16" name="Picture Placeholder 17">
            <a:extLst>
              <a:ext uri="{FF2B5EF4-FFF2-40B4-BE49-F238E27FC236}">
                <a16:creationId xmlns:a16="http://schemas.microsoft.com/office/drawing/2014/main" id="{9CBB4DE4-768F-5C0A-F00E-947CC2FEC04C}"/>
              </a:ext>
            </a:extLst>
          </p:cNvPr>
          <p:cNvSpPr>
            <a:spLocks noGrp="1"/>
          </p:cNvSpPr>
          <p:nvPr>
            <p:ph type="pic" sz="quarter" idx="23"/>
          </p:nvPr>
        </p:nvSpPr>
        <p:spPr bwMode="invGray">
          <a:xfrm>
            <a:off x="4547828" y="1808820"/>
            <a:ext cx="3312000" cy="2340000"/>
          </a:xfrm>
        </p:spPr>
        <p:txBody>
          <a:bodyPr tIns="648000" anchor="ctr"/>
          <a:lstStyle>
            <a:lvl1pPr algn="ctr">
              <a:spcBef>
                <a:spcPts val="0"/>
              </a:spcBef>
              <a:defRPr sz="1600" b="0"/>
            </a:lvl1pPr>
          </a:lstStyle>
          <a:p>
            <a:r>
              <a:rPr lang="de-DE" noProof="0" dirty="0"/>
              <a:t>Bild durch Klicken auf Symbol hinzufügen</a:t>
            </a:r>
          </a:p>
        </p:txBody>
      </p:sp>
      <p:grpSp>
        <p:nvGrpSpPr>
          <p:cNvPr id="17" name="Group 16">
            <a:extLst>
              <a:ext uri="{FF2B5EF4-FFF2-40B4-BE49-F238E27FC236}">
                <a16:creationId xmlns:a16="http://schemas.microsoft.com/office/drawing/2014/main" id="{C83D7117-3194-F352-2EAF-412D22C04BA8}"/>
              </a:ext>
            </a:extLst>
          </p:cNvPr>
          <p:cNvGrpSpPr>
            <a:grpSpLocks noChangeAspect="1"/>
          </p:cNvGrpSpPr>
          <p:nvPr userDrawn="1"/>
        </p:nvGrpSpPr>
        <p:grpSpPr bwMode="invGray">
          <a:xfrm>
            <a:off x="8256240" y="1592796"/>
            <a:ext cx="936000" cy="936000"/>
            <a:chOff x="5118212" y="1097010"/>
            <a:chExt cx="3600000" cy="3600000"/>
          </a:xfrm>
          <a:solidFill>
            <a:schemeClr val="accent4"/>
          </a:solidFill>
        </p:grpSpPr>
        <p:sp>
          <p:nvSpPr>
            <p:cNvPr id="18" name="Rectangle 17">
              <a:extLst>
                <a:ext uri="{FF2B5EF4-FFF2-40B4-BE49-F238E27FC236}">
                  <a16:creationId xmlns:a16="http://schemas.microsoft.com/office/drawing/2014/main" id="{FE446E7A-81BD-EEBD-E35D-016FA5D4734B}"/>
                </a:ext>
              </a:extLst>
            </p:cNvPr>
            <p:cNvSpPr>
              <a:spLocks noChangeAspect="1"/>
            </p:cNvSpPr>
            <p:nvPr userDrawn="1"/>
          </p:nvSpPr>
          <p:spPr bwMode="invGray">
            <a:xfrm>
              <a:off x="5946212" y="1097010"/>
              <a:ext cx="2772000" cy="82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19" name="Rectangle 18">
              <a:extLst>
                <a:ext uri="{FF2B5EF4-FFF2-40B4-BE49-F238E27FC236}">
                  <a16:creationId xmlns:a16="http://schemas.microsoft.com/office/drawing/2014/main" id="{0D7DFF23-8BE1-5F21-623F-554DF0764BD6}"/>
                </a:ext>
              </a:extLst>
            </p:cNvPr>
            <p:cNvSpPr>
              <a:spLocks noChangeAspect="1"/>
            </p:cNvSpPr>
            <p:nvPr userDrawn="1"/>
          </p:nvSpPr>
          <p:spPr bwMode="invGray">
            <a:xfrm>
              <a:off x="5118212" y="1925010"/>
              <a:ext cx="828000" cy="277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sp>
        <p:nvSpPr>
          <p:cNvPr id="20" name="Picture Placeholder 17">
            <a:extLst>
              <a:ext uri="{FF2B5EF4-FFF2-40B4-BE49-F238E27FC236}">
                <a16:creationId xmlns:a16="http://schemas.microsoft.com/office/drawing/2014/main" id="{67BE0188-7B1D-1AF3-FAC1-AC1ECF26E398}"/>
              </a:ext>
            </a:extLst>
          </p:cNvPr>
          <p:cNvSpPr>
            <a:spLocks noGrp="1"/>
          </p:cNvSpPr>
          <p:nvPr>
            <p:ph type="pic" sz="quarter" idx="24"/>
          </p:nvPr>
        </p:nvSpPr>
        <p:spPr bwMode="invGray">
          <a:xfrm>
            <a:off x="8472264" y="1808820"/>
            <a:ext cx="3312000" cy="2340000"/>
          </a:xfrm>
        </p:spPr>
        <p:txBody>
          <a:bodyPr tIns="648000" anchor="ctr"/>
          <a:lstStyle>
            <a:lvl1pPr algn="ctr">
              <a:spcBef>
                <a:spcPts val="0"/>
              </a:spcBef>
              <a:defRPr sz="1600" b="0"/>
            </a:lvl1pPr>
          </a:lstStyle>
          <a:p>
            <a:r>
              <a:rPr lang="de-DE" noProof="0" dirty="0"/>
              <a:t>Bild durch Klicken auf Symbol hinzufügen</a:t>
            </a:r>
          </a:p>
        </p:txBody>
      </p:sp>
    </p:spTree>
    <p:extLst>
      <p:ext uri="{BB962C8B-B14F-4D97-AF65-F5344CB8AC3E}">
        <p14:creationId xmlns:p14="http://schemas.microsoft.com/office/powerpoint/2010/main" val="2746855696"/>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 Titel, Text und Bild (Mit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572F5-E83A-3E87-215C-6FDF1BCF28E6}"/>
              </a:ext>
            </a:extLst>
          </p:cNvPr>
          <p:cNvSpPr>
            <a:spLocks noGrp="1"/>
          </p:cNvSpPr>
          <p:nvPr>
            <p:ph type="title" hasCustomPrompt="1"/>
          </p:nvPr>
        </p:nvSpPr>
        <p:spPr bwMode="invGray"/>
        <p:txBody>
          <a:bodyPr/>
          <a:lstStyle/>
          <a:p>
            <a:r>
              <a:rPr lang="de-DE" noProof="0"/>
              <a:t>Folientitel durch Klicken bearbeiten </a:t>
            </a:r>
            <a:br>
              <a:rPr lang="de-DE" noProof="0"/>
            </a:br>
            <a:r>
              <a:rPr lang="de-DE" noProof="0"/>
              <a:t>(maximal zweizeilig)</a:t>
            </a:r>
          </a:p>
        </p:txBody>
      </p:sp>
      <p:sp>
        <p:nvSpPr>
          <p:cNvPr id="3" name="Footer Placeholder 2">
            <a:extLst>
              <a:ext uri="{FF2B5EF4-FFF2-40B4-BE49-F238E27FC236}">
                <a16:creationId xmlns:a16="http://schemas.microsoft.com/office/drawing/2014/main" id="{380B7BAE-6840-9842-1720-11CF2479686A}"/>
              </a:ext>
            </a:extLst>
          </p:cNvPr>
          <p:cNvSpPr>
            <a:spLocks noGrp="1"/>
          </p:cNvSpPr>
          <p:nvPr>
            <p:ph type="ftr" sz="quarter" idx="10"/>
          </p:nvPr>
        </p:nvSpPr>
        <p:spPr bwMode="invGray"/>
        <p:txBody>
          <a:bodyPr/>
          <a:lstStyle/>
          <a:p>
            <a:r>
              <a:rPr lang="de-DE" noProof="0"/>
              <a:t>Hier steht der übergeordnete Präsentationstitel (Einfügen → Kopf- und Fußzeile)</a:t>
            </a:r>
          </a:p>
        </p:txBody>
      </p:sp>
      <p:sp>
        <p:nvSpPr>
          <p:cNvPr id="4" name="Slide Number Placeholder 3">
            <a:extLst>
              <a:ext uri="{FF2B5EF4-FFF2-40B4-BE49-F238E27FC236}">
                <a16:creationId xmlns:a16="http://schemas.microsoft.com/office/drawing/2014/main" id="{51B88120-E8B7-C426-477A-56804F99DB5C}"/>
              </a:ext>
            </a:extLst>
          </p:cNvPr>
          <p:cNvSpPr>
            <a:spLocks noGrp="1"/>
          </p:cNvSpPr>
          <p:nvPr>
            <p:ph type="sldNum" sz="quarter" idx="11"/>
          </p:nvPr>
        </p:nvSpPr>
        <p:spPr bwMode="invGray"/>
        <p:txBody>
          <a:bodyPr/>
          <a:lstStyle/>
          <a:p>
            <a:fld id="{5438FF58-A5B1-455A-BA0C-D8E0E4C71076}" type="slidenum">
              <a:rPr lang="de-DE" noProof="0" smtClean="0"/>
              <a:pPr/>
              <a:t>‹#›</a:t>
            </a:fld>
            <a:endParaRPr lang="de-DE" noProof="0"/>
          </a:p>
        </p:txBody>
      </p:sp>
      <p:sp>
        <p:nvSpPr>
          <p:cNvPr id="6" name="Text Placeholder 5">
            <a:extLst>
              <a:ext uri="{FF2B5EF4-FFF2-40B4-BE49-F238E27FC236}">
                <a16:creationId xmlns:a16="http://schemas.microsoft.com/office/drawing/2014/main" id="{1437442A-2E2B-60D6-57CD-158E4565F415}"/>
              </a:ext>
            </a:extLst>
          </p:cNvPr>
          <p:cNvSpPr>
            <a:spLocks noGrp="1"/>
          </p:cNvSpPr>
          <p:nvPr>
            <p:ph type="body" sz="quarter" idx="12" hasCustomPrompt="1"/>
          </p:nvPr>
        </p:nvSpPr>
        <p:spPr bwMode="invGray">
          <a:xfrm>
            <a:off x="407988" y="1592263"/>
            <a:ext cx="3528000" cy="4644000"/>
          </a:xfrm>
        </p:spPr>
        <p:txBody>
          <a:body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sp>
        <p:nvSpPr>
          <p:cNvPr id="7" name="Text Placeholder 5">
            <a:extLst>
              <a:ext uri="{FF2B5EF4-FFF2-40B4-BE49-F238E27FC236}">
                <a16:creationId xmlns:a16="http://schemas.microsoft.com/office/drawing/2014/main" id="{37B0818A-E3C0-1D55-0E64-308082D2B018}"/>
              </a:ext>
            </a:extLst>
          </p:cNvPr>
          <p:cNvSpPr>
            <a:spLocks noGrp="1"/>
          </p:cNvSpPr>
          <p:nvPr>
            <p:ph type="body" sz="quarter" idx="13" hasCustomPrompt="1"/>
          </p:nvPr>
        </p:nvSpPr>
        <p:spPr bwMode="invGray">
          <a:xfrm>
            <a:off x="8256240" y="1592796"/>
            <a:ext cx="3528000" cy="4644000"/>
          </a:xfrm>
        </p:spPr>
        <p:txBody>
          <a:body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grpSp>
        <p:nvGrpSpPr>
          <p:cNvPr id="8" name="Group 7">
            <a:extLst>
              <a:ext uri="{FF2B5EF4-FFF2-40B4-BE49-F238E27FC236}">
                <a16:creationId xmlns:a16="http://schemas.microsoft.com/office/drawing/2014/main" id="{83C19E4C-8AA9-ADC8-FE35-0F298ED87393}"/>
              </a:ext>
            </a:extLst>
          </p:cNvPr>
          <p:cNvGrpSpPr>
            <a:grpSpLocks noChangeAspect="1"/>
          </p:cNvGrpSpPr>
          <p:nvPr userDrawn="1"/>
        </p:nvGrpSpPr>
        <p:grpSpPr bwMode="invGray">
          <a:xfrm>
            <a:off x="4331804" y="1592796"/>
            <a:ext cx="936000" cy="936000"/>
            <a:chOff x="5118212" y="1097010"/>
            <a:chExt cx="3600000" cy="3600000"/>
          </a:xfrm>
          <a:solidFill>
            <a:schemeClr val="accent1"/>
          </a:solidFill>
        </p:grpSpPr>
        <p:sp>
          <p:nvSpPr>
            <p:cNvPr id="9" name="Rectangle 8">
              <a:extLst>
                <a:ext uri="{FF2B5EF4-FFF2-40B4-BE49-F238E27FC236}">
                  <a16:creationId xmlns:a16="http://schemas.microsoft.com/office/drawing/2014/main" id="{85481458-525F-E24E-227B-CB047B711BBF}"/>
                </a:ext>
              </a:extLst>
            </p:cNvPr>
            <p:cNvSpPr>
              <a:spLocks noChangeAspect="1"/>
            </p:cNvSpPr>
            <p:nvPr userDrawn="1"/>
          </p:nvSpPr>
          <p:spPr bwMode="invGray">
            <a:xfrm>
              <a:off x="5946212" y="1097010"/>
              <a:ext cx="2772000" cy="82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10" name="Rectangle 9">
              <a:extLst>
                <a:ext uri="{FF2B5EF4-FFF2-40B4-BE49-F238E27FC236}">
                  <a16:creationId xmlns:a16="http://schemas.microsoft.com/office/drawing/2014/main" id="{9DEF3AF9-5EA4-CD45-4617-53FACEA677A7}"/>
                </a:ext>
              </a:extLst>
            </p:cNvPr>
            <p:cNvSpPr>
              <a:spLocks noChangeAspect="1"/>
            </p:cNvSpPr>
            <p:nvPr userDrawn="1"/>
          </p:nvSpPr>
          <p:spPr bwMode="invGray">
            <a:xfrm>
              <a:off x="5118212" y="1925010"/>
              <a:ext cx="828000" cy="277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sp>
        <p:nvSpPr>
          <p:cNvPr id="11" name="Picture Placeholder 17">
            <a:extLst>
              <a:ext uri="{FF2B5EF4-FFF2-40B4-BE49-F238E27FC236}">
                <a16:creationId xmlns:a16="http://schemas.microsoft.com/office/drawing/2014/main" id="{90701D0C-4058-1049-7ABB-7DCB4171444B}"/>
              </a:ext>
            </a:extLst>
          </p:cNvPr>
          <p:cNvSpPr>
            <a:spLocks noGrp="1"/>
          </p:cNvSpPr>
          <p:nvPr>
            <p:ph type="pic" sz="quarter" idx="22"/>
          </p:nvPr>
        </p:nvSpPr>
        <p:spPr bwMode="invGray">
          <a:xfrm>
            <a:off x="4547828" y="1808819"/>
            <a:ext cx="3312000" cy="4428000"/>
          </a:xfrm>
        </p:spPr>
        <p:txBody>
          <a:bodyPr tIns="648000" anchor="ctr"/>
          <a:lstStyle>
            <a:lvl1pPr algn="ctr">
              <a:spcBef>
                <a:spcPts val="0"/>
              </a:spcBef>
              <a:defRPr sz="1600" b="0"/>
            </a:lvl1pPr>
          </a:lstStyle>
          <a:p>
            <a:r>
              <a:rPr lang="de-DE" noProof="0" dirty="0"/>
              <a:t>Bild durch Klicken auf Symbol hinzufügen</a:t>
            </a:r>
          </a:p>
        </p:txBody>
      </p:sp>
    </p:spTree>
    <p:extLst>
      <p:ext uri="{BB962C8B-B14F-4D97-AF65-F5344CB8AC3E}">
        <p14:creationId xmlns:p14="http://schemas.microsoft.com/office/powerpoint/2010/main" val="2434034839"/>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 Titel, Text und Bild (rech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572F5-E83A-3E87-215C-6FDF1BCF28E6}"/>
              </a:ext>
            </a:extLst>
          </p:cNvPr>
          <p:cNvSpPr>
            <a:spLocks noGrp="1"/>
          </p:cNvSpPr>
          <p:nvPr>
            <p:ph type="title" hasCustomPrompt="1"/>
          </p:nvPr>
        </p:nvSpPr>
        <p:spPr bwMode="invGray"/>
        <p:txBody>
          <a:bodyPr/>
          <a:lstStyle/>
          <a:p>
            <a:r>
              <a:rPr lang="de-DE" noProof="0"/>
              <a:t>Folientitel durch Klicken bearbeiten </a:t>
            </a:r>
            <a:br>
              <a:rPr lang="de-DE" noProof="0"/>
            </a:br>
            <a:r>
              <a:rPr lang="de-DE" noProof="0"/>
              <a:t>(maximal zweizeilig)</a:t>
            </a:r>
          </a:p>
        </p:txBody>
      </p:sp>
      <p:sp>
        <p:nvSpPr>
          <p:cNvPr id="3" name="Footer Placeholder 2">
            <a:extLst>
              <a:ext uri="{FF2B5EF4-FFF2-40B4-BE49-F238E27FC236}">
                <a16:creationId xmlns:a16="http://schemas.microsoft.com/office/drawing/2014/main" id="{380B7BAE-6840-9842-1720-11CF2479686A}"/>
              </a:ext>
            </a:extLst>
          </p:cNvPr>
          <p:cNvSpPr>
            <a:spLocks noGrp="1"/>
          </p:cNvSpPr>
          <p:nvPr>
            <p:ph type="ftr" sz="quarter" idx="10"/>
          </p:nvPr>
        </p:nvSpPr>
        <p:spPr bwMode="invGray"/>
        <p:txBody>
          <a:bodyPr/>
          <a:lstStyle/>
          <a:p>
            <a:r>
              <a:rPr lang="de-DE" noProof="0"/>
              <a:t>Hier steht der übergeordnete Präsentationstitel (Einfügen → Kopf- und Fußzeile)</a:t>
            </a:r>
          </a:p>
        </p:txBody>
      </p:sp>
      <p:sp>
        <p:nvSpPr>
          <p:cNvPr id="4" name="Slide Number Placeholder 3">
            <a:extLst>
              <a:ext uri="{FF2B5EF4-FFF2-40B4-BE49-F238E27FC236}">
                <a16:creationId xmlns:a16="http://schemas.microsoft.com/office/drawing/2014/main" id="{51B88120-E8B7-C426-477A-56804F99DB5C}"/>
              </a:ext>
            </a:extLst>
          </p:cNvPr>
          <p:cNvSpPr>
            <a:spLocks noGrp="1"/>
          </p:cNvSpPr>
          <p:nvPr>
            <p:ph type="sldNum" sz="quarter" idx="11"/>
          </p:nvPr>
        </p:nvSpPr>
        <p:spPr bwMode="invGray"/>
        <p:txBody>
          <a:bodyPr/>
          <a:lstStyle/>
          <a:p>
            <a:fld id="{5438FF58-A5B1-455A-BA0C-D8E0E4C71076}" type="slidenum">
              <a:rPr lang="de-DE" noProof="0" smtClean="0"/>
              <a:pPr/>
              <a:t>‹#›</a:t>
            </a:fld>
            <a:endParaRPr lang="de-DE" noProof="0"/>
          </a:p>
        </p:txBody>
      </p:sp>
      <p:sp>
        <p:nvSpPr>
          <p:cNvPr id="6" name="Text Placeholder 5">
            <a:extLst>
              <a:ext uri="{FF2B5EF4-FFF2-40B4-BE49-F238E27FC236}">
                <a16:creationId xmlns:a16="http://schemas.microsoft.com/office/drawing/2014/main" id="{1437442A-2E2B-60D6-57CD-158E4565F415}"/>
              </a:ext>
            </a:extLst>
          </p:cNvPr>
          <p:cNvSpPr>
            <a:spLocks noGrp="1"/>
          </p:cNvSpPr>
          <p:nvPr>
            <p:ph type="body" sz="quarter" idx="12" hasCustomPrompt="1"/>
          </p:nvPr>
        </p:nvSpPr>
        <p:spPr bwMode="invGray">
          <a:xfrm>
            <a:off x="407988" y="1592263"/>
            <a:ext cx="3528000" cy="4644000"/>
          </a:xfrm>
        </p:spPr>
        <p:txBody>
          <a:body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grpSp>
        <p:nvGrpSpPr>
          <p:cNvPr id="8" name="Group 7">
            <a:extLst>
              <a:ext uri="{FF2B5EF4-FFF2-40B4-BE49-F238E27FC236}">
                <a16:creationId xmlns:a16="http://schemas.microsoft.com/office/drawing/2014/main" id="{83C19E4C-8AA9-ADC8-FE35-0F298ED87393}"/>
              </a:ext>
            </a:extLst>
          </p:cNvPr>
          <p:cNvGrpSpPr>
            <a:grpSpLocks noChangeAspect="1"/>
          </p:cNvGrpSpPr>
          <p:nvPr userDrawn="1"/>
        </p:nvGrpSpPr>
        <p:grpSpPr bwMode="invGray">
          <a:xfrm>
            <a:off x="4331804" y="1592796"/>
            <a:ext cx="936000" cy="936000"/>
            <a:chOff x="5118212" y="1097010"/>
            <a:chExt cx="3600000" cy="3600000"/>
          </a:xfrm>
          <a:solidFill>
            <a:schemeClr val="accent1"/>
          </a:solidFill>
        </p:grpSpPr>
        <p:sp>
          <p:nvSpPr>
            <p:cNvPr id="9" name="Rectangle 8">
              <a:extLst>
                <a:ext uri="{FF2B5EF4-FFF2-40B4-BE49-F238E27FC236}">
                  <a16:creationId xmlns:a16="http://schemas.microsoft.com/office/drawing/2014/main" id="{85481458-525F-E24E-227B-CB047B711BBF}"/>
                </a:ext>
              </a:extLst>
            </p:cNvPr>
            <p:cNvSpPr>
              <a:spLocks noChangeAspect="1"/>
            </p:cNvSpPr>
            <p:nvPr userDrawn="1"/>
          </p:nvSpPr>
          <p:spPr bwMode="invGray">
            <a:xfrm>
              <a:off x="5946212" y="1097010"/>
              <a:ext cx="2772000" cy="82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10" name="Rectangle 9">
              <a:extLst>
                <a:ext uri="{FF2B5EF4-FFF2-40B4-BE49-F238E27FC236}">
                  <a16:creationId xmlns:a16="http://schemas.microsoft.com/office/drawing/2014/main" id="{9DEF3AF9-5EA4-CD45-4617-53FACEA677A7}"/>
                </a:ext>
              </a:extLst>
            </p:cNvPr>
            <p:cNvSpPr>
              <a:spLocks noChangeAspect="1"/>
            </p:cNvSpPr>
            <p:nvPr userDrawn="1"/>
          </p:nvSpPr>
          <p:spPr bwMode="invGray">
            <a:xfrm>
              <a:off x="5118212" y="1925010"/>
              <a:ext cx="828000" cy="277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sp>
        <p:nvSpPr>
          <p:cNvPr id="11" name="Picture Placeholder 17">
            <a:extLst>
              <a:ext uri="{FF2B5EF4-FFF2-40B4-BE49-F238E27FC236}">
                <a16:creationId xmlns:a16="http://schemas.microsoft.com/office/drawing/2014/main" id="{90701D0C-4058-1049-7ABB-7DCB4171444B}"/>
              </a:ext>
            </a:extLst>
          </p:cNvPr>
          <p:cNvSpPr>
            <a:spLocks noGrp="1"/>
          </p:cNvSpPr>
          <p:nvPr>
            <p:ph type="pic" sz="quarter" idx="22"/>
          </p:nvPr>
        </p:nvSpPr>
        <p:spPr bwMode="invGray">
          <a:xfrm>
            <a:off x="4547828" y="1808819"/>
            <a:ext cx="7236000" cy="4428000"/>
          </a:xfrm>
        </p:spPr>
        <p:txBody>
          <a:bodyPr tIns="648000" anchor="ctr"/>
          <a:lstStyle>
            <a:lvl1pPr algn="ctr">
              <a:spcBef>
                <a:spcPts val="0"/>
              </a:spcBef>
              <a:defRPr sz="1600" b="0"/>
            </a:lvl1pPr>
          </a:lstStyle>
          <a:p>
            <a:r>
              <a:rPr lang="de-DE" noProof="0" dirty="0"/>
              <a:t>Bild durch Klicken auf Symbol hinzufügen</a:t>
            </a:r>
          </a:p>
        </p:txBody>
      </p:sp>
    </p:spTree>
    <p:extLst>
      <p:ext uri="{BB962C8B-B14F-4D97-AF65-F5344CB8AC3E}">
        <p14:creationId xmlns:p14="http://schemas.microsoft.com/office/powerpoint/2010/main" val="292284039"/>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 Titel, Text und Bild (link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572F5-E83A-3E87-215C-6FDF1BCF28E6}"/>
              </a:ext>
            </a:extLst>
          </p:cNvPr>
          <p:cNvSpPr>
            <a:spLocks noGrp="1"/>
          </p:cNvSpPr>
          <p:nvPr>
            <p:ph type="title" hasCustomPrompt="1"/>
          </p:nvPr>
        </p:nvSpPr>
        <p:spPr bwMode="invGray"/>
        <p:txBody>
          <a:bodyPr/>
          <a:lstStyle/>
          <a:p>
            <a:r>
              <a:rPr lang="de-DE" noProof="0" dirty="0"/>
              <a:t>Folientitel durch Klicken bearbeiten </a:t>
            </a:r>
            <a:br>
              <a:rPr lang="de-DE" noProof="0" dirty="0"/>
            </a:br>
            <a:r>
              <a:rPr lang="de-DE" noProof="0" dirty="0"/>
              <a:t>(maximal zweizeilig)</a:t>
            </a:r>
          </a:p>
        </p:txBody>
      </p:sp>
      <p:sp>
        <p:nvSpPr>
          <p:cNvPr id="3" name="Footer Placeholder 2">
            <a:extLst>
              <a:ext uri="{FF2B5EF4-FFF2-40B4-BE49-F238E27FC236}">
                <a16:creationId xmlns:a16="http://schemas.microsoft.com/office/drawing/2014/main" id="{380B7BAE-6840-9842-1720-11CF2479686A}"/>
              </a:ext>
            </a:extLst>
          </p:cNvPr>
          <p:cNvSpPr>
            <a:spLocks noGrp="1"/>
          </p:cNvSpPr>
          <p:nvPr>
            <p:ph type="ftr" sz="quarter" idx="10"/>
          </p:nvPr>
        </p:nvSpPr>
        <p:spPr bwMode="invGray"/>
        <p:txBody>
          <a:bodyPr/>
          <a:lstStyle/>
          <a:p>
            <a:r>
              <a:rPr lang="de-DE" noProof="0"/>
              <a:t>Hier steht der übergeordnete Präsentationstitel (Einfügen → Kopf- und Fußzeile)</a:t>
            </a:r>
          </a:p>
        </p:txBody>
      </p:sp>
      <p:sp>
        <p:nvSpPr>
          <p:cNvPr id="4" name="Slide Number Placeholder 3">
            <a:extLst>
              <a:ext uri="{FF2B5EF4-FFF2-40B4-BE49-F238E27FC236}">
                <a16:creationId xmlns:a16="http://schemas.microsoft.com/office/drawing/2014/main" id="{51B88120-E8B7-C426-477A-56804F99DB5C}"/>
              </a:ext>
            </a:extLst>
          </p:cNvPr>
          <p:cNvSpPr>
            <a:spLocks noGrp="1"/>
          </p:cNvSpPr>
          <p:nvPr>
            <p:ph type="sldNum" sz="quarter" idx="11"/>
          </p:nvPr>
        </p:nvSpPr>
        <p:spPr bwMode="invGray"/>
        <p:txBody>
          <a:bodyPr/>
          <a:lstStyle/>
          <a:p>
            <a:fld id="{5438FF58-A5B1-455A-BA0C-D8E0E4C71076}" type="slidenum">
              <a:rPr lang="de-DE" noProof="0" smtClean="0"/>
              <a:pPr/>
              <a:t>‹#›</a:t>
            </a:fld>
            <a:endParaRPr lang="de-DE" noProof="0"/>
          </a:p>
        </p:txBody>
      </p:sp>
      <p:sp>
        <p:nvSpPr>
          <p:cNvPr id="6" name="Text Placeholder 5">
            <a:extLst>
              <a:ext uri="{FF2B5EF4-FFF2-40B4-BE49-F238E27FC236}">
                <a16:creationId xmlns:a16="http://schemas.microsoft.com/office/drawing/2014/main" id="{1437442A-2E2B-60D6-57CD-158E4565F415}"/>
              </a:ext>
            </a:extLst>
          </p:cNvPr>
          <p:cNvSpPr>
            <a:spLocks noGrp="1"/>
          </p:cNvSpPr>
          <p:nvPr>
            <p:ph type="body" sz="quarter" idx="12" hasCustomPrompt="1"/>
          </p:nvPr>
        </p:nvSpPr>
        <p:spPr bwMode="invGray">
          <a:xfrm>
            <a:off x="8256240" y="1592263"/>
            <a:ext cx="3528000" cy="4644000"/>
          </a:xfrm>
        </p:spPr>
        <p:txBody>
          <a:body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grpSp>
        <p:nvGrpSpPr>
          <p:cNvPr id="8" name="Group 7">
            <a:extLst>
              <a:ext uri="{FF2B5EF4-FFF2-40B4-BE49-F238E27FC236}">
                <a16:creationId xmlns:a16="http://schemas.microsoft.com/office/drawing/2014/main" id="{83C19E4C-8AA9-ADC8-FE35-0F298ED87393}"/>
              </a:ext>
            </a:extLst>
          </p:cNvPr>
          <p:cNvGrpSpPr>
            <a:grpSpLocks noChangeAspect="1"/>
          </p:cNvGrpSpPr>
          <p:nvPr userDrawn="1"/>
        </p:nvGrpSpPr>
        <p:grpSpPr bwMode="invGray">
          <a:xfrm>
            <a:off x="407368" y="1592796"/>
            <a:ext cx="936000" cy="936000"/>
            <a:chOff x="5118212" y="1097010"/>
            <a:chExt cx="3600000" cy="3600000"/>
          </a:xfrm>
          <a:solidFill>
            <a:schemeClr val="accent1"/>
          </a:solidFill>
        </p:grpSpPr>
        <p:sp>
          <p:nvSpPr>
            <p:cNvPr id="9" name="Rectangle 8">
              <a:extLst>
                <a:ext uri="{FF2B5EF4-FFF2-40B4-BE49-F238E27FC236}">
                  <a16:creationId xmlns:a16="http://schemas.microsoft.com/office/drawing/2014/main" id="{85481458-525F-E24E-227B-CB047B711BBF}"/>
                </a:ext>
              </a:extLst>
            </p:cNvPr>
            <p:cNvSpPr>
              <a:spLocks noChangeAspect="1"/>
            </p:cNvSpPr>
            <p:nvPr userDrawn="1"/>
          </p:nvSpPr>
          <p:spPr bwMode="invGray">
            <a:xfrm>
              <a:off x="5946212" y="1097010"/>
              <a:ext cx="2772000" cy="82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10" name="Rectangle 9">
              <a:extLst>
                <a:ext uri="{FF2B5EF4-FFF2-40B4-BE49-F238E27FC236}">
                  <a16:creationId xmlns:a16="http://schemas.microsoft.com/office/drawing/2014/main" id="{9DEF3AF9-5EA4-CD45-4617-53FACEA677A7}"/>
                </a:ext>
              </a:extLst>
            </p:cNvPr>
            <p:cNvSpPr>
              <a:spLocks noChangeAspect="1"/>
            </p:cNvSpPr>
            <p:nvPr userDrawn="1"/>
          </p:nvSpPr>
          <p:spPr bwMode="invGray">
            <a:xfrm>
              <a:off x="5118212" y="1925010"/>
              <a:ext cx="828000" cy="277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sp>
        <p:nvSpPr>
          <p:cNvPr id="11" name="Picture Placeholder 17">
            <a:extLst>
              <a:ext uri="{FF2B5EF4-FFF2-40B4-BE49-F238E27FC236}">
                <a16:creationId xmlns:a16="http://schemas.microsoft.com/office/drawing/2014/main" id="{90701D0C-4058-1049-7ABB-7DCB4171444B}"/>
              </a:ext>
            </a:extLst>
          </p:cNvPr>
          <p:cNvSpPr>
            <a:spLocks noGrp="1"/>
          </p:cNvSpPr>
          <p:nvPr>
            <p:ph type="pic" sz="quarter" idx="22"/>
          </p:nvPr>
        </p:nvSpPr>
        <p:spPr bwMode="invGray">
          <a:xfrm>
            <a:off x="623392" y="1808819"/>
            <a:ext cx="7236000" cy="4428000"/>
          </a:xfrm>
        </p:spPr>
        <p:txBody>
          <a:bodyPr tIns="648000" anchor="ctr"/>
          <a:lstStyle>
            <a:lvl1pPr algn="ctr">
              <a:spcBef>
                <a:spcPts val="0"/>
              </a:spcBef>
              <a:defRPr sz="1600" b="0"/>
            </a:lvl1pPr>
          </a:lstStyle>
          <a:p>
            <a:r>
              <a:rPr lang="de-DE" noProof="0" dirty="0"/>
              <a:t>Bild durch Klicken auf Symbol hinzufügen</a:t>
            </a:r>
          </a:p>
        </p:txBody>
      </p:sp>
    </p:spTree>
    <p:extLst>
      <p:ext uri="{BB962C8B-B14F-4D97-AF65-F5344CB8AC3E}">
        <p14:creationId xmlns:p14="http://schemas.microsoft.com/office/powerpoint/2010/main" val="3817820106"/>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 Titel und Bi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572F5-E83A-3E87-215C-6FDF1BCF28E6}"/>
              </a:ext>
            </a:extLst>
          </p:cNvPr>
          <p:cNvSpPr>
            <a:spLocks noGrp="1"/>
          </p:cNvSpPr>
          <p:nvPr>
            <p:ph type="title" hasCustomPrompt="1"/>
          </p:nvPr>
        </p:nvSpPr>
        <p:spPr bwMode="invGray"/>
        <p:txBody>
          <a:bodyPr/>
          <a:lstStyle/>
          <a:p>
            <a:r>
              <a:rPr lang="de-DE" noProof="0"/>
              <a:t>Folientitel durch Klicken bearbeiten </a:t>
            </a:r>
            <a:br>
              <a:rPr lang="de-DE" noProof="0"/>
            </a:br>
            <a:r>
              <a:rPr lang="de-DE" noProof="0"/>
              <a:t>(maximal zweizeilig)</a:t>
            </a:r>
          </a:p>
        </p:txBody>
      </p:sp>
      <p:sp>
        <p:nvSpPr>
          <p:cNvPr id="3" name="Footer Placeholder 2">
            <a:extLst>
              <a:ext uri="{FF2B5EF4-FFF2-40B4-BE49-F238E27FC236}">
                <a16:creationId xmlns:a16="http://schemas.microsoft.com/office/drawing/2014/main" id="{380B7BAE-6840-9842-1720-11CF2479686A}"/>
              </a:ext>
            </a:extLst>
          </p:cNvPr>
          <p:cNvSpPr>
            <a:spLocks noGrp="1"/>
          </p:cNvSpPr>
          <p:nvPr>
            <p:ph type="ftr" sz="quarter" idx="10"/>
          </p:nvPr>
        </p:nvSpPr>
        <p:spPr bwMode="invGray"/>
        <p:txBody>
          <a:bodyPr/>
          <a:lstStyle/>
          <a:p>
            <a:r>
              <a:rPr lang="de-DE" noProof="0"/>
              <a:t>Hier steht der übergeordnete Präsentationstitel (Einfügen → Kopf- und Fußzeile)</a:t>
            </a:r>
          </a:p>
        </p:txBody>
      </p:sp>
      <p:sp>
        <p:nvSpPr>
          <p:cNvPr id="4" name="Slide Number Placeholder 3">
            <a:extLst>
              <a:ext uri="{FF2B5EF4-FFF2-40B4-BE49-F238E27FC236}">
                <a16:creationId xmlns:a16="http://schemas.microsoft.com/office/drawing/2014/main" id="{51B88120-E8B7-C426-477A-56804F99DB5C}"/>
              </a:ext>
            </a:extLst>
          </p:cNvPr>
          <p:cNvSpPr>
            <a:spLocks noGrp="1"/>
          </p:cNvSpPr>
          <p:nvPr>
            <p:ph type="sldNum" sz="quarter" idx="11"/>
          </p:nvPr>
        </p:nvSpPr>
        <p:spPr bwMode="invGray"/>
        <p:txBody>
          <a:bodyPr/>
          <a:lstStyle/>
          <a:p>
            <a:fld id="{5438FF58-A5B1-455A-BA0C-D8E0E4C71076}" type="slidenum">
              <a:rPr lang="de-DE" noProof="0" smtClean="0"/>
              <a:pPr/>
              <a:t>‹#›</a:t>
            </a:fld>
            <a:endParaRPr lang="de-DE" noProof="0"/>
          </a:p>
        </p:txBody>
      </p:sp>
      <p:grpSp>
        <p:nvGrpSpPr>
          <p:cNvPr id="8" name="Group 7">
            <a:extLst>
              <a:ext uri="{FF2B5EF4-FFF2-40B4-BE49-F238E27FC236}">
                <a16:creationId xmlns:a16="http://schemas.microsoft.com/office/drawing/2014/main" id="{83C19E4C-8AA9-ADC8-FE35-0F298ED87393}"/>
              </a:ext>
            </a:extLst>
          </p:cNvPr>
          <p:cNvGrpSpPr>
            <a:grpSpLocks noChangeAspect="1"/>
          </p:cNvGrpSpPr>
          <p:nvPr userDrawn="1"/>
        </p:nvGrpSpPr>
        <p:grpSpPr bwMode="invGray">
          <a:xfrm>
            <a:off x="407368" y="1592796"/>
            <a:ext cx="936000" cy="936000"/>
            <a:chOff x="5118212" y="1097010"/>
            <a:chExt cx="3600000" cy="3600000"/>
          </a:xfrm>
          <a:solidFill>
            <a:schemeClr val="accent1"/>
          </a:solidFill>
        </p:grpSpPr>
        <p:sp>
          <p:nvSpPr>
            <p:cNvPr id="9" name="Rectangle 8">
              <a:extLst>
                <a:ext uri="{FF2B5EF4-FFF2-40B4-BE49-F238E27FC236}">
                  <a16:creationId xmlns:a16="http://schemas.microsoft.com/office/drawing/2014/main" id="{85481458-525F-E24E-227B-CB047B711BBF}"/>
                </a:ext>
              </a:extLst>
            </p:cNvPr>
            <p:cNvSpPr>
              <a:spLocks noChangeAspect="1"/>
            </p:cNvSpPr>
            <p:nvPr userDrawn="1"/>
          </p:nvSpPr>
          <p:spPr bwMode="invGray">
            <a:xfrm>
              <a:off x="5946212" y="1097010"/>
              <a:ext cx="2772000" cy="82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10" name="Rectangle 9">
              <a:extLst>
                <a:ext uri="{FF2B5EF4-FFF2-40B4-BE49-F238E27FC236}">
                  <a16:creationId xmlns:a16="http://schemas.microsoft.com/office/drawing/2014/main" id="{9DEF3AF9-5EA4-CD45-4617-53FACEA677A7}"/>
                </a:ext>
              </a:extLst>
            </p:cNvPr>
            <p:cNvSpPr>
              <a:spLocks noChangeAspect="1"/>
            </p:cNvSpPr>
            <p:nvPr userDrawn="1"/>
          </p:nvSpPr>
          <p:spPr bwMode="invGray">
            <a:xfrm>
              <a:off x="5118212" y="1925010"/>
              <a:ext cx="828000" cy="277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sp>
        <p:nvSpPr>
          <p:cNvPr id="11" name="Picture Placeholder 17">
            <a:extLst>
              <a:ext uri="{FF2B5EF4-FFF2-40B4-BE49-F238E27FC236}">
                <a16:creationId xmlns:a16="http://schemas.microsoft.com/office/drawing/2014/main" id="{90701D0C-4058-1049-7ABB-7DCB4171444B}"/>
              </a:ext>
            </a:extLst>
          </p:cNvPr>
          <p:cNvSpPr>
            <a:spLocks noGrp="1"/>
          </p:cNvSpPr>
          <p:nvPr>
            <p:ph type="pic" sz="quarter" idx="22"/>
          </p:nvPr>
        </p:nvSpPr>
        <p:spPr bwMode="invGray">
          <a:xfrm>
            <a:off x="623392" y="1808819"/>
            <a:ext cx="11160000" cy="4428000"/>
          </a:xfrm>
        </p:spPr>
        <p:txBody>
          <a:bodyPr tIns="648000" anchor="ctr"/>
          <a:lstStyle>
            <a:lvl1pPr algn="ctr">
              <a:spcBef>
                <a:spcPts val="0"/>
              </a:spcBef>
              <a:defRPr sz="1600" b="0"/>
            </a:lvl1pPr>
          </a:lstStyle>
          <a:p>
            <a:r>
              <a:rPr lang="de-DE" noProof="0" dirty="0"/>
              <a:t>Bild durch Klicken auf Symbol hinzufügen</a:t>
            </a:r>
          </a:p>
        </p:txBody>
      </p:sp>
    </p:spTree>
    <p:extLst>
      <p:ext uri="{BB962C8B-B14F-4D97-AF65-F5344CB8AC3E}">
        <p14:creationId xmlns:p14="http://schemas.microsoft.com/office/powerpoint/2010/main" val="1588192261"/>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 Bild vollflächig">
    <p:spTree>
      <p:nvGrpSpPr>
        <p:cNvPr id="1" name=""/>
        <p:cNvGrpSpPr/>
        <p:nvPr/>
      </p:nvGrpSpPr>
      <p:grpSpPr>
        <a:xfrm>
          <a:off x="0" y="0"/>
          <a:ext cx="0" cy="0"/>
          <a:chOff x="0" y="0"/>
          <a:chExt cx="0" cy="0"/>
        </a:xfrm>
      </p:grpSpPr>
      <p:sp>
        <p:nvSpPr>
          <p:cNvPr id="11" name="Picture Placeholder 17">
            <a:extLst>
              <a:ext uri="{FF2B5EF4-FFF2-40B4-BE49-F238E27FC236}">
                <a16:creationId xmlns:a16="http://schemas.microsoft.com/office/drawing/2014/main" id="{90701D0C-4058-1049-7ABB-7DCB4171444B}"/>
              </a:ext>
            </a:extLst>
          </p:cNvPr>
          <p:cNvSpPr>
            <a:spLocks noGrp="1"/>
          </p:cNvSpPr>
          <p:nvPr>
            <p:ph type="pic" sz="quarter" idx="22"/>
          </p:nvPr>
        </p:nvSpPr>
        <p:spPr bwMode="invGray">
          <a:xfrm>
            <a:off x="0" y="0"/>
            <a:ext cx="12192000" cy="6858000"/>
          </a:xfrm>
        </p:spPr>
        <p:txBody>
          <a:bodyPr tIns="648000" anchor="ctr"/>
          <a:lstStyle>
            <a:lvl1pPr algn="ctr">
              <a:spcBef>
                <a:spcPts val="0"/>
              </a:spcBef>
              <a:defRPr sz="1600" b="0"/>
            </a:lvl1pPr>
          </a:lstStyle>
          <a:p>
            <a:r>
              <a:rPr lang="de-DE" noProof="0" dirty="0"/>
              <a:t>Bild durch Klicken auf Symbol hinzufügen</a:t>
            </a:r>
          </a:p>
        </p:txBody>
      </p:sp>
    </p:spTree>
    <p:extLst>
      <p:ext uri="{BB962C8B-B14F-4D97-AF65-F5344CB8AC3E}">
        <p14:creationId xmlns:p14="http://schemas.microsoft.com/office/powerpoint/2010/main" val="2403410280"/>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 Aussage/ Zitat/Fazit">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5F6CCEE-3609-A3D9-710C-B1A619E74966}"/>
              </a:ext>
            </a:extLst>
          </p:cNvPr>
          <p:cNvGrpSpPr>
            <a:grpSpLocks noChangeAspect="1"/>
          </p:cNvGrpSpPr>
          <p:nvPr userDrawn="1"/>
        </p:nvGrpSpPr>
        <p:grpSpPr bwMode="invGray">
          <a:xfrm>
            <a:off x="1227360" y="1228476"/>
            <a:ext cx="1584000" cy="1584000"/>
            <a:chOff x="5118212" y="1087283"/>
            <a:chExt cx="3600000" cy="3600000"/>
          </a:xfrm>
          <a:solidFill>
            <a:schemeClr val="accent1"/>
          </a:solidFill>
        </p:grpSpPr>
        <p:sp>
          <p:nvSpPr>
            <p:cNvPr id="10" name="Rectangle 9">
              <a:extLst>
                <a:ext uri="{FF2B5EF4-FFF2-40B4-BE49-F238E27FC236}">
                  <a16:creationId xmlns:a16="http://schemas.microsoft.com/office/drawing/2014/main" id="{2E84438C-56F6-5D61-6F97-13660B1104A4}"/>
                </a:ext>
              </a:extLst>
            </p:cNvPr>
            <p:cNvSpPr>
              <a:spLocks noChangeAspect="1"/>
            </p:cNvSpPr>
            <p:nvPr userDrawn="1"/>
          </p:nvSpPr>
          <p:spPr bwMode="invGray">
            <a:xfrm>
              <a:off x="5946212" y="1087283"/>
              <a:ext cx="2772000" cy="82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11" name="Rectangle 10">
              <a:extLst>
                <a:ext uri="{FF2B5EF4-FFF2-40B4-BE49-F238E27FC236}">
                  <a16:creationId xmlns:a16="http://schemas.microsoft.com/office/drawing/2014/main" id="{FCC4A094-E408-14E3-8E55-1185E70C60EB}"/>
                </a:ext>
              </a:extLst>
            </p:cNvPr>
            <p:cNvSpPr>
              <a:spLocks noChangeAspect="1"/>
            </p:cNvSpPr>
            <p:nvPr userDrawn="1"/>
          </p:nvSpPr>
          <p:spPr bwMode="invGray">
            <a:xfrm>
              <a:off x="5118212" y="1915283"/>
              <a:ext cx="828000" cy="277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sp>
        <p:nvSpPr>
          <p:cNvPr id="12" name="Text Placeholder 10">
            <a:extLst>
              <a:ext uri="{FF2B5EF4-FFF2-40B4-BE49-F238E27FC236}">
                <a16:creationId xmlns:a16="http://schemas.microsoft.com/office/drawing/2014/main" id="{D0ACBE4F-5B28-6C7B-A6C8-6865AC6F033D}"/>
              </a:ext>
            </a:extLst>
          </p:cNvPr>
          <p:cNvSpPr>
            <a:spLocks noGrp="1"/>
          </p:cNvSpPr>
          <p:nvPr>
            <p:ph type="body" sz="quarter" idx="12" hasCustomPrompt="1"/>
          </p:nvPr>
        </p:nvSpPr>
        <p:spPr bwMode="invGray">
          <a:xfrm>
            <a:off x="1956000" y="1957116"/>
            <a:ext cx="8280000" cy="2659190"/>
          </a:xfrm>
        </p:spPr>
        <p:txBody>
          <a:bodyPr wrap="square" anchor="t">
            <a:spAutoFit/>
          </a:bodyPr>
          <a:lstStyle>
            <a:lvl1pPr marL="0" indent="0" algn="ctr">
              <a:lnSpc>
                <a:spcPct val="90000"/>
              </a:lnSpc>
              <a:spcBef>
                <a:spcPts val="0"/>
              </a:spcBef>
              <a:buFont typeface="Skeena" panose="020B0604020202020204" pitchFamily="34" charset="0"/>
              <a:buNone/>
              <a:defRPr sz="4800" b="1">
                <a:solidFill>
                  <a:schemeClr val="bg1"/>
                </a:solidFill>
              </a:defRPr>
            </a:lvl1pPr>
            <a:lvl2pPr marL="0" indent="0" algn="ctr">
              <a:lnSpc>
                <a:spcPct val="90000"/>
              </a:lnSpc>
              <a:spcBef>
                <a:spcPts val="0"/>
              </a:spcBef>
              <a:buFont typeface="Skeena" panose="020B0604020202020204" pitchFamily="34" charset="0"/>
              <a:buNone/>
              <a:defRPr sz="4800" b="1">
                <a:solidFill>
                  <a:schemeClr val="bg1"/>
                </a:solidFill>
              </a:defRPr>
            </a:lvl2pPr>
            <a:lvl3pPr marL="0" indent="0" algn="ctr">
              <a:lnSpc>
                <a:spcPct val="90000"/>
              </a:lnSpc>
              <a:spcBef>
                <a:spcPts val="0"/>
              </a:spcBef>
              <a:buNone/>
              <a:defRPr sz="4800" b="1">
                <a:solidFill>
                  <a:schemeClr val="bg1"/>
                </a:solidFill>
              </a:defRPr>
            </a:lvl3pPr>
            <a:lvl4pPr marL="0" indent="0" algn="ctr">
              <a:lnSpc>
                <a:spcPct val="90000"/>
              </a:lnSpc>
              <a:spcBef>
                <a:spcPts val="0"/>
              </a:spcBef>
              <a:buNone/>
              <a:defRPr sz="4800" b="1">
                <a:solidFill>
                  <a:schemeClr val="bg1"/>
                </a:solidFill>
              </a:defRPr>
            </a:lvl4pPr>
            <a:lvl5pPr marL="0" indent="0" algn="ctr">
              <a:lnSpc>
                <a:spcPct val="90000"/>
              </a:lnSpc>
              <a:spcBef>
                <a:spcPts val="0"/>
              </a:spcBef>
              <a:buNone/>
              <a:defRPr sz="4800" b="1">
                <a:solidFill>
                  <a:schemeClr val="bg1"/>
                </a:solidFill>
              </a:defRPr>
            </a:lvl5pPr>
            <a:lvl6pPr marL="0" indent="0" algn="ctr">
              <a:lnSpc>
                <a:spcPct val="90000"/>
              </a:lnSpc>
              <a:spcBef>
                <a:spcPts val="0"/>
              </a:spcBef>
              <a:buNone/>
              <a:defRPr sz="4800" b="1">
                <a:solidFill>
                  <a:schemeClr val="bg1"/>
                </a:solidFill>
              </a:defRPr>
            </a:lvl6pPr>
            <a:lvl7pPr marL="0" indent="0" algn="ctr">
              <a:lnSpc>
                <a:spcPct val="90000"/>
              </a:lnSpc>
              <a:spcBef>
                <a:spcPts val="0"/>
              </a:spcBef>
              <a:buNone/>
              <a:defRPr sz="4800" b="1">
                <a:solidFill>
                  <a:schemeClr val="bg1"/>
                </a:solidFill>
              </a:defRPr>
            </a:lvl7pPr>
            <a:lvl8pPr marL="0" indent="0" algn="ctr">
              <a:lnSpc>
                <a:spcPct val="90000"/>
              </a:lnSpc>
              <a:spcBef>
                <a:spcPts val="0"/>
              </a:spcBef>
              <a:buNone/>
              <a:defRPr sz="4800" b="1">
                <a:solidFill>
                  <a:schemeClr val="bg1"/>
                </a:solidFill>
              </a:defRPr>
            </a:lvl8pPr>
            <a:lvl9pPr marL="0" indent="0" algn="ctr">
              <a:lnSpc>
                <a:spcPct val="90000"/>
              </a:lnSpc>
              <a:spcBef>
                <a:spcPts val="0"/>
              </a:spcBef>
              <a:buNone/>
              <a:defRPr sz="4800" b="1">
                <a:solidFill>
                  <a:schemeClr val="bg1"/>
                </a:solidFill>
              </a:defRPr>
            </a:lvl9pPr>
          </a:lstStyle>
          <a:p>
            <a:pPr lvl="0"/>
            <a:r>
              <a:rPr lang="de-DE" noProof="0" dirty="0"/>
              <a:t>Aussage/Zwischenfazit/Zitat durch Klicken bearbeiten (kann auch mehrere Zeilen lang sein)</a:t>
            </a:r>
          </a:p>
        </p:txBody>
      </p:sp>
    </p:spTree>
    <p:extLst>
      <p:ext uri="{BB962C8B-B14F-4D97-AF65-F5344CB8AC3E}">
        <p14:creationId xmlns:p14="http://schemas.microsoft.com/office/powerpoint/2010/main" val="663489725"/>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 Kontaktfolie mit Bi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572F5-E83A-3E87-215C-6FDF1BCF28E6}"/>
              </a:ext>
            </a:extLst>
          </p:cNvPr>
          <p:cNvSpPr>
            <a:spLocks noGrp="1"/>
          </p:cNvSpPr>
          <p:nvPr>
            <p:ph type="title" hasCustomPrompt="1"/>
          </p:nvPr>
        </p:nvSpPr>
        <p:spPr bwMode="invGray">
          <a:xfrm>
            <a:off x="407368" y="224644"/>
            <a:ext cx="3528000" cy="997196"/>
          </a:xfrm>
        </p:spPr>
        <p:txBody>
          <a:bodyPr/>
          <a:lstStyle>
            <a:lvl1pPr>
              <a:defRPr/>
            </a:lvl1pPr>
          </a:lstStyle>
          <a:p>
            <a:r>
              <a:rPr lang="de-DE" noProof="0" dirty="0"/>
              <a:t>Folientitel bearbeiten</a:t>
            </a:r>
          </a:p>
        </p:txBody>
      </p:sp>
      <p:sp>
        <p:nvSpPr>
          <p:cNvPr id="6" name="Text Placeholder 5">
            <a:extLst>
              <a:ext uri="{FF2B5EF4-FFF2-40B4-BE49-F238E27FC236}">
                <a16:creationId xmlns:a16="http://schemas.microsoft.com/office/drawing/2014/main" id="{1437442A-2E2B-60D6-57CD-158E4565F415}"/>
              </a:ext>
            </a:extLst>
          </p:cNvPr>
          <p:cNvSpPr>
            <a:spLocks noGrp="1"/>
          </p:cNvSpPr>
          <p:nvPr>
            <p:ph type="body" sz="quarter" idx="12" hasCustomPrompt="1"/>
          </p:nvPr>
        </p:nvSpPr>
        <p:spPr bwMode="invGray">
          <a:xfrm>
            <a:off x="407368" y="3517267"/>
            <a:ext cx="3528000" cy="307777"/>
          </a:xfrm>
        </p:spPr>
        <p:txBody>
          <a:bodyPr anchor="b">
            <a:spAutoFit/>
          </a:bodyPr>
          <a:lstStyle>
            <a:lvl1pPr marL="0" indent="0">
              <a:spcBef>
                <a:spcPts val="0"/>
              </a:spcBef>
              <a:buFont typeface="Skeena" panose="020B0604020202020204" pitchFamily="34" charset="0"/>
              <a:buNone/>
              <a:defRPr sz="2000" b="1"/>
            </a:lvl1pPr>
            <a:lvl2pPr marL="0" indent="0">
              <a:spcBef>
                <a:spcPts val="0"/>
              </a:spcBef>
              <a:buFont typeface="Skeena" panose="020B0604020202020204" pitchFamily="34" charset="0"/>
              <a:buNone/>
              <a:defRPr sz="2000" b="1"/>
            </a:lvl2pPr>
            <a:lvl3pPr marL="0" indent="0">
              <a:spcBef>
                <a:spcPts val="0"/>
              </a:spcBef>
              <a:buNone/>
              <a:defRPr sz="2000" b="1"/>
            </a:lvl3pPr>
            <a:lvl4pPr marL="0" indent="0">
              <a:spcBef>
                <a:spcPts val="0"/>
              </a:spcBef>
              <a:buNone/>
              <a:defRPr sz="2000" b="1"/>
            </a:lvl4pPr>
            <a:lvl5pPr marL="0" indent="0">
              <a:spcBef>
                <a:spcPts val="0"/>
              </a:spcBef>
              <a:buNone/>
              <a:defRPr sz="2000" b="1"/>
            </a:lvl5pPr>
            <a:lvl6pPr marL="0" indent="0">
              <a:spcBef>
                <a:spcPts val="0"/>
              </a:spcBef>
              <a:buNone/>
              <a:defRPr sz="2000" b="1"/>
            </a:lvl6pPr>
            <a:lvl7pPr marL="0" indent="0">
              <a:spcBef>
                <a:spcPts val="0"/>
              </a:spcBef>
              <a:buNone/>
              <a:defRPr sz="2000" b="1"/>
            </a:lvl7pPr>
            <a:lvl8pPr marL="0" indent="0">
              <a:spcBef>
                <a:spcPts val="0"/>
              </a:spcBef>
              <a:buNone/>
              <a:defRPr sz="2000" b="1"/>
            </a:lvl8pPr>
            <a:lvl9pPr marL="0" indent="0">
              <a:spcBef>
                <a:spcPts val="0"/>
              </a:spcBef>
              <a:buNone/>
              <a:defRPr sz="2000" b="1"/>
            </a:lvl9pPr>
          </a:lstStyle>
          <a:p>
            <a:pPr lvl="0"/>
            <a:r>
              <a:rPr lang="de-DE" noProof="0" dirty="0"/>
              <a:t>Unternehmen bearbeiten</a:t>
            </a:r>
          </a:p>
        </p:txBody>
      </p:sp>
      <p:grpSp>
        <p:nvGrpSpPr>
          <p:cNvPr id="8" name="Group 7">
            <a:extLst>
              <a:ext uri="{FF2B5EF4-FFF2-40B4-BE49-F238E27FC236}">
                <a16:creationId xmlns:a16="http://schemas.microsoft.com/office/drawing/2014/main" id="{83C19E4C-8AA9-ADC8-FE35-0F298ED87393}"/>
              </a:ext>
            </a:extLst>
          </p:cNvPr>
          <p:cNvGrpSpPr>
            <a:grpSpLocks noChangeAspect="1"/>
          </p:cNvGrpSpPr>
          <p:nvPr userDrawn="1"/>
        </p:nvGrpSpPr>
        <p:grpSpPr bwMode="invGray">
          <a:xfrm>
            <a:off x="4331804" y="1376772"/>
            <a:ext cx="936000" cy="936000"/>
            <a:chOff x="5118212" y="1097010"/>
            <a:chExt cx="3600000" cy="3600000"/>
          </a:xfrm>
          <a:solidFill>
            <a:schemeClr val="accent1"/>
          </a:solidFill>
        </p:grpSpPr>
        <p:sp>
          <p:nvSpPr>
            <p:cNvPr id="9" name="Rectangle 8">
              <a:extLst>
                <a:ext uri="{FF2B5EF4-FFF2-40B4-BE49-F238E27FC236}">
                  <a16:creationId xmlns:a16="http://schemas.microsoft.com/office/drawing/2014/main" id="{85481458-525F-E24E-227B-CB047B711BBF}"/>
                </a:ext>
              </a:extLst>
            </p:cNvPr>
            <p:cNvSpPr>
              <a:spLocks noChangeAspect="1"/>
            </p:cNvSpPr>
            <p:nvPr userDrawn="1"/>
          </p:nvSpPr>
          <p:spPr bwMode="invGray">
            <a:xfrm>
              <a:off x="5946212" y="1097010"/>
              <a:ext cx="2772000" cy="82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10" name="Rectangle 9">
              <a:extLst>
                <a:ext uri="{FF2B5EF4-FFF2-40B4-BE49-F238E27FC236}">
                  <a16:creationId xmlns:a16="http://schemas.microsoft.com/office/drawing/2014/main" id="{9DEF3AF9-5EA4-CD45-4617-53FACEA677A7}"/>
                </a:ext>
              </a:extLst>
            </p:cNvPr>
            <p:cNvSpPr>
              <a:spLocks noChangeAspect="1"/>
            </p:cNvSpPr>
            <p:nvPr userDrawn="1"/>
          </p:nvSpPr>
          <p:spPr bwMode="invGray">
            <a:xfrm>
              <a:off x="5118212" y="1925010"/>
              <a:ext cx="828000" cy="277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sp>
        <p:nvSpPr>
          <p:cNvPr id="11" name="Picture Placeholder 17">
            <a:extLst>
              <a:ext uri="{FF2B5EF4-FFF2-40B4-BE49-F238E27FC236}">
                <a16:creationId xmlns:a16="http://schemas.microsoft.com/office/drawing/2014/main" id="{90701D0C-4058-1049-7ABB-7DCB4171444B}"/>
              </a:ext>
            </a:extLst>
          </p:cNvPr>
          <p:cNvSpPr>
            <a:spLocks noGrp="1"/>
          </p:cNvSpPr>
          <p:nvPr>
            <p:ph type="pic" sz="quarter" idx="22"/>
          </p:nvPr>
        </p:nvSpPr>
        <p:spPr bwMode="invGray">
          <a:xfrm>
            <a:off x="4547828" y="1592794"/>
            <a:ext cx="7644172" cy="5265205"/>
          </a:xfrm>
        </p:spPr>
        <p:txBody>
          <a:bodyPr tIns="648000" anchor="ctr"/>
          <a:lstStyle>
            <a:lvl1pPr algn="ctr">
              <a:spcBef>
                <a:spcPts val="0"/>
              </a:spcBef>
              <a:defRPr sz="1600" b="0"/>
            </a:lvl1pPr>
          </a:lstStyle>
          <a:p>
            <a:r>
              <a:rPr lang="de-DE" noProof="0" dirty="0"/>
              <a:t>Bild durch Klicken auf Symbol hinzufügen</a:t>
            </a:r>
          </a:p>
        </p:txBody>
      </p:sp>
      <p:sp>
        <p:nvSpPr>
          <p:cNvPr id="16" name="Text Placeholder 5">
            <a:extLst>
              <a:ext uri="{FF2B5EF4-FFF2-40B4-BE49-F238E27FC236}">
                <a16:creationId xmlns:a16="http://schemas.microsoft.com/office/drawing/2014/main" id="{82BEB21C-62B8-72C1-97F4-0C9519EE65B6}"/>
              </a:ext>
            </a:extLst>
          </p:cNvPr>
          <p:cNvSpPr>
            <a:spLocks noGrp="1"/>
          </p:cNvSpPr>
          <p:nvPr>
            <p:ph type="body" sz="quarter" idx="23" hasCustomPrompt="1"/>
          </p:nvPr>
        </p:nvSpPr>
        <p:spPr bwMode="invGray">
          <a:xfrm>
            <a:off x="407368" y="3933056"/>
            <a:ext cx="3528000" cy="307777"/>
          </a:xfrm>
        </p:spPr>
        <p:txBody>
          <a:bodyPr anchor="t">
            <a:spAutoFit/>
          </a:bodyPr>
          <a:lstStyle>
            <a:lvl1pPr marL="0" indent="0">
              <a:spcBef>
                <a:spcPts val="0"/>
              </a:spcBef>
              <a:buFont typeface="Skeena" panose="020B0604020202020204" pitchFamily="34" charset="0"/>
              <a:buNone/>
              <a:defRPr sz="2000" b="0">
                <a:solidFill>
                  <a:schemeClr val="bg1"/>
                </a:solidFill>
              </a:defRPr>
            </a:lvl1pPr>
            <a:lvl2pPr marL="0" indent="0">
              <a:spcBef>
                <a:spcPts val="0"/>
              </a:spcBef>
              <a:buFont typeface="Skeena" panose="020B0604020202020204" pitchFamily="34" charset="0"/>
              <a:buNone/>
              <a:defRPr sz="2000" b="0">
                <a:solidFill>
                  <a:schemeClr val="bg1"/>
                </a:solidFill>
              </a:defRPr>
            </a:lvl2pPr>
            <a:lvl3pPr marL="0" indent="0">
              <a:spcBef>
                <a:spcPts val="0"/>
              </a:spcBef>
              <a:buNone/>
              <a:defRPr sz="2000" b="0">
                <a:solidFill>
                  <a:schemeClr val="bg1"/>
                </a:solidFill>
              </a:defRPr>
            </a:lvl3pPr>
            <a:lvl4pPr marL="0" indent="0">
              <a:spcBef>
                <a:spcPts val="0"/>
              </a:spcBef>
              <a:buNone/>
              <a:defRPr sz="2000" b="0">
                <a:solidFill>
                  <a:schemeClr val="bg1"/>
                </a:solidFill>
              </a:defRPr>
            </a:lvl4pPr>
            <a:lvl5pPr marL="0" indent="0">
              <a:spcBef>
                <a:spcPts val="0"/>
              </a:spcBef>
              <a:buNone/>
              <a:defRPr sz="2000" b="0">
                <a:solidFill>
                  <a:schemeClr val="bg1"/>
                </a:solidFill>
              </a:defRPr>
            </a:lvl5pPr>
            <a:lvl6pPr marL="0" indent="0">
              <a:spcBef>
                <a:spcPts val="0"/>
              </a:spcBef>
              <a:buNone/>
              <a:defRPr sz="2000" b="0">
                <a:solidFill>
                  <a:schemeClr val="bg1"/>
                </a:solidFill>
              </a:defRPr>
            </a:lvl6pPr>
            <a:lvl7pPr marL="0" indent="0">
              <a:spcBef>
                <a:spcPts val="0"/>
              </a:spcBef>
              <a:buNone/>
              <a:defRPr sz="2000" b="0">
                <a:solidFill>
                  <a:schemeClr val="bg1"/>
                </a:solidFill>
              </a:defRPr>
            </a:lvl7pPr>
            <a:lvl8pPr marL="0" indent="0">
              <a:spcBef>
                <a:spcPts val="0"/>
              </a:spcBef>
              <a:buNone/>
              <a:defRPr sz="2000" b="0">
                <a:solidFill>
                  <a:schemeClr val="bg1"/>
                </a:solidFill>
              </a:defRPr>
            </a:lvl8pPr>
            <a:lvl9pPr marL="0" indent="0">
              <a:spcBef>
                <a:spcPts val="0"/>
              </a:spcBef>
              <a:buNone/>
              <a:defRPr sz="2000" b="0">
                <a:solidFill>
                  <a:schemeClr val="bg1"/>
                </a:solidFill>
              </a:defRPr>
            </a:lvl9pPr>
          </a:lstStyle>
          <a:p>
            <a:pPr lvl="0"/>
            <a:r>
              <a:rPr lang="de-DE" noProof="0"/>
              <a:t>Adresse bearbeiten</a:t>
            </a:r>
            <a:endParaRPr lang="de-DE" noProof="0" dirty="0"/>
          </a:p>
        </p:txBody>
      </p:sp>
      <p:sp>
        <p:nvSpPr>
          <p:cNvPr id="17" name="Text Placeholder 5">
            <a:extLst>
              <a:ext uri="{FF2B5EF4-FFF2-40B4-BE49-F238E27FC236}">
                <a16:creationId xmlns:a16="http://schemas.microsoft.com/office/drawing/2014/main" id="{5760929B-6D95-E7C0-511B-864EF5C8993F}"/>
              </a:ext>
            </a:extLst>
          </p:cNvPr>
          <p:cNvSpPr>
            <a:spLocks noGrp="1"/>
          </p:cNvSpPr>
          <p:nvPr>
            <p:ph type="body" sz="quarter" idx="24" hasCustomPrompt="1"/>
          </p:nvPr>
        </p:nvSpPr>
        <p:spPr bwMode="gray">
          <a:xfrm>
            <a:off x="407368" y="5173451"/>
            <a:ext cx="3528000" cy="307777"/>
          </a:xfrm>
        </p:spPr>
        <p:txBody>
          <a:bodyPr anchor="b">
            <a:spAutoFit/>
          </a:bodyPr>
          <a:lstStyle>
            <a:lvl1pPr marL="0" indent="0">
              <a:spcBef>
                <a:spcPts val="0"/>
              </a:spcBef>
              <a:buFont typeface="Skeena" panose="020B0604020202020204" pitchFamily="34" charset="0"/>
              <a:buNone/>
              <a:defRPr sz="2000" b="1">
                <a:solidFill>
                  <a:schemeClr val="accent1"/>
                </a:solidFill>
              </a:defRPr>
            </a:lvl1pPr>
            <a:lvl2pPr marL="0" indent="0">
              <a:spcBef>
                <a:spcPts val="0"/>
              </a:spcBef>
              <a:buFont typeface="Skeena" panose="020B0604020202020204" pitchFamily="34" charset="0"/>
              <a:buNone/>
              <a:defRPr sz="2000" b="1">
                <a:solidFill>
                  <a:schemeClr val="accent1"/>
                </a:solidFill>
              </a:defRPr>
            </a:lvl2pPr>
            <a:lvl3pPr marL="0" indent="0">
              <a:spcBef>
                <a:spcPts val="0"/>
              </a:spcBef>
              <a:buNone/>
              <a:defRPr sz="2000" b="1">
                <a:solidFill>
                  <a:schemeClr val="accent1"/>
                </a:solidFill>
              </a:defRPr>
            </a:lvl3pPr>
            <a:lvl4pPr marL="0" indent="0">
              <a:spcBef>
                <a:spcPts val="0"/>
              </a:spcBef>
              <a:buNone/>
              <a:defRPr sz="2000" b="1">
                <a:solidFill>
                  <a:schemeClr val="accent1"/>
                </a:solidFill>
              </a:defRPr>
            </a:lvl4pPr>
            <a:lvl5pPr marL="0" indent="0">
              <a:spcBef>
                <a:spcPts val="0"/>
              </a:spcBef>
              <a:buNone/>
              <a:defRPr sz="2000" b="1">
                <a:solidFill>
                  <a:schemeClr val="accent1"/>
                </a:solidFill>
              </a:defRPr>
            </a:lvl5pPr>
            <a:lvl6pPr marL="0" indent="0">
              <a:spcBef>
                <a:spcPts val="0"/>
              </a:spcBef>
              <a:buNone/>
              <a:defRPr sz="2000" b="1">
                <a:solidFill>
                  <a:schemeClr val="accent1"/>
                </a:solidFill>
              </a:defRPr>
            </a:lvl6pPr>
            <a:lvl7pPr marL="0" indent="0">
              <a:spcBef>
                <a:spcPts val="0"/>
              </a:spcBef>
              <a:buNone/>
              <a:defRPr sz="2000" b="1">
                <a:solidFill>
                  <a:schemeClr val="accent1"/>
                </a:solidFill>
              </a:defRPr>
            </a:lvl7pPr>
            <a:lvl8pPr marL="0" indent="0">
              <a:spcBef>
                <a:spcPts val="0"/>
              </a:spcBef>
              <a:buNone/>
              <a:defRPr sz="2000" b="1">
                <a:solidFill>
                  <a:schemeClr val="accent1"/>
                </a:solidFill>
              </a:defRPr>
            </a:lvl8pPr>
            <a:lvl9pPr marL="0" indent="0">
              <a:spcBef>
                <a:spcPts val="0"/>
              </a:spcBef>
              <a:buNone/>
              <a:defRPr sz="2000" b="1">
                <a:solidFill>
                  <a:schemeClr val="accent1"/>
                </a:solidFill>
              </a:defRPr>
            </a:lvl9pPr>
          </a:lstStyle>
          <a:p>
            <a:pPr lvl="0"/>
            <a:r>
              <a:rPr lang="de-DE" noProof="0"/>
              <a:t>Name Nachname bearbeiten</a:t>
            </a:r>
            <a:endParaRPr lang="de-DE" noProof="0" dirty="0"/>
          </a:p>
        </p:txBody>
      </p:sp>
      <p:sp>
        <p:nvSpPr>
          <p:cNvPr id="18" name="Text Placeholder 5">
            <a:extLst>
              <a:ext uri="{FF2B5EF4-FFF2-40B4-BE49-F238E27FC236}">
                <a16:creationId xmlns:a16="http://schemas.microsoft.com/office/drawing/2014/main" id="{8429AE24-AEAB-6810-82B2-87C17864D92D}"/>
              </a:ext>
            </a:extLst>
          </p:cNvPr>
          <p:cNvSpPr>
            <a:spLocks noGrp="1"/>
          </p:cNvSpPr>
          <p:nvPr>
            <p:ph type="body" sz="quarter" idx="25" hasCustomPrompt="1"/>
          </p:nvPr>
        </p:nvSpPr>
        <p:spPr bwMode="invGray">
          <a:xfrm>
            <a:off x="407368" y="5605499"/>
            <a:ext cx="3528000" cy="307777"/>
          </a:xfrm>
        </p:spPr>
        <p:txBody>
          <a:bodyPr anchor="b">
            <a:spAutoFit/>
          </a:bodyPr>
          <a:lstStyle>
            <a:lvl1pPr marL="0" indent="0">
              <a:spcBef>
                <a:spcPts val="0"/>
              </a:spcBef>
              <a:buFont typeface="Skeena" panose="020B0604020202020204" pitchFamily="34" charset="0"/>
              <a:buNone/>
              <a:defRPr sz="2000" b="0">
                <a:solidFill>
                  <a:schemeClr val="bg1"/>
                </a:solidFill>
              </a:defRPr>
            </a:lvl1pPr>
            <a:lvl2pPr marL="0" indent="0">
              <a:spcBef>
                <a:spcPts val="0"/>
              </a:spcBef>
              <a:buFont typeface="Skeena" panose="020B0604020202020204" pitchFamily="34" charset="0"/>
              <a:buNone/>
              <a:defRPr sz="2000" b="0">
                <a:solidFill>
                  <a:schemeClr val="bg1"/>
                </a:solidFill>
              </a:defRPr>
            </a:lvl2pPr>
            <a:lvl3pPr marL="0" indent="0">
              <a:spcBef>
                <a:spcPts val="0"/>
              </a:spcBef>
              <a:buNone/>
              <a:defRPr sz="2000" b="0">
                <a:solidFill>
                  <a:schemeClr val="bg1"/>
                </a:solidFill>
              </a:defRPr>
            </a:lvl3pPr>
            <a:lvl4pPr marL="0" indent="0">
              <a:spcBef>
                <a:spcPts val="0"/>
              </a:spcBef>
              <a:buNone/>
              <a:defRPr sz="2000" b="0">
                <a:solidFill>
                  <a:schemeClr val="bg1"/>
                </a:solidFill>
              </a:defRPr>
            </a:lvl4pPr>
            <a:lvl5pPr marL="0" indent="0">
              <a:spcBef>
                <a:spcPts val="0"/>
              </a:spcBef>
              <a:buNone/>
              <a:defRPr sz="2000" b="0">
                <a:solidFill>
                  <a:schemeClr val="bg1"/>
                </a:solidFill>
              </a:defRPr>
            </a:lvl5pPr>
            <a:lvl6pPr marL="0" indent="0">
              <a:spcBef>
                <a:spcPts val="0"/>
              </a:spcBef>
              <a:buNone/>
              <a:defRPr sz="2000" b="0">
                <a:solidFill>
                  <a:schemeClr val="bg1"/>
                </a:solidFill>
              </a:defRPr>
            </a:lvl6pPr>
            <a:lvl7pPr marL="0" indent="0">
              <a:spcBef>
                <a:spcPts val="0"/>
              </a:spcBef>
              <a:buNone/>
              <a:defRPr sz="2000" b="0">
                <a:solidFill>
                  <a:schemeClr val="bg1"/>
                </a:solidFill>
              </a:defRPr>
            </a:lvl7pPr>
            <a:lvl8pPr marL="0" indent="0">
              <a:spcBef>
                <a:spcPts val="0"/>
              </a:spcBef>
              <a:buNone/>
              <a:defRPr sz="2000" b="0">
                <a:solidFill>
                  <a:schemeClr val="bg1"/>
                </a:solidFill>
              </a:defRPr>
            </a:lvl8pPr>
            <a:lvl9pPr marL="0" indent="0">
              <a:spcBef>
                <a:spcPts val="0"/>
              </a:spcBef>
              <a:buNone/>
              <a:defRPr sz="2000" b="0">
                <a:solidFill>
                  <a:schemeClr val="bg1"/>
                </a:solidFill>
              </a:defRPr>
            </a:lvl9pPr>
          </a:lstStyle>
          <a:p>
            <a:pPr lvl="0"/>
            <a:r>
              <a:rPr lang="de-DE" noProof="0"/>
              <a:t>Telefonnummer bearbeiten</a:t>
            </a:r>
            <a:endParaRPr lang="de-DE" noProof="0" dirty="0"/>
          </a:p>
        </p:txBody>
      </p:sp>
      <p:sp>
        <p:nvSpPr>
          <p:cNvPr id="19" name="Text Placeholder 5">
            <a:extLst>
              <a:ext uri="{FF2B5EF4-FFF2-40B4-BE49-F238E27FC236}">
                <a16:creationId xmlns:a16="http://schemas.microsoft.com/office/drawing/2014/main" id="{E1227613-041F-0352-5F54-81C652D373F8}"/>
              </a:ext>
            </a:extLst>
          </p:cNvPr>
          <p:cNvSpPr>
            <a:spLocks noGrp="1"/>
          </p:cNvSpPr>
          <p:nvPr>
            <p:ph type="body" sz="quarter" idx="26" hasCustomPrompt="1"/>
          </p:nvPr>
        </p:nvSpPr>
        <p:spPr bwMode="invGray">
          <a:xfrm>
            <a:off x="407368" y="5929535"/>
            <a:ext cx="3528000" cy="307777"/>
          </a:xfrm>
        </p:spPr>
        <p:txBody>
          <a:bodyPr anchor="t">
            <a:spAutoFit/>
          </a:bodyPr>
          <a:lstStyle>
            <a:lvl1pPr marL="0" indent="0">
              <a:spcBef>
                <a:spcPts val="0"/>
              </a:spcBef>
              <a:buFont typeface="Skeena" panose="020B0604020202020204" pitchFamily="34" charset="0"/>
              <a:buNone/>
              <a:defRPr sz="2000" b="0">
                <a:solidFill>
                  <a:schemeClr val="bg1"/>
                </a:solidFill>
              </a:defRPr>
            </a:lvl1pPr>
            <a:lvl2pPr marL="0" indent="0">
              <a:spcBef>
                <a:spcPts val="0"/>
              </a:spcBef>
              <a:buFont typeface="Skeena" panose="020B0604020202020204" pitchFamily="34" charset="0"/>
              <a:buNone/>
              <a:defRPr sz="2000" b="0">
                <a:solidFill>
                  <a:schemeClr val="bg1"/>
                </a:solidFill>
              </a:defRPr>
            </a:lvl2pPr>
            <a:lvl3pPr marL="0" indent="0">
              <a:spcBef>
                <a:spcPts val="0"/>
              </a:spcBef>
              <a:buNone/>
              <a:defRPr sz="2000" b="0">
                <a:solidFill>
                  <a:schemeClr val="bg1"/>
                </a:solidFill>
              </a:defRPr>
            </a:lvl3pPr>
            <a:lvl4pPr marL="0" indent="0">
              <a:spcBef>
                <a:spcPts val="0"/>
              </a:spcBef>
              <a:buNone/>
              <a:defRPr sz="2000" b="0">
                <a:solidFill>
                  <a:schemeClr val="bg1"/>
                </a:solidFill>
              </a:defRPr>
            </a:lvl4pPr>
            <a:lvl5pPr marL="0" indent="0">
              <a:spcBef>
                <a:spcPts val="0"/>
              </a:spcBef>
              <a:buNone/>
              <a:defRPr sz="2000" b="0">
                <a:solidFill>
                  <a:schemeClr val="bg1"/>
                </a:solidFill>
              </a:defRPr>
            </a:lvl5pPr>
            <a:lvl6pPr marL="0" indent="0">
              <a:spcBef>
                <a:spcPts val="0"/>
              </a:spcBef>
              <a:buNone/>
              <a:defRPr sz="2000" b="0">
                <a:solidFill>
                  <a:schemeClr val="bg1"/>
                </a:solidFill>
              </a:defRPr>
            </a:lvl6pPr>
            <a:lvl7pPr marL="0" indent="0">
              <a:spcBef>
                <a:spcPts val="0"/>
              </a:spcBef>
              <a:buNone/>
              <a:defRPr sz="2000" b="0">
                <a:solidFill>
                  <a:schemeClr val="bg1"/>
                </a:solidFill>
              </a:defRPr>
            </a:lvl7pPr>
            <a:lvl8pPr marL="0" indent="0">
              <a:spcBef>
                <a:spcPts val="0"/>
              </a:spcBef>
              <a:buNone/>
              <a:defRPr sz="2000" b="0">
                <a:solidFill>
                  <a:schemeClr val="bg1"/>
                </a:solidFill>
              </a:defRPr>
            </a:lvl8pPr>
            <a:lvl9pPr marL="0" indent="0">
              <a:spcBef>
                <a:spcPts val="0"/>
              </a:spcBef>
              <a:buNone/>
              <a:defRPr sz="2000" b="0">
                <a:solidFill>
                  <a:schemeClr val="bg1"/>
                </a:solidFill>
              </a:defRPr>
            </a:lvl9pPr>
          </a:lstStyle>
          <a:p>
            <a:pPr lvl="0"/>
            <a:r>
              <a:rPr lang="de-DE" noProof="0"/>
              <a:t>E-Mail bearbeiten</a:t>
            </a:r>
            <a:endParaRPr lang="de-DE" noProof="0" dirty="0"/>
          </a:p>
        </p:txBody>
      </p:sp>
      <p:sp>
        <p:nvSpPr>
          <p:cNvPr id="13" name="Text Placeholder 10">
            <a:extLst>
              <a:ext uri="{FF2B5EF4-FFF2-40B4-BE49-F238E27FC236}">
                <a16:creationId xmlns:a16="http://schemas.microsoft.com/office/drawing/2014/main" id="{5BBC7784-02F7-C46C-6F68-AE66B656F2E1}"/>
              </a:ext>
            </a:extLst>
          </p:cNvPr>
          <p:cNvSpPr txBox="1">
            <a:spLocks/>
          </p:cNvSpPr>
          <p:nvPr userDrawn="1"/>
        </p:nvSpPr>
        <p:spPr bwMode="invGray">
          <a:xfrm>
            <a:off x="9061233" y="316267"/>
            <a:ext cx="2723399" cy="306000"/>
          </a:xfrm>
          <a:prstGeom prst="rect">
            <a:avLst/>
          </a:prstGeom>
          <a:blipFill>
            <a:blip r:embed="rId2"/>
            <a:stretch>
              <a:fillRect/>
            </a:stretch>
          </a:blipFill>
        </p:spPr>
        <p:txBody>
          <a:bodyPr/>
          <a:lstStyle>
            <a:lvl1pPr marL="0" indent="0" algn="l" defTabSz="914400" rtl="0" eaLnBrk="1" latinLnBrk="0" hangingPunct="1">
              <a:lnSpc>
                <a:spcPct val="100000"/>
              </a:lnSpc>
              <a:spcBef>
                <a:spcPts val="0"/>
              </a:spcBef>
              <a:buFont typeface="Skeena" panose="020B0604020202020204" pitchFamily="34" charset="0"/>
              <a:buNone/>
              <a:defRPr sz="100" b="0" kern="1200">
                <a:noFill/>
                <a:latin typeface="+mn-lt"/>
                <a:ea typeface="+mn-ea"/>
                <a:cs typeface="+mn-cs"/>
              </a:defRPr>
            </a:lvl1pPr>
            <a:lvl2pPr marL="0" indent="0" algn="l" defTabSz="914400" rtl="0" eaLnBrk="1" latinLnBrk="0" hangingPunct="1">
              <a:lnSpc>
                <a:spcPct val="100000"/>
              </a:lnSpc>
              <a:spcBef>
                <a:spcPts val="0"/>
              </a:spcBef>
              <a:buFont typeface="Skeena" panose="020B0604020202020204" pitchFamily="34" charset="0"/>
              <a:buNone/>
              <a:defRPr sz="100" b="0" kern="1200">
                <a:noFill/>
                <a:latin typeface="+mn-lt"/>
                <a:ea typeface="+mn-ea"/>
                <a:cs typeface="+mn-cs"/>
              </a:defRPr>
            </a:lvl2pPr>
            <a:lvl3pPr marL="0" indent="0" algn="l" defTabSz="914400" rtl="0" eaLnBrk="1" latinLnBrk="0" hangingPunct="1">
              <a:lnSpc>
                <a:spcPct val="100000"/>
              </a:lnSpc>
              <a:spcBef>
                <a:spcPts val="0"/>
              </a:spcBef>
              <a:buFont typeface="Wingdings" panose="05000000000000000000" pitchFamily="2" charset="2"/>
              <a:buNone/>
              <a:defRPr sz="100" b="0" kern="1200">
                <a:noFill/>
                <a:latin typeface="+mn-lt"/>
                <a:ea typeface="+mn-ea"/>
                <a:cs typeface="+mn-cs"/>
              </a:defRPr>
            </a:lvl3pPr>
            <a:lvl4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4pPr>
            <a:lvl5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5pPr>
            <a:lvl6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6pPr>
            <a:lvl7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7pPr>
            <a:lvl8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8pPr>
            <a:lvl9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9pPr>
          </a:lstStyle>
          <a:p>
            <a:r>
              <a:rPr lang="de-DE" noProof="0"/>
              <a:t> </a:t>
            </a:r>
          </a:p>
        </p:txBody>
      </p:sp>
    </p:spTree>
    <p:extLst>
      <p:ext uri="{BB962C8B-B14F-4D97-AF65-F5344CB8AC3E}">
        <p14:creationId xmlns:p14="http://schemas.microsoft.com/office/powerpoint/2010/main" val="1258410840"/>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 Kontaktfolie ohne Bi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C2F3838-A5C6-E535-702C-8833F90A63C9}"/>
              </a:ext>
            </a:extLst>
          </p:cNvPr>
          <p:cNvSpPr/>
          <p:nvPr userDrawn="1"/>
        </p:nvSpPr>
        <p:spPr bwMode="hidden">
          <a:xfrm>
            <a:off x="622648" y="1808076"/>
            <a:ext cx="11569352" cy="504992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2" name="Title 1">
            <a:extLst>
              <a:ext uri="{FF2B5EF4-FFF2-40B4-BE49-F238E27FC236}">
                <a16:creationId xmlns:a16="http://schemas.microsoft.com/office/drawing/2014/main" id="{8F8572F5-E83A-3E87-215C-6FDF1BCF28E6}"/>
              </a:ext>
            </a:extLst>
          </p:cNvPr>
          <p:cNvSpPr>
            <a:spLocks noGrp="1"/>
          </p:cNvSpPr>
          <p:nvPr>
            <p:ph type="title" hasCustomPrompt="1"/>
          </p:nvPr>
        </p:nvSpPr>
        <p:spPr bwMode="invGray">
          <a:xfrm>
            <a:off x="407368" y="224644"/>
            <a:ext cx="5472732" cy="498598"/>
          </a:xfrm>
        </p:spPr>
        <p:txBody>
          <a:bodyPr/>
          <a:lstStyle>
            <a:lvl1pPr>
              <a:defRPr/>
            </a:lvl1pPr>
          </a:lstStyle>
          <a:p>
            <a:r>
              <a:rPr lang="de-DE" noProof="0"/>
              <a:t>Folientitel bearbeiten</a:t>
            </a:r>
          </a:p>
        </p:txBody>
      </p:sp>
      <p:sp>
        <p:nvSpPr>
          <p:cNvPr id="6" name="Text Placeholder 5">
            <a:extLst>
              <a:ext uri="{FF2B5EF4-FFF2-40B4-BE49-F238E27FC236}">
                <a16:creationId xmlns:a16="http://schemas.microsoft.com/office/drawing/2014/main" id="{1437442A-2E2B-60D6-57CD-158E4565F415}"/>
              </a:ext>
            </a:extLst>
          </p:cNvPr>
          <p:cNvSpPr>
            <a:spLocks noGrp="1"/>
          </p:cNvSpPr>
          <p:nvPr>
            <p:ph type="body" sz="quarter" idx="12" hasCustomPrompt="1"/>
          </p:nvPr>
        </p:nvSpPr>
        <p:spPr bwMode="gray">
          <a:xfrm>
            <a:off x="1163452" y="2348880"/>
            <a:ext cx="4716648" cy="307777"/>
          </a:xfrm>
        </p:spPr>
        <p:txBody>
          <a:bodyPr wrap="square" anchor="b">
            <a:spAutoFit/>
          </a:bodyPr>
          <a:lstStyle>
            <a:lvl1pPr marL="0" indent="0">
              <a:spcBef>
                <a:spcPts val="0"/>
              </a:spcBef>
              <a:buFont typeface="Skeena" panose="020B0604020202020204" pitchFamily="34" charset="0"/>
              <a:buNone/>
              <a:defRPr sz="2000" b="1">
                <a:solidFill>
                  <a:schemeClr val="tx1"/>
                </a:solidFill>
              </a:defRPr>
            </a:lvl1pPr>
            <a:lvl2pPr marL="0" indent="0">
              <a:spcBef>
                <a:spcPts val="0"/>
              </a:spcBef>
              <a:buFont typeface="Skeena" panose="020B0604020202020204" pitchFamily="34" charset="0"/>
              <a:buNone/>
              <a:defRPr sz="2000" b="1">
                <a:solidFill>
                  <a:schemeClr val="tx1"/>
                </a:solidFill>
              </a:defRPr>
            </a:lvl2pPr>
            <a:lvl3pPr marL="0" indent="0">
              <a:spcBef>
                <a:spcPts val="0"/>
              </a:spcBef>
              <a:buNone/>
              <a:defRPr sz="2000" b="1">
                <a:solidFill>
                  <a:schemeClr val="tx1"/>
                </a:solidFill>
              </a:defRPr>
            </a:lvl3pPr>
            <a:lvl4pPr marL="0" indent="0">
              <a:spcBef>
                <a:spcPts val="0"/>
              </a:spcBef>
              <a:buNone/>
              <a:defRPr sz="2000" b="1">
                <a:solidFill>
                  <a:schemeClr val="tx1"/>
                </a:solidFill>
              </a:defRPr>
            </a:lvl4pPr>
            <a:lvl5pPr marL="0" indent="0">
              <a:spcBef>
                <a:spcPts val="0"/>
              </a:spcBef>
              <a:buNone/>
              <a:defRPr sz="2000" b="1">
                <a:solidFill>
                  <a:schemeClr val="tx1"/>
                </a:solidFill>
              </a:defRPr>
            </a:lvl5pPr>
            <a:lvl6pPr marL="0" indent="0">
              <a:spcBef>
                <a:spcPts val="0"/>
              </a:spcBef>
              <a:buNone/>
              <a:defRPr sz="2000" b="1">
                <a:solidFill>
                  <a:schemeClr val="tx1"/>
                </a:solidFill>
              </a:defRPr>
            </a:lvl6pPr>
            <a:lvl7pPr marL="0" indent="0">
              <a:spcBef>
                <a:spcPts val="0"/>
              </a:spcBef>
              <a:buNone/>
              <a:defRPr sz="2000" b="1">
                <a:solidFill>
                  <a:schemeClr val="tx1"/>
                </a:solidFill>
              </a:defRPr>
            </a:lvl7pPr>
            <a:lvl8pPr marL="0" indent="0">
              <a:spcBef>
                <a:spcPts val="0"/>
              </a:spcBef>
              <a:buNone/>
              <a:defRPr sz="2000" b="1">
                <a:solidFill>
                  <a:schemeClr val="tx1"/>
                </a:solidFill>
              </a:defRPr>
            </a:lvl8pPr>
            <a:lvl9pPr marL="0" indent="0">
              <a:spcBef>
                <a:spcPts val="0"/>
              </a:spcBef>
              <a:buNone/>
              <a:defRPr sz="2000" b="1">
                <a:solidFill>
                  <a:schemeClr val="tx1"/>
                </a:solidFill>
              </a:defRPr>
            </a:lvl9pPr>
          </a:lstStyle>
          <a:p>
            <a:pPr lvl="0"/>
            <a:r>
              <a:rPr lang="de-DE" noProof="0"/>
              <a:t>Unternehmen bearbeiten</a:t>
            </a:r>
            <a:endParaRPr lang="de-DE" noProof="0" dirty="0"/>
          </a:p>
        </p:txBody>
      </p:sp>
      <p:grpSp>
        <p:nvGrpSpPr>
          <p:cNvPr id="8" name="Group 7">
            <a:extLst>
              <a:ext uri="{FF2B5EF4-FFF2-40B4-BE49-F238E27FC236}">
                <a16:creationId xmlns:a16="http://schemas.microsoft.com/office/drawing/2014/main" id="{83C19E4C-8AA9-ADC8-FE35-0F298ED87393}"/>
              </a:ext>
            </a:extLst>
          </p:cNvPr>
          <p:cNvGrpSpPr>
            <a:grpSpLocks noChangeAspect="1"/>
          </p:cNvGrpSpPr>
          <p:nvPr userDrawn="1"/>
        </p:nvGrpSpPr>
        <p:grpSpPr bwMode="invGray">
          <a:xfrm>
            <a:off x="407368" y="1592796"/>
            <a:ext cx="936000" cy="936000"/>
            <a:chOff x="5118212" y="1097010"/>
            <a:chExt cx="3600000" cy="3600000"/>
          </a:xfrm>
          <a:solidFill>
            <a:schemeClr val="accent1"/>
          </a:solidFill>
        </p:grpSpPr>
        <p:sp>
          <p:nvSpPr>
            <p:cNvPr id="9" name="Rectangle 8">
              <a:extLst>
                <a:ext uri="{FF2B5EF4-FFF2-40B4-BE49-F238E27FC236}">
                  <a16:creationId xmlns:a16="http://schemas.microsoft.com/office/drawing/2014/main" id="{85481458-525F-E24E-227B-CB047B711BBF}"/>
                </a:ext>
              </a:extLst>
            </p:cNvPr>
            <p:cNvSpPr>
              <a:spLocks noChangeAspect="1"/>
            </p:cNvSpPr>
            <p:nvPr userDrawn="1"/>
          </p:nvSpPr>
          <p:spPr bwMode="invGray">
            <a:xfrm>
              <a:off x="5946212" y="1097010"/>
              <a:ext cx="2772000" cy="82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10" name="Rectangle 9">
              <a:extLst>
                <a:ext uri="{FF2B5EF4-FFF2-40B4-BE49-F238E27FC236}">
                  <a16:creationId xmlns:a16="http://schemas.microsoft.com/office/drawing/2014/main" id="{9DEF3AF9-5EA4-CD45-4617-53FACEA677A7}"/>
                </a:ext>
              </a:extLst>
            </p:cNvPr>
            <p:cNvSpPr>
              <a:spLocks noChangeAspect="1"/>
            </p:cNvSpPr>
            <p:nvPr userDrawn="1"/>
          </p:nvSpPr>
          <p:spPr bwMode="invGray">
            <a:xfrm>
              <a:off x="5118212" y="1925010"/>
              <a:ext cx="828000" cy="277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sp>
        <p:nvSpPr>
          <p:cNvPr id="16" name="Text Placeholder 5">
            <a:extLst>
              <a:ext uri="{FF2B5EF4-FFF2-40B4-BE49-F238E27FC236}">
                <a16:creationId xmlns:a16="http://schemas.microsoft.com/office/drawing/2014/main" id="{82BEB21C-62B8-72C1-97F4-0C9519EE65B6}"/>
              </a:ext>
            </a:extLst>
          </p:cNvPr>
          <p:cNvSpPr>
            <a:spLocks noGrp="1"/>
          </p:cNvSpPr>
          <p:nvPr>
            <p:ph type="body" sz="quarter" idx="23" hasCustomPrompt="1"/>
          </p:nvPr>
        </p:nvSpPr>
        <p:spPr bwMode="gray">
          <a:xfrm>
            <a:off x="1163452" y="2764669"/>
            <a:ext cx="4716648" cy="307777"/>
          </a:xfrm>
        </p:spPr>
        <p:txBody>
          <a:bodyPr wrap="square" anchor="t">
            <a:spAutoFit/>
          </a:bodyPr>
          <a:lstStyle>
            <a:lvl1pPr marL="0" indent="0">
              <a:spcBef>
                <a:spcPts val="0"/>
              </a:spcBef>
              <a:buFont typeface="Skeena" panose="020B0604020202020204" pitchFamily="34" charset="0"/>
              <a:buNone/>
              <a:defRPr sz="2000" b="0">
                <a:solidFill>
                  <a:schemeClr val="tx1"/>
                </a:solidFill>
              </a:defRPr>
            </a:lvl1pPr>
            <a:lvl2pPr marL="0" indent="0">
              <a:spcBef>
                <a:spcPts val="0"/>
              </a:spcBef>
              <a:buFont typeface="Skeena" panose="020B0604020202020204" pitchFamily="34" charset="0"/>
              <a:buNone/>
              <a:defRPr sz="2000" b="0">
                <a:solidFill>
                  <a:schemeClr val="tx1"/>
                </a:solidFill>
              </a:defRPr>
            </a:lvl2pPr>
            <a:lvl3pPr marL="0" indent="0">
              <a:spcBef>
                <a:spcPts val="0"/>
              </a:spcBef>
              <a:buNone/>
              <a:defRPr sz="2000" b="0">
                <a:solidFill>
                  <a:schemeClr val="tx1"/>
                </a:solidFill>
              </a:defRPr>
            </a:lvl3pPr>
            <a:lvl4pPr marL="0" indent="0">
              <a:spcBef>
                <a:spcPts val="0"/>
              </a:spcBef>
              <a:buNone/>
              <a:defRPr sz="2000" b="0">
                <a:solidFill>
                  <a:schemeClr val="tx1"/>
                </a:solidFill>
              </a:defRPr>
            </a:lvl4pPr>
            <a:lvl5pPr marL="0" indent="0">
              <a:spcBef>
                <a:spcPts val="0"/>
              </a:spcBef>
              <a:buNone/>
              <a:defRPr sz="2000" b="0">
                <a:solidFill>
                  <a:schemeClr val="tx1"/>
                </a:solidFill>
              </a:defRPr>
            </a:lvl5pPr>
            <a:lvl6pPr marL="0" indent="0">
              <a:spcBef>
                <a:spcPts val="0"/>
              </a:spcBef>
              <a:buNone/>
              <a:defRPr sz="2000" b="0">
                <a:solidFill>
                  <a:schemeClr val="tx1"/>
                </a:solidFill>
              </a:defRPr>
            </a:lvl6pPr>
            <a:lvl7pPr marL="0" indent="0">
              <a:spcBef>
                <a:spcPts val="0"/>
              </a:spcBef>
              <a:buNone/>
              <a:defRPr sz="2000" b="0">
                <a:solidFill>
                  <a:schemeClr val="tx1"/>
                </a:solidFill>
              </a:defRPr>
            </a:lvl7pPr>
            <a:lvl8pPr marL="0" indent="0">
              <a:spcBef>
                <a:spcPts val="0"/>
              </a:spcBef>
              <a:buNone/>
              <a:defRPr sz="2000" b="0">
                <a:solidFill>
                  <a:schemeClr val="tx1"/>
                </a:solidFill>
              </a:defRPr>
            </a:lvl8pPr>
            <a:lvl9pPr marL="0" indent="0">
              <a:spcBef>
                <a:spcPts val="0"/>
              </a:spcBef>
              <a:buNone/>
              <a:defRPr sz="2000" b="0">
                <a:solidFill>
                  <a:schemeClr val="tx1"/>
                </a:solidFill>
              </a:defRPr>
            </a:lvl9pPr>
          </a:lstStyle>
          <a:p>
            <a:pPr lvl="0"/>
            <a:r>
              <a:rPr lang="de-DE" noProof="0"/>
              <a:t>Adresse bearbeiten</a:t>
            </a:r>
            <a:endParaRPr lang="de-DE" noProof="0" dirty="0"/>
          </a:p>
        </p:txBody>
      </p:sp>
      <p:sp>
        <p:nvSpPr>
          <p:cNvPr id="17" name="Text Placeholder 5">
            <a:extLst>
              <a:ext uri="{FF2B5EF4-FFF2-40B4-BE49-F238E27FC236}">
                <a16:creationId xmlns:a16="http://schemas.microsoft.com/office/drawing/2014/main" id="{5760929B-6D95-E7C0-511B-864EF5C8993F}"/>
              </a:ext>
            </a:extLst>
          </p:cNvPr>
          <p:cNvSpPr>
            <a:spLocks noGrp="1"/>
          </p:cNvSpPr>
          <p:nvPr>
            <p:ph type="body" sz="quarter" idx="24" hasCustomPrompt="1"/>
          </p:nvPr>
        </p:nvSpPr>
        <p:spPr bwMode="gray">
          <a:xfrm>
            <a:off x="1163452" y="4005064"/>
            <a:ext cx="4716648" cy="307777"/>
          </a:xfrm>
        </p:spPr>
        <p:txBody>
          <a:bodyPr wrap="square" anchor="b">
            <a:spAutoFit/>
          </a:bodyPr>
          <a:lstStyle>
            <a:lvl1pPr marL="0" indent="0">
              <a:spcBef>
                <a:spcPts val="0"/>
              </a:spcBef>
              <a:buFont typeface="Skeena" panose="020B0604020202020204" pitchFamily="34" charset="0"/>
              <a:buNone/>
              <a:defRPr sz="2000" b="1">
                <a:solidFill>
                  <a:schemeClr val="accent1"/>
                </a:solidFill>
              </a:defRPr>
            </a:lvl1pPr>
            <a:lvl2pPr marL="0" indent="0">
              <a:spcBef>
                <a:spcPts val="0"/>
              </a:spcBef>
              <a:buFont typeface="Skeena" panose="020B0604020202020204" pitchFamily="34" charset="0"/>
              <a:buNone/>
              <a:defRPr sz="2000" b="1">
                <a:solidFill>
                  <a:schemeClr val="accent1"/>
                </a:solidFill>
              </a:defRPr>
            </a:lvl2pPr>
            <a:lvl3pPr marL="0" indent="0">
              <a:spcBef>
                <a:spcPts val="0"/>
              </a:spcBef>
              <a:buNone/>
              <a:defRPr sz="2000" b="1">
                <a:solidFill>
                  <a:schemeClr val="accent1"/>
                </a:solidFill>
              </a:defRPr>
            </a:lvl3pPr>
            <a:lvl4pPr marL="0" indent="0">
              <a:spcBef>
                <a:spcPts val="0"/>
              </a:spcBef>
              <a:buNone/>
              <a:defRPr sz="2000" b="1">
                <a:solidFill>
                  <a:schemeClr val="accent1"/>
                </a:solidFill>
              </a:defRPr>
            </a:lvl4pPr>
            <a:lvl5pPr marL="0" indent="0">
              <a:spcBef>
                <a:spcPts val="0"/>
              </a:spcBef>
              <a:buNone/>
              <a:defRPr sz="2000" b="1">
                <a:solidFill>
                  <a:schemeClr val="accent1"/>
                </a:solidFill>
              </a:defRPr>
            </a:lvl5pPr>
            <a:lvl6pPr marL="0" indent="0">
              <a:spcBef>
                <a:spcPts val="0"/>
              </a:spcBef>
              <a:buNone/>
              <a:defRPr sz="2000" b="1">
                <a:solidFill>
                  <a:schemeClr val="accent1"/>
                </a:solidFill>
              </a:defRPr>
            </a:lvl6pPr>
            <a:lvl7pPr marL="0" indent="0">
              <a:spcBef>
                <a:spcPts val="0"/>
              </a:spcBef>
              <a:buNone/>
              <a:defRPr sz="2000" b="1">
                <a:solidFill>
                  <a:schemeClr val="accent1"/>
                </a:solidFill>
              </a:defRPr>
            </a:lvl7pPr>
            <a:lvl8pPr marL="0" indent="0">
              <a:spcBef>
                <a:spcPts val="0"/>
              </a:spcBef>
              <a:buNone/>
              <a:defRPr sz="2000" b="1">
                <a:solidFill>
                  <a:schemeClr val="accent1"/>
                </a:solidFill>
              </a:defRPr>
            </a:lvl8pPr>
            <a:lvl9pPr marL="0" indent="0">
              <a:spcBef>
                <a:spcPts val="0"/>
              </a:spcBef>
              <a:buNone/>
              <a:defRPr sz="2000" b="1">
                <a:solidFill>
                  <a:schemeClr val="accent1"/>
                </a:solidFill>
              </a:defRPr>
            </a:lvl9pPr>
          </a:lstStyle>
          <a:p>
            <a:pPr lvl="0"/>
            <a:r>
              <a:rPr lang="de-DE" noProof="0"/>
              <a:t>Name Nachname bearbeiten</a:t>
            </a:r>
            <a:endParaRPr lang="de-DE" noProof="0" dirty="0"/>
          </a:p>
        </p:txBody>
      </p:sp>
      <p:sp>
        <p:nvSpPr>
          <p:cNvPr id="18" name="Text Placeholder 5">
            <a:extLst>
              <a:ext uri="{FF2B5EF4-FFF2-40B4-BE49-F238E27FC236}">
                <a16:creationId xmlns:a16="http://schemas.microsoft.com/office/drawing/2014/main" id="{8429AE24-AEAB-6810-82B2-87C17864D92D}"/>
              </a:ext>
            </a:extLst>
          </p:cNvPr>
          <p:cNvSpPr>
            <a:spLocks noGrp="1"/>
          </p:cNvSpPr>
          <p:nvPr>
            <p:ph type="body" sz="quarter" idx="25" hasCustomPrompt="1"/>
          </p:nvPr>
        </p:nvSpPr>
        <p:spPr bwMode="gray">
          <a:xfrm>
            <a:off x="1163452" y="4437112"/>
            <a:ext cx="4716648" cy="307777"/>
          </a:xfrm>
        </p:spPr>
        <p:txBody>
          <a:bodyPr wrap="square" anchor="b">
            <a:spAutoFit/>
          </a:bodyPr>
          <a:lstStyle>
            <a:lvl1pPr marL="0" indent="0">
              <a:spcBef>
                <a:spcPts val="0"/>
              </a:spcBef>
              <a:buFont typeface="Skeena" panose="020B0604020202020204" pitchFamily="34" charset="0"/>
              <a:buNone/>
              <a:defRPr sz="2000" b="0">
                <a:solidFill>
                  <a:schemeClr val="tx1"/>
                </a:solidFill>
              </a:defRPr>
            </a:lvl1pPr>
            <a:lvl2pPr marL="0" indent="0">
              <a:spcBef>
                <a:spcPts val="0"/>
              </a:spcBef>
              <a:buFont typeface="Skeena" panose="020B0604020202020204" pitchFamily="34" charset="0"/>
              <a:buNone/>
              <a:defRPr sz="2000" b="0">
                <a:solidFill>
                  <a:schemeClr val="tx1"/>
                </a:solidFill>
              </a:defRPr>
            </a:lvl2pPr>
            <a:lvl3pPr marL="0" indent="0">
              <a:spcBef>
                <a:spcPts val="0"/>
              </a:spcBef>
              <a:buNone/>
              <a:defRPr sz="2000" b="0">
                <a:solidFill>
                  <a:schemeClr val="tx1"/>
                </a:solidFill>
              </a:defRPr>
            </a:lvl3pPr>
            <a:lvl4pPr marL="0" indent="0">
              <a:spcBef>
                <a:spcPts val="0"/>
              </a:spcBef>
              <a:buNone/>
              <a:defRPr sz="2000" b="0">
                <a:solidFill>
                  <a:schemeClr val="tx1"/>
                </a:solidFill>
              </a:defRPr>
            </a:lvl4pPr>
            <a:lvl5pPr marL="0" indent="0">
              <a:spcBef>
                <a:spcPts val="0"/>
              </a:spcBef>
              <a:buNone/>
              <a:defRPr sz="2000" b="0">
                <a:solidFill>
                  <a:schemeClr val="tx1"/>
                </a:solidFill>
              </a:defRPr>
            </a:lvl5pPr>
            <a:lvl6pPr marL="0" indent="0">
              <a:spcBef>
                <a:spcPts val="0"/>
              </a:spcBef>
              <a:buNone/>
              <a:defRPr sz="2000" b="0">
                <a:solidFill>
                  <a:schemeClr val="tx1"/>
                </a:solidFill>
              </a:defRPr>
            </a:lvl6pPr>
            <a:lvl7pPr marL="0" indent="0">
              <a:spcBef>
                <a:spcPts val="0"/>
              </a:spcBef>
              <a:buNone/>
              <a:defRPr sz="2000" b="0">
                <a:solidFill>
                  <a:schemeClr val="tx1"/>
                </a:solidFill>
              </a:defRPr>
            </a:lvl7pPr>
            <a:lvl8pPr marL="0" indent="0">
              <a:spcBef>
                <a:spcPts val="0"/>
              </a:spcBef>
              <a:buNone/>
              <a:defRPr sz="2000" b="0">
                <a:solidFill>
                  <a:schemeClr val="tx1"/>
                </a:solidFill>
              </a:defRPr>
            </a:lvl8pPr>
            <a:lvl9pPr marL="0" indent="0">
              <a:spcBef>
                <a:spcPts val="0"/>
              </a:spcBef>
              <a:buNone/>
              <a:defRPr sz="2000" b="0">
                <a:solidFill>
                  <a:schemeClr val="tx1"/>
                </a:solidFill>
              </a:defRPr>
            </a:lvl9pPr>
          </a:lstStyle>
          <a:p>
            <a:pPr lvl="0"/>
            <a:r>
              <a:rPr lang="de-DE" noProof="0"/>
              <a:t>Telefonnummer bearbeiten</a:t>
            </a:r>
            <a:endParaRPr lang="de-DE" noProof="0" dirty="0"/>
          </a:p>
        </p:txBody>
      </p:sp>
      <p:sp>
        <p:nvSpPr>
          <p:cNvPr id="19" name="Text Placeholder 5">
            <a:extLst>
              <a:ext uri="{FF2B5EF4-FFF2-40B4-BE49-F238E27FC236}">
                <a16:creationId xmlns:a16="http://schemas.microsoft.com/office/drawing/2014/main" id="{E1227613-041F-0352-5F54-81C652D373F8}"/>
              </a:ext>
            </a:extLst>
          </p:cNvPr>
          <p:cNvSpPr>
            <a:spLocks noGrp="1"/>
          </p:cNvSpPr>
          <p:nvPr>
            <p:ph type="body" sz="quarter" idx="26" hasCustomPrompt="1"/>
          </p:nvPr>
        </p:nvSpPr>
        <p:spPr bwMode="gray">
          <a:xfrm>
            <a:off x="1163452" y="4761148"/>
            <a:ext cx="4716648" cy="307777"/>
          </a:xfrm>
        </p:spPr>
        <p:txBody>
          <a:bodyPr wrap="square" anchor="t">
            <a:spAutoFit/>
          </a:bodyPr>
          <a:lstStyle>
            <a:lvl1pPr marL="0" indent="0">
              <a:spcBef>
                <a:spcPts val="0"/>
              </a:spcBef>
              <a:buFont typeface="Skeena" panose="020B0604020202020204" pitchFamily="34" charset="0"/>
              <a:buNone/>
              <a:defRPr sz="2000" b="0">
                <a:solidFill>
                  <a:schemeClr val="tx1"/>
                </a:solidFill>
              </a:defRPr>
            </a:lvl1pPr>
            <a:lvl2pPr marL="0" indent="0">
              <a:spcBef>
                <a:spcPts val="0"/>
              </a:spcBef>
              <a:buFont typeface="Skeena" panose="020B0604020202020204" pitchFamily="34" charset="0"/>
              <a:buNone/>
              <a:defRPr sz="2000" b="0">
                <a:solidFill>
                  <a:schemeClr val="tx1"/>
                </a:solidFill>
              </a:defRPr>
            </a:lvl2pPr>
            <a:lvl3pPr marL="0" indent="0">
              <a:spcBef>
                <a:spcPts val="0"/>
              </a:spcBef>
              <a:buNone/>
              <a:defRPr sz="2000" b="0">
                <a:solidFill>
                  <a:schemeClr val="tx1"/>
                </a:solidFill>
              </a:defRPr>
            </a:lvl3pPr>
            <a:lvl4pPr marL="0" indent="0">
              <a:spcBef>
                <a:spcPts val="0"/>
              </a:spcBef>
              <a:buNone/>
              <a:defRPr sz="2000" b="0">
                <a:solidFill>
                  <a:schemeClr val="tx1"/>
                </a:solidFill>
              </a:defRPr>
            </a:lvl4pPr>
            <a:lvl5pPr marL="0" indent="0">
              <a:spcBef>
                <a:spcPts val="0"/>
              </a:spcBef>
              <a:buNone/>
              <a:defRPr sz="2000" b="0">
                <a:solidFill>
                  <a:schemeClr val="tx1"/>
                </a:solidFill>
              </a:defRPr>
            </a:lvl5pPr>
            <a:lvl6pPr marL="0" indent="0">
              <a:spcBef>
                <a:spcPts val="0"/>
              </a:spcBef>
              <a:buNone/>
              <a:defRPr sz="2000" b="0">
                <a:solidFill>
                  <a:schemeClr val="tx1"/>
                </a:solidFill>
              </a:defRPr>
            </a:lvl6pPr>
            <a:lvl7pPr marL="0" indent="0">
              <a:spcBef>
                <a:spcPts val="0"/>
              </a:spcBef>
              <a:buNone/>
              <a:defRPr sz="2000" b="0">
                <a:solidFill>
                  <a:schemeClr val="tx1"/>
                </a:solidFill>
              </a:defRPr>
            </a:lvl7pPr>
            <a:lvl8pPr marL="0" indent="0">
              <a:spcBef>
                <a:spcPts val="0"/>
              </a:spcBef>
              <a:buNone/>
              <a:defRPr sz="2000" b="0">
                <a:solidFill>
                  <a:schemeClr val="tx1"/>
                </a:solidFill>
              </a:defRPr>
            </a:lvl8pPr>
            <a:lvl9pPr marL="0" indent="0">
              <a:spcBef>
                <a:spcPts val="0"/>
              </a:spcBef>
              <a:buNone/>
              <a:defRPr sz="2000" b="0">
                <a:solidFill>
                  <a:schemeClr val="tx1"/>
                </a:solidFill>
              </a:defRPr>
            </a:lvl9pPr>
          </a:lstStyle>
          <a:p>
            <a:pPr lvl="0"/>
            <a:r>
              <a:rPr lang="de-DE" noProof="0"/>
              <a:t>E-Mail bearbeiten</a:t>
            </a:r>
            <a:endParaRPr lang="de-DE" noProof="0" dirty="0"/>
          </a:p>
        </p:txBody>
      </p:sp>
      <p:sp>
        <p:nvSpPr>
          <p:cNvPr id="13" name="Text Placeholder 10">
            <a:extLst>
              <a:ext uri="{FF2B5EF4-FFF2-40B4-BE49-F238E27FC236}">
                <a16:creationId xmlns:a16="http://schemas.microsoft.com/office/drawing/2014/main" id="{6D8E59AF-16BF-91EA-02F4-41CFE4A0728D}"/>
              </a:ext>
            </a:extLst>
          </p:cNvPr>
          <p:cNvSpPr txBox="1">
            <a:spLocks/>
          </p:cNvSpPr>
          <p:nvPr userDrawn="1"/>
        </p:nvSpPr>
        <p:spPr bwMode="invGray">
          <a:xfrm>
            <a:off x="9061233" y="316267"/>
            <a:ext cx="2723399" cy="306000"/>
          </a:xfrm>
          <a:prstGeom prst="rect">
            <a:avLst/>
          </a:prstGeom>
          <a:blipFill>
            <a:blip r:embed="rId2"/>
            <a:stretch>
              <a:fillRect/>
            </a:stretch>
          </a:blipFill>
        </p:spPr>
        <p:txBody>
          <a:bodyPr/>
          <a:lstStyle>
            <a:lvl1pPr marL="0" indent="0" algn="l" defTabSz="914400" rtl="0" eaLnBrk="1" latinLnBrk="0" hangingPunct="1">
              <a:lnSpc>
                <a:spcPct val="100000"/>
              </a:lnSpc>
              <a:spcBef>
                <a:spcPts val="0"/>
              </a:spcBef>
              <a:buFont typeface="Skeena" panose="020B0604020202020204" pitchFamily="34" charset="0"/>
              <a:buNone/>
              <a:defRPr sz="100" b="0" kern="1200">
                <a:noFill/>
                <a:latin typeface="+mn-lt"/>
                <a:ea typeface="+mn-ea"/>
                <a:cs typeface="+mn-cs"/>
              </a:defRPr>
            </a:lvl1pPr>
            <a:lvl2pPr marL="0" indent="0" algn="l" defTabSz="914400" rtl="0" eaLnBrk="1" latinLnBrk="0" hangingPunct="1">
              <a:lnSpc>
                <a:spcPct val="100000"/>
              </a:lnSpc>
              <a:spcBef>
                <a:spcPts val="0"/>
              </a:spcBef>
              <a:buFont typeface="Skeena" panose="020B0604020202020204" pitchFamily="34" charset="0"/>
              <a:buNone/>
              <a:defRPr sz="100" b="0" kern="1200">
                <a:noFill/>
                <a:latin typeface="+mn-lt"/>
                <a:ea typeface="+mn-ea"/>
                <a:cs typeface="+mn-cs"/>
              </a:defRPr>
            </a:lvl2pPr>
            <a:lvl3pPr marL="0" indent="0" algn="l" defTabSz="914400" rtl="0" eaLnBrk="1" latinLnBrk="0" hangingPunct="1">
              <a:lnSpc>
                <a:spcPct val="100000"/>
              </a:lnSpc>
              <a:spcBef>
                <a:spcPts val="0"/>
              </a:spcBef>
              <a:buFont typeface="Wingdings" panose="05000000000000000000" pitchFamily="2" charset="2"/>
              <a:buNone/>
              <a:defRPr sz="100" b="0" kern="1200">
                <a:noFill/>
                <a:latin typeface="+mn-lt"/>
                <a:ea typeface="+mn-ea"/>
                <a:cs typeface="+mn-cs"/>
              </a:defRPr>
            </a:lvl3pPr>
            <a:lvl4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4pPr>
            <a:lvl5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5pPr>
            <a:lvl6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6pPr>
            <a:lvl7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7pPr>
            <a:lvl8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8pPr>
            <a:lvl9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9pPr>
          </a:lstStyle>
          <a:p>
            <a:r>
              <a:rPr lang="de-DE" noProof="0"/>
              <a:t> </a:t>
            </a:r>
          </a:p>
        </p:txBody>
      </p:sp>
    </p:spTree>
    <p:extLst>
      <p:ext uri="{BB962C8B-B14F-4D97-AF65-F5344CB8AC3E}">
        <p14:creationId xmlns:p14="http://schemas.microsoft.com/office/powerpoint/2010/main" val="357887258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oleObject" Target="../embeddings/oleObject1.bin"/><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ags" Target="../tags/tag2.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1.emf"/><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44.xml"/><Relationship Id="rId18" Type="http://schemas.openxmlformats.org/officeDocument/2006/relationships/slideLayout" Target="../slideLayouts/slideLayout49.xml"/><Relationship Id="rId26" Type="http://schemas.openxmlformats.org/officeDocument/2006/relationships/slideLayout" Target="../slideLayouts/slideLayout57.xml"/><Relationship Id="rId3" Type="http://schemas.openxmlformats.org/officeDocument/2006/relationships/slideLayout" Target="../slideLayouts/slideLayout34.xml"/><Relationship Id="rId21" Type="http://schemas.openxmlformats.org/officeDocument/2006/relationships/slideLayout" Target="../slideLayouts/slideLayout52.xml"/><Relationship Id="rId34" Type="http://schemas.openxmlformats.org/officeDocument/2006/relationships/image" Target="../media/image1.emf"/><Relationship Id="rId7" Type="http://schemas.openxmlformats.org/officeDocument/2006/relationships/slideLayout" Target="../slideLayouts/slideLayout38.xml"/><Relationship Id="rId12" Type="http://schemas.openxmlformats.org/officeDocument/2006/relationships/slideLayout" Target="../slideLayouts/slideLayout43.xml"/><Relationship Id="rId17" Type="http://schemas.openxmlformats.org/officeDocument/2006/relationships/slideLayout" Target="../slideLayouts/slideLayout48.xml"/><Relationship Id="rId25" Type="http://schemas.openxmlformats.org/officeDocument/2006/relationships/slideLayout" Target="../slideLayouts/slideLayout56.xml"/><Relationship Id="rId33" Type="http://schemas.openxmlformats.org/officeDocument/2006/relationships/oleObject" Target="../embeddings/oleObject3.bin"/><Relationship Id="rId2" Type="http://schemas.openxmlformats.org/officeDocument/2006/relationships/slideLayout" Target="../slideLayouts/slideLayout33.xml"/><Relationship Id="rId16" Type="http://schemas.openxmlformats.org/officeDocument/2006/relationships/slideLayout" Target="../slideLayouts/slideLayout47.xml"/><Relationship Id="rId20" Type="http://schemas.openxmlformats.org/officeDocument/2006/relationships/slideLayout" Target="../slideLayouts/slideLayout51.xml"/><Relationship Id="rId29" Type="http://schemas.openxmlformats.org/officeDocument/2006/relationships/slideLayout" Target="../slideLayouts/slideLayout60.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slideLayout" Target="../slideLayouts/slideLayout42.xml"/><Relationship Id="rId24" Type="http://schemas.openxmlformats.org/officeDocument/2006/relationships/slideLayout" Target="../slideLayouts/slideLayout55.xml"/><Relationship Id="rId32" Type="http://schemas.openxmlformats.org/officeDocument/2006/relationships/tags" Target="../tags/tag4.xml"/><Relationship Id="rId5" Type="http://schemas.openxmlformats.org/officeDocument/2006/relationships/slideLayout" Target="../slideLayouts/slideLayout36.xml"/><Relationship Id="rId15" Type="http://schemas.openxmlformats.org/officeDocument/2006/relationships/slideLayout" Target="../slideLayouts/slideLayout46.xml"/><Relationship Id="rId23" Type="http://schemas.openxmlformats.org/officeDocument/2006/relationships/slideLayout" Target="../slideLayouts/slideLayout54.xml"/><Relationship Id="rId28" Type="http://schemas.openxmlformats.org/officeDocument/2006/relationships/slideLayout" Target="../slideLayouts/slideLayout59.xml"/><Relationship Id="rId10" Type="http://schemas.openxmlformats.org/officeDocument/2006/relationships/slideLayout" Target="../slideLayouts/slideLayout41.xml"/><Relationship Id="rId19" Type="http://schemas.openxmlformats.org/officeDocument/2006/relationships/slideLayout" Target="../slideLayouts/slideLayout50.xml"/><Relationship Id="rId31" Type="http://schemas.openxmlformats.org/officeDocument/2006/relationships/theme" Target="../theme/theme2.xml"/><Relationship Id="rId4" Type="http://schemas.openxmlformats.org/officeDocument/2006/relationships/slideLayout" Target="../slideLayouts/slideLayout35.xml"/><Relationship Id="rId9" Type="http://schemas.openxmlformats.org/officeDocument/2006/relationships/slideLayout" Target="../slideLayouts/slideLayout40.xml"/><Relationship Id="rId14" Type="http://schemas.openxmlformats.org/officeDocument/2006/relationships/slideLayout" Target="../slideLayouts/slideLayout45.xml"/><Relationship Id="rId22" Type="http://schemas.openxmlformats.org/officeDocument/2006/relationships/slideLayout" Target="../slideLayouts/slideLayout53.xml"/><Relationship Id="rId27" Type="http://schemas.openxmlformats.org/officeDocument/2006/relationships/slideLayout" Target="../slideLayouts/slideLayout58.xml"/><Relationship Id="rId30" Type="http://schemas.openxmlformats.org/officeDocument/2006/relationships/slideLayout" Target="../slideLayouts/slideLayout61.xml"/><Relationship Id="rId8" Type="http://schemas.openxmlformats.org/officeDocument/2006/relationships/slideLayout" Target="../slideLayouts/slideLayout39.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74.xml"/><Relationship Id="rId18" Type="http://schemas.openxmlformats.org/officeDocument/2006/relationships/slideLayout" Target="../slideLayouts/slideLayout79.xml"/><Relationship Id="rId26" Type="http://schemas.openxmlformats.org/officeDocument/2006/relationships/slideLayout" Target="../slideLayouts/slideLayout87.xml"/><Relationship Id="rId3" Type="http://schemas.openxmlformats.org/officeDocument/2006/relationships/slideLayout" Target="../slideLayouts/slideLayout64.xml"/><Relationship Id="rId21" Type="http://schemas.openxmlformats.org/officeDocument/2006/relationships/slideLayout" Target="../slideLayouts/slideLayout82.xml"/><Relationship Id="rId34" Type="http://schemas.openxmlformats.org/officeDocument/2006/relationships/image" Target="../media/image1.emf"/><Relationship Id="rId7" Type="http://schemas.openxmlformats.org/officeDocument/2006/relationships/slideLayout" Target="../slideLayouts/slideLayout68.xml"/><Relationship Id="rId12" Type="http://schemas.openxmlformats.org/officeDocument/2006/relationships/slideLayout" Target="../slideLayouts/slideLayout73.xml"/><Relationship Id="rId17" Type="http://schemas.openxmlformats.org/officeDocument/2006/relationships/slideLayout" Target="../slideLayouts/slideLayout78.xml"/><Relationship Id="rId25" Type="http://schemas.openxmlformats.org/officeDocument/2006/relationships/slideLayout" Target="../slideLayouts/slideLayout86.xml"/><Relationship Id="rId33" Type="http://schemas.openxmlformats.org/officeDocument/2006/relationships/oleObject" Target="../embeddings/oleObject4.bin"/><Relationship Id="rId2" Type="http://schemas.openxmlformats.org/officeDocument/2006/relationships/slideLayout" Target="../slideLayouts/slideLayout63.xml"/><Relationship Id="rId16" Type="http://schemas.openxmlformats.org/officeDocument/2006/relationships/slideLayout" Target="../slideLayouts/slideLayout77.xml"/><Relationship Id="rId20" Type="http://schemas.openxmlformats.org/officeDocument/2006/relationships/slideLayout" Target="../slideLayouts/slideLayout81.xml"/><Relationship Id="rId29" Type="http://schemas.openxmlformats.org/officeDocument/2006/relationships/slideLayout" Target="../slideLayouts/slideLayout90.xml"/><Relationship Id="rId1" Type="http://schemas.openxmlformats.org/officeDocument/2006/relationships/slideLayout" Target="../slideLayouts/slideLayout62.xml"/><Relationship Id="rId6" Type="http://schemas.openxmlformats.org/officeDocument/2006/relationships/slideLayout" Target="../slideLayouts/slideLayout67.xml"/><Relationship Id="rId11" Type="http://schemas.openxmlformats.org/officeDocument/2006/relationships/slideLayout" Target="../slideLayouts/slideLayout72.xml"/><Relationship Id="rId24" Type="http://schemas.openxmlformats.org/officeDocument/2006/relationships/slideLayout" Target="../slideLayouts/slideLayout85.xml"/><Relationship Id="rId32" Type="http://schemas.openxmlformats.org/officeDocument/2006/relationships/tags" Target="../tags/tag6.xml"/><Relationship Id="rId5" Type="http://schemas.openxmlformats.org/officeDocument/2006/relationships/slideLayout" Target="../slideLayouts/slideLayout66.xml"/><Relationship Id="rId15" Type="http://schemas.openxmlformats.org/officeDocument/2006/relationships/slideLayout" Target="../slideLayouts/slideLayout76.xml"/><Relationship Id="rId23" Type="http://schemas.openxmlformats.org/officeDocument/2006/relationships/slideLayout" Target="../slideLayouts/slideLayout84.xml"/><Relationship Id="rId28" Type="http://schemas.openxmlformats.org/officeDocument/2006/relationships/slideLayout" Target="../slideLayouts/slideLayout89.xml"/><Relationship Id="rId10" Type="http://schemas.openxmlformats.org/officeDocument/2006/relationships/slideLayout" Target="../slideLayouts/slideLayout71.xml"/><Relationship Id="rId19" Type="http://schemas.openxmlformats.org/officeDocument/2006/relationships/slideLayout" Target="../slideLayouts/slideLayout80.xml"/><Relationship Id="rId31" Type="http://schemas.openxmlformats.org/officeDocument/2006/relationships/theme" Target="../theme/theme3.xml"/><Relationship Id="rId4" Type="http://schemas.openxmlformats.org/officeDocument/2006/relationships/slideLayout" Target="../slideLayouts/slideLayout65.xml"/><Relationship Id="rId9" Type="http://schemas.openxmlformats.org/officeDocument/2006/relationships/slideLayout" Target="../slideLayouts/slideLayout70.xml"/><Relationship Id="rId14" Type="http://schemas.openxmlformats.org/officeDocument/2006/relationships/slideLayout" Target="../slideLayouts/slideLayout75.xml"/><Relationship Id="rId22" Type="http://schemas.openxmlformats.org/officeDocument/2006/relationships/slideLayout" Target="../slideLayouts/slideLayout83.xml"/><Relationship Id="rId27" Type="http://schemas.openxmlformats.org/officeDocument/2006/relationships/slideLayout" Target="../slideLayouts/slideLayout88.xml"/><Relationship Id="rId30" Type="http://schemas.openxmlformats.org/officeDocument/2006/relationships/slideLayout" Target="../slideLayouts/slideLayout91.xml"/><Relationship Id="rId8" Type="http://schemas.openxmlformats.org/officeDocument/2006/relationships/slideLayout" Target="../slideLayouts/slideLayout6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905E9BFC-2BDA-688A-23B2-F852DCBEA3EB}"/>
              </a:ext>
            </a:extLst>
          </p:cNvPr>
          <p:cNvGraphicFramePr>
            <a:graphicFrameLocks noChangeAspect="1"/>
          </p:cNvGraphicFramePr>
          <p:nvPr userDrawn="1">
            <p:custDataLst>
              <p:tags r:id="rId33"/>
            </p:custDataLst>
            <p:extLst>
              <p:ext uri="{D42A27DB-BD31-4B8C-83A1-F6EECF244321}">
                <p14:modId xmlns:p14="http://schemas.microsoft.com/office/powerpoint/2010/main" val="312495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4" imgW="306" imgH="306" progId="TCLayout.ActiveDocument.1">
                  <p:embed/>
                </p:oleObj>
              </mc:Choice>
              <mc:Fallback>
                <p:oleObj name="think-cell Slide" r:id="rId34" imgW="306" imgH="306" progId="TCLayout.ActiveDocument.1">
                  <p:embed/>
                  <p:pic>
                    <p:nvPicPr>
                      <p:cNvPr id="7" name="Objekt 6" hidden="1">
                        <a:extLst>
                          <a:ext uri="{FF2B5EF4-FFF2-40B4-BE49-F238E27FC236}">
                            <a16:creationId xmlns:a16="http://schemas.microsoft.com/office/drawing/2014/main" id="{905E9BFC-2BDA-688A-23B2-F852DCBEA3EB}"/>
                          </a:ext>
                        </a:extLst>
                      </p:cNvPr>
                      <p:cNvPicPr/>
                      <p:nvPr/>
                    </p:nvPicPr>
                    <p:blipFill>
                      <a:blip r:embed="rId35"/>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5B027850-E6D0-1A76-2B76-152EDEACDF9A}"/>
              </a:ext>
            </a:extLst>
          </p:cNvPr>
          <p:cNvSpPr>
            <a:spLocks noGrp="1"/>
          </p:cNvSpPr>
          <p:nvPr>
            <p:ph type="title"/>
          </p:nvPr>
        </p:nvSpPr>
        <p:spPr bwMode="gray">
          <a:xfrm>
            <a:off x="407368" y="224644"/>
            <a:ext cx="10512000" cy="997196"/>
          </a:xfrm>
          <a:prstGeom prst="rect">
            <a:avLst/>
          </a:prstGeom>
        </p:spPr>
        <p:txBody>
          <a:bodyPr vert="horz" lIns="0" tIns="0" rIns="0" bIns="0" rtlCol="0" anchor="t">
            <a:spAutoFit/>
          </a:bodyPr>
          <a:lstStyle/>
          <a:p>
            <a:r>
              <a:rPr lang="de-DE" noProof="0" dirty="0"/>
              <a:t>Folientitel durch Klicken bearbeiten </a:t>
            </a:r>
            <a:br>
              <a:rPr lang="de-DE" noProof="0" dirty="0"/>
            </a:br>
            <a:r>
              <a:rPr lang="de-DE" noProof="0" dirty="0"/>
              <a:t>(maximal zweizeilig)</a:t>
            </a:r>
          </a:p>
        </p:txBody>
      </p:sp>
      <p:sp>
        <p:nvSpPr>
          <p:cNvPr id="3" name="Text Placeholder 2">
            <a:extLst>
              <a:ext uri="{FF2B5EF4-FFF2-40B4-BE49-F238E27FC236}">
                <a16:creationId xmlns:a16="http://schemas.microsoft.com/office/drawing/2014/main" id="{2E236C7A-D7A6-6C39-01A3-EF7254716FAB}"/>
              </a:ext>
            </a:extLst>
          </p:cNvPr>
          <p:cNvSpPr>
            <a:spLocks noGrp="1"/>
          </p:cNvSpPr>
          <p:nvPr>
            <p:ph type="body" idx="1"/>
          </p:nvPr>
        </p:nvSpPr>
        <p:spPr bwMode="gray">
          <a:xfrm>
            <a:off x="407367" y="1592796"/>
            <a:ext cx="11376645" cy="4644492"/>
          </a:xfrm>
          <a:prstGeom prst="rect">
            <a:avLst/>
          </a:prstGeom>
        </p:spPr>
        <p:txBody>
          <a:bodyPr vert="horz" lIns="0" tIns="0" rIns="0" bIns="0" rtlCol="0">
            <a:noAutofit/>
          </a:body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sp>
        <p:nvSpPr>
          <p:cNvPr id="5" name="Footer Placeholder 4">
            <a:extLst>
              <a:ext uri="{FF2B5EF4-FFF2-40B4-BE49-F238E27FC236}">
                <a16:creationId xmlns:a16="http://schemas.microsoft.com/office/drawing/2014/main" id="{8E5A0E39-3B96-CC59-D2C4-A1D6706CE533}"/>
              </a:ext>
            </a:extLst>
          </p:cNvPr>
          <p:cNvSpPr>
            <a:spLocks noGrp="1"/>
          </p:cNvSpPr>
          <p:nvPr>
            <p:ph type="ftr" sz="quarter" idx="3"/>
          </p:nvPr>
        </p:nvSpPr>
        <p:spPr bwMode="gray">
          <a:xfrm>
            <a:off x="407988" y="6470700"/>
            <a:ext cx="7452000" cy="153888"/>
          </a:xfrm>
          <a:prstGeom prst="rect">
            <a:avLst/>
          </a:prstGeom>
        </p:spPr>
        <p:txBody>
          <a:bodyPr vert="horz" lIns="0" tIns="0" rIns="0" bIns="0" rtlCol="0" anchor="ctr">
            <a:noAutofit/>
          </a:bodyPr>
          <a:lstStyle>
            <a:lvl1pPr algn="l">
              <a:defRPr sz="1000">
                <a:solidFill>
                  <a:schemeClr val="tx1"/>
                </a:solidFill>
                <a:latin typeface="+mn-lt"/>
              </a:defRPr>
            </a:lvl1pPr>
          </a:lstStyle>
          <a:p>
            <a:r>
              <a:rPr lang="de-DE" noProof="0" dirty="0"/>
              <a:t>Hier steht der übergeordnete Präsentationstitel (Einfügen → Kopf- und Fußzeile)</a:t>
            </a:r>
          </a:p>
        </p:txBody>
      </p:sp>
      <p:sp>
        <p:nvSpPr>
          <p:cNvPr id="6" name="Slide Number Placeholder 5">
            <a:extLst>
              <a:ext uri="{FF2B5EF4-FFF2-40B4-BE49-F238E27FC236}">
                <a16:creationId xmlns:a16="http://schemas.microsoft.com/office/drawing/2014/main" id="{DFB8300F-26F1-1CF4-CE49-8BF306FAC4B8}"/>
              </a:ext>
            </a:extLst>
          </p:cNvPr>
          <p:cNvSpPr>
            <a:spLocks noGrp="1"/>
          </p:cNvSpPr>
          <p:nvPr>
            <p:ph type="sldNum" sz="quarter" idx="4"/>
          </p:nvPr>
        </p:nvSpPr>
        <p:spPr bwMode="gray">
          <a:xfrm>
            <a:off x="11460012" y="6470700"/>
            <a:ext cx="324000" cy="153888"/>
          </a:xfrm>
          <a:prstGeom prst="rect">
            <a:avLst/>
          </a:prstGeom>
        </p:spPr>
        <p:txBody>
          <a:bodyPr vert="horz" lIns="0" tIns="0" rIns="0" bIns="0" rtlCol="0" anchor="ctr">
            <a:noAutofit/>
          </a:bodyPr>
          <a:lstStyle>
            <a:lvl1pPr algn="r">
              <a:defRPr sz="1000">
                <a:solidFill>
                  <a:schemeClr val="tx1"/>
                </a:solidFill>
                <a:latin typeface="+mn-lt"/>
              </a:defRPr>
            </a:lvl1pPr>
          </a:lstStyle>
          <a:p>
            <a:fld id="{5438FF58-A5B1-455A-BA0C-D8E0E4C71076}" type="slidenum">
              <a:rPr lang="de-DE" noProof="0" smtClean="0"/>
              <a:pPr/>
              <a:t>‹#›</a:t>
            </a:fld>
            <a:endParaRPr lang="de-DE" noProof="0" dirty="0"/>
          </a:p>
        </p:txBody>
      </p:sp>
      <p:grpSp>
        <p:nvGrpSpPr>
          <p:cNvPr id="25" name="Group 24">
            <a:extLst>
              <a:ext uri="{FF2B5EF4-FFF2-40B4-BE49-F238E27FC236}">
                <a16:creationId xmlns:a16="http://schemas.microsoft.com/office/drawing/2014/main" id="{91B5A5F8-AD9A-9D58-5390-E18FC97971DB}"/>
              </a:ext>
            </a:extLst>
          </p:cNvPr>
          <p:cNvGrpSpPr>
            <a:grpSpLocks noChangeAspect="1"/>
          </p:cNvGrpSpPr>
          <p:nvPr userDrawn="1"/>
        </p:nvGrpSpPr>
        <p:grpSpPr bwMode="gray">
          <a:xfrm>
            <a:off x="11478632" y="316267"/>
            <a:ext cx="306000" cy="306000"/>
            <a:chOff x="5118212" y="1097010"/>
            <a:chExt cx="3600000" cy="3600000"/>
          </a:xfrm>
          <a:solidFill>
            <a:schemeClr val="accent1"/>
          </a:solidFill>
        </p:grpSpPr>
        <p:sp>
          <p:nvSpPr>
            <p:cNvPr id="26" name="Rectangle 25">
              <a:extLst>
                <a:ext uri="{FF2B5EF4-FFF2-40B4-BE49-F238E27FC236}">
                  <a16:creationId xmlns:a16="http://schemas.microsoft.com/office/drawing/2014/main" id="{B8058138-AF53-E0B4-4468-8876BCBFB516}"/>
                </a:ext>
              </a:extLst>
            </p:cNvPr>
            <p:cNvSpPr>
              <a:spLocks noChangeAspect="1"/>
            </p:cNvSpPr>
            <p:nvPr userDrawn="1"/>
          </p:nvSpPr>
          <p:spPr bwMode="gray">
            <a:xfrm>
              <a:off x="5946212" y="1097010"/>
              <a:ext cx="2772000" cy="82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dirty="0"/>
            </a:p>
          </p:txBody>
        </p:sp>
        <p:sp>
          <p:nvSpPr>
            <p:cNvPr id="27" name="Rectangle 26">
              <a:extLst>
                <a:ext uri="{FF2B5EF4-FFF2-40B4-BE49-F238E27FC236}">
                  <a16:creationId xmlns:a16="http://schemas.microsoft.com/office/drawing/2014/main" id="{73310692-F5E4-851D-7364-B575EA766BCA}"/>
                </a:ext>
              </a:extLst>
            </p:cNvPr>
            <p:cNvSpPr>
              <a:spLocks noChangeAspect="1"/>
            </p:cNvSpPr>
            <p:nvPr userDrawn="1"/>
          </p:nvSpPr>
          <p:spPr bwMode="gray">
            <a:xfrm>
              <a:off x="5118212" y="1925010"/>
              <a:ext cx="828000" cy="277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dirty="0"/>
            </a:p>
          </p:txBody>
        </p:sp>
      </p:grpSp>
    </p:spTree>
    <p:extLst>
      <p:ext uri="{BB962C8B-B14F-4D97-AF65-F5344CB8AC3E}">
        <p14:creationId xmlns:p14="http://schemas.microsoft.com/office/powerpoint/2010/main" val="3558669769"/>
      </p:ext>
    </p:extLst>
  </p:cSld>
  <p:clrMap bg1="lt1" tx1="dk1" bg2="lt2" tx2="dk2" accent1="accent1" accent2="accent2" accent3="accent3" accent4="accent4" accent5="accent5" accent6="accent6" hlink="hlink" folHlink="folHlink"/>
  <p:sldLayoutIdLst>
    <p:sldLayoutId id="2147483649" r:id="rId1"/>
    <p:sldLayoutId id="2147483735" r:id="rId2"/>
    <p:sldLayoutId id="2147483673" r:id="rId3"/>
    <p:sldLayoutId id="2147483729" r:id="rId4"/>
    <p:sldLayoutId id="2147483651" r:id="rId5"/>
    <p:sldLayoutId id="2147483650" r:id="rId6"/>
    <p:sldLayoutId id="2147483652" r:id="rId7"/>
    <p:sldLayoutId id="2147483736" r:id="rId8"/>
    <p:sldLayoutId id="2147483674" r:id="rId9"/>
    <p:sldLayoutId id="2147483732" r:id="rId10"/>
    <p:sldLayoutId id="2147483653" r:id="rId11"/>
    <p:sldLayoutId id="2147483654" r:id="rId12"/>
    <p:sldLayoutId id="2147483655" r:id="rId13"/>
    <p:sldLayoutId id="2147483657" r:id="rId14"/>
    <p:sldLayoutId id="2147483656" r:id="rId15"/>
    <p:sldLayoutId id="2147483658" r:id="rId16"/>
    <p:sldLayoutId id="2147483662" r:id="rId17"/>
    <p:sldLayoutId id="2147483661" r:id="rId18"/>
    <p:sldLayoutId id="2147483659" r:id="rId19"/>
    <p:sldLayoutId id="2147483660" r:id="rId20"/>
    <p:sldLayoutId id="2147483663" r:id="rId21"/>
    <p:sldLayoutId id="2147483664" r:id="rId22"/>
    <p:sldLayoutId id="2147483665" r:id="rId23"/>
    <p:sldLayoutId id="2147483666" r:id="rId24"/>
    <p:sldLayoutId id="2147483667" r:id="rId25"/>
    <p:sldLayoutId id="2147483668" r:id="rId26"/>
    <p:sldLayoutId id="2147483669" r:id="rId27"/>
    <p:sldLayoutId id="2147483670" r:id="rId28"/>
    <p:sldLayoutId id="2147483671" r:id="rId29"/>
    <p:sldLayoutId id="2147483672" r:id="rId30"/>
    <p:sldLayoutId id="2147483741" r:id="rId31"/>
  </p:sldLayoutIdLst>
  <p:hf hd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600"/>
        </a:spcBef>
        <a:buFont typeface="Skeena" panose="020B0604020202020204" pitchFamily="34" charset="0"/>
        <a:buNone/>
        <a:defRPr sz="2000" b="1" kern="1200">
          <a:solidFill>
            <a:schemeClr val="tx1"/>
          </a:solidFill>
          <a:latin typeface="+mn-lt"/>
          <a:ea typeface="+mn-ea"/>
          <a:cs typeface="+mn-cs"/>
        </a:defRPr>
      </a:lvl1pPr>
      <a:lvl2pPr marL="0" indent="0" algn="l" defTabSz="914400" rtl="0" eaLnBrk="1" latinLnBrk="0" hangingPunct="1">
        <a:lnSpc>
          <a:spcPct val="100000"/>
        </a:lnSpc>
        <a:spcBef>
          <a:spcPts val="600"/>
        </a:spcBef>
        <a:buFont typeface="Skeena" panose="020B0604020202020204" pitchFamily="34" charset="0"/>
        <a:buNone/>
        <a:defRPr sz="1800" kern="1200">
          <a:solidFill>
            <a:schemeClr val="tx1"/>
          </a:solidFill>
          <a:latin typeface="+mn-lt"/>
          <a:ea typeface="+mn-ea"/>
          <a:cs typeface="+mn-cs"/>
        </a:defRPr>
      </a:lvl2pPr>
      <a:lvl3pPr marL="180000" indent="-180000" algn="l" defTabSz="914400" rtl="0" eaLnBrk="1" latinLnBrk="0" hangingPunct="1">
        <a:lnSpc>
          <a:spcPct val="100000"/>
        </a:lnSpc>
        <a:spcBef>
          <a:spcPts val="600"/>
        </a:spcBef>
        <a:buFont typeface="Wingdings" panose="05000000000000000000" pitchFamily="2" charset="2"/>
        <a:buChar char="§"/>
        <a:defRPr sz="1800" kern="1200">
          <a:solidFill>
            <a:schemeClr val="tx1"/>
          </a:solidFill>
          <a:latin typeface="+mn-lt"/>
          <a:ea typeface="+mn-ea"/>
          <a:cs typeface="+mn-cs"/>
        </a:defRPr>
      </a:lvl3pPr>
      <a:lvl4pPr marL="360000" indent="-180000" algn="l" defTabSz="914400" rtl="0" eaLnBrk="1" latinLnBrk="0" hangingPunct="1">
        <a:lnSpc>
          <a:spcPct val="100000"/>
        </a:lnSpc>
        <a:spcBef>
          <a:spcPts val="300"/>
        </a:spcBef>
        <a:buFont typeface="Symbol" panose="05050102010706020507" pitchFamily="18" charset="2"/>
        <a:buChar char=""/>
        <a:defRPr sz="1600" kern="1200">
          <a:solidFill>
            <a:schemeClr val="tx1"/>
          </a:solidFill>
          <a:latin typeface="+mn-lt"/>
          <a:ea typeface="+mn-ea"/>
          <a:cs typeface="+mn-cs"/>
        </a:defRPr>
      </a:lvl4pPr>
      <a:lvl5pPr marL="360000" indent="-180000" algn="l" defTabSz="914400" rtl="0" eaLnBrk="1" latinLnBrk="0" hangingPunct="1">
        <a:lnSpc>
          <a:spcPct val="100000"/>
        </a:lnSpc>
        <a:spcBef>
          <a:spcPts val="300"/>
        </a:spcBef>
        <a:buFont typeface="Symbol" panose="05050102010706020507" pitchFamily="18" charset="2"/>
        <a:buChar char=""/>
        <a:defRPr sz="1600" kern="1200">
          <a:solidFill>
            <a:schemeClr val="tx1"/>
          </a:solidFill>
          <a:latin typeface="+mn-lt"/>
          <a:ea typeface="+mn-ea"/>
          <a:cs typeface="+mn-cs"/>
        </a:defRPr>
      </a:lvl5pPr>
      <a:lvl6pPr marL="360000" indent="-180000" algn="l" defTabSz="914400" rtl="0" eaLnBrk="1" latinLnBrk="0" hangingPunct="1">
        <a:lnSpc>
          <a:spcPct val="100000"/>
        </a:lnSpc>
        <a:spcBef>
          <a:spcPts val="300"/>
        </a:spcBef>
        <a:buFont typeface="Symbol" panose="05050102010706020507" pitchFamily="18" charset="2"/>
        <a:buChar char=""/>
        <a:defRPr sz="1600" kern="1200">
          <a:solidFill>
            <a:schemeClr val="tx1"/>
          </a:solidFill>
          <a:latin typeface="+mn-lt"/>
          <a:ea typeface="+mn-ea"/>
          <a:cs typeface="+mn-cs"/>
        </a:defRPr>
      </a:lvl6pPr>
      <a:lvl7pPr marL="360000" indent="-180000" algn="l" defTabSz="914400" rtl="0" eaLnBrk="1" latinLnBrk="0" hangingPunct="1">
        <a:lnSpc>
          <a:spcPct val="100000"/>
        </a:lnSpc>
        <a:spcBef>
          <a:spcPts val="300"/>
        </a:spcBef>
        <a:buFont typeface="Symbol" panose="05050102010706020507" pitchFamily="18" charset="2"/>
        <a:buChar char=""/>
        <a:defRPr sz="1600" kern="1200">
          <a:solidFill>
            <a:schemeClr val="tx1"/>
          </a:solidFill>
          <a:latin typeface="+mn-lt"/>
          <a:ea typeface="+mn-ea"/>
          <a:cs typeface="+mn-cs"/>
        </a:defRPr>
      </a:lvl7pPr>
      <a:lvl8pPr marL="360000" indent="-180000" algn="l" defTabSz="914400" rtl="0" eaLnBrk="1" latinLnBrk="0" hangingPunct="1">
        <a:lnSpc>
          <a:spcPct val="100000"/>
        </a:lnSpc>
        <a:spcBef>
          <a:spcPts val="300"/>
        </a:spcBef>
        <a:buFont typeface="Symbol" panose="05050102010706020507" pitchFamily="18" charset="2"/>
        <a:buChar char=""/>
        <a:defRPr sz="1600" kern="1200">
          <a:solidFill>
            <a:schemeClr val="tx1"/>
          </a:solidFill>
          <a:latin typeface="+mn-lt"/>
          <a:ea typeface="+mn-ea"/>
          <a:cs typeface="+mn-cs"/>
        </a:defRPr>
      </a:lvl8pPr>
      <a:lvl9pPr marL="360000" indent="-180000" algn="l" defTabSz="914400" rtl="0" eaLnBrk="1" latinLnBrk="0" hangingPunct="1">
        <a:lnSpc>
          <a:spcPct val="100000"/>
        </a:lnSpc>
        <a:spcBef>
          <a:spcPts val="300"/>
        </a:spcBef>
        <a:buFont typeface="Symbol" panose="05050102010706020507" pitchFamily="18"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57" userDrawn="1">
          <p15:clr>
            <a:srgbClr val="F26B43"/>
          </p15:clr>
        </p15:guide>
        <p15:guide id="2" pos="7423" userDrawn="1">
          <p15:clr>
            <a:srgbClr val="F26B43"/>
          </p15:clr>
        </p15:guide>
        <p15:guide id="3" orient="horz" pos="1003" userDrawn="1">
          <p15:clr>
            <a:srgbClr val="F26B43"/>
          </p15:clr>
        </p15:guide>
        <p15:guide id="4" orient="horz" pos="3929" userDrawn="1">
          <p15:clr>
            <a:srgbClr val="F26B43"/>
          </p15:clr>
        </p15:guide>
        <p15:guide id="5" pos="2479" userDrawn="1">
          <p15:clr>
            <a:srgbClr val="F26B43"/>
          </p15:clr>
        </p15:guide>
        <p15:guide id="6" pos="2729" userDrawn="1">
          <p15:clr>
            <a:srgbClr val="F26B43"/>
          </p15:clr>
        </p15:guide>
        <p15:guide id="7" pos="3704" userDrawn="1">
          <p15:clr>
            <a:srgbClr val="F26B43"/>
          </p15:clr>
        </p15:guide>
        <p15:guide id="8" pos="3976" userDrawn="1">
          <p15:clr>
            <a:srgbClr val="F26B43"/>
          </p15:clr>
        </p15:guide>
        <p15:guide id="9" pos="4951" userDrawn="1">
          <p15:clr>
            <a:srgbClr val="F26B43"/>
          </p15:clr>
        </p15:guide>
        <p15:guide id="10" pos="5201"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912A1889-49B4-4447-34DC-E986B6E0E2C5}"/>
              </a:ext>
            </a:extLst>
          </p:cNvPr>
          <p:cNvGraphicFramePr>
            <a:graphicFrameLocks noChangeAspect="1"/>
          </p:cNvGraphicFramePr>
          <p:nvPr userDrawn="1">
            <p:custDataLst>
              <p:tags r:id="rId32"/>
            </p:custDataLst>
            <p:extLst>
              <p:ext uri="{D42A27DB-BD31-4B8C-83A1-F6EECF244321}">
                <p14:modId xmlns:p14="http://schemas.microsoft.com/office/powerpoint/2010/main" val="25433359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3" imgW="306" imgH="306" progId="TCLayout.ActiveDocument.1">
                  <p:embed/>
                </p:oleObj>
              </mc:Choice>
              <mc:Fallback>
                <p:oleObj name="think-cell Slide" r:id="rId33" imgW="306" imgH="306" progId="TCLayout.ActiveDocument.1">
                  <p:embed/>
                  <p:pic>
                    <p:nvPicPr>
                      <p:cNvPr id="7" name="Objekt 6" hidden="1">
                        <a:extLst>
                          <a:ext uri="{FF2B5EF4-FFF2-40B4-BE49-F238E27FC236}">
                            <a16:creationId xmlns:a16="http://schemas.microsoft.com/office/drawing/2014/main" id="{912A1889-49B4-4447-34DC-E986B6E0E2C5}"/>
                          </a:ext>
                        </a:extLst>
                      </p:cNvPr>
                      <p:cNvPicPr/>
                      <p:nvPr/>
                    </p:nvPicPr>
                    <p:blipFill>
                      <a:blip r:embed="rId34"/>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5B027850-E6D0-1A76-2B76-152EDEACDF9A}"/>
              </a:ext>
            </a:extLst>
          </p:cNvPr>
          <p:cNvSpPr>
            <a:spLocks noGrp="1"/>
          </p:cNvSpPr>
          <p:nvPr>
            <p:ph type="title"/>
          </p:nvPr>
        </p:nvSpPr>
        <p:spPr bwMode="invGray">
          <a:xfrm>
            <a:off x="407368" y="224644"/>
            <a:ext cx="10512000" cy="997196"/>
          </a:xfrm>
          <a:prstGeom prst="rect">
            <a:avLst/>
          </a:prstGeom>
        </p:spPr>
        <p:txBody>
          <a:bodyPr vert="horz" lIns="0" tIns="0" rIns="0" bIns="0" rtlCol="0" anchor="t">
            <a:spAutoFit/>
          </a:bodyPr>
          <a:lstStyle/>
          <a:p>
            <a:r>
              <a:rPr lang="de-DE" noProof="0"/>
              <a:t>Folientitel durch Klicken bearbeiten </a:t>
            </a:r>
            <a:br>
              <a:rPr lang="de-DE" noProof="0"/>
            </a:br>
            <a:r>
              <a:rPr lang="de-DE" noProof="0"/>
              <a:t>(maximal zweizeilig)</a:t>
            </a:r>
          </a:p>
        </p:txBody>
      </p:sp>
      <p:sp>
        <p:nvSpPr>
          <p:cNvPr id="3" name="Text Placeholder 2">
            <a:extLst>
              <a:ext uri="{FF2B5EF4-FFF2-40B4-BE49-F238E27FC236}">
                <a16:creationId xmlns:a16="http://schemas.microsoft.com/office/drawing/2014/main" id="{2E236C7A-D7A6-6C39-01A3-EF7254716FAB}"/>
              </a:ext>
            </a:extLst>
          </p:cNvPr>
          <p:cNvSpPr>
            <a:spLocks noGrp="1"/>
          </p:cNvSpPr>
          <p:nvPr>
            <p:ph type="body" idx="1"/>
          </p:nvPr>
        </p:nvSpPr>
        <p:spPr bwMode="invGray">
          <a:xfrm>
            <a:off x="407367" y="1592796"/>
            <a:ext cx="11376645" cy="4644492"/>
          </a:xfrm>
          <a:prstGeom prst="rect">
            <a:avLst/>
          </a:prstGeom>
        </p:spPr>
        <p:txBody>
          <a:bodyPr vert="horz" lIns="0" tIns="0" rIns="0" bIns="0" rtlCol="0">
            <a:noAutofit/>
          </a:body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sp>
        <p:nvSpPr>
          <p:cNvPr id="5" name="Footer Placeholder 4">
            <a:extLst>
              <a:ext uri="{FF2B5EF4-FFF2-40B4-BE49-F238E27FC236}">
                <a16:creationId xmlns:a16="http://schemas.microsoft.com/office/drawing/2014/main" id="{8E5A0E39-3B96-CC59-D2C4-A1D6706CE533}"/>
              </a:ext>
            </a:extLst>
          </p:cNvPr>
          <p:cNvSpPr>
            <a:spLocks noGrp="1"/>
          </p:cNvSpPr>
          <p:nvPr>
            <p:ph type="ftr" sz="quarter" idx="3"/>
          </p:nvPr>
        </p:nvSpPr>
        <p:spPr bwMode="invGray">
          <a:xfrm>
            <a:off x="407988" y="6470700"/>
            <a:ext cx="7452000" cy="153888"/>
          </a:xfrm>
          <a:prstGeom prst="rect">
            <a:avLst/>
          </a:prstGeom>
        </p:spPr>
        <p:txBody>
          <a:bodyPr vert="horz" lIns="0" tIns="0" rIns="0" bIns="0" rtlCol="0" anchor="ctr">
            <a:noAutofit/>
          </a:bodyPr>
          <a:lstStyle>
            <a:lvl1pPr algn="l">
              <a:defRPr sz="1000">
                <a:solidFill>
                  <a:schemeClr val="bg1"/>
                </a:solidFill>
                <a:latin typeface="+mn-lt"/>
              </a:defRPr>
            </a:lvl1pPr>
          </a:lstStyle>
          <a:p>
            <a:r>
              <a:rPr lang="de-DE" noProof="0"/>
              <a:t>Hier steht der übergeordnete Präsentationstitel (Einfügen → Kopf- und Fußzeile)</a:t>
            </a:r>
          </a:p>
        </p:txBody>
      </p:sp>
      <p:sp>
        <p:nvSpPr>
          <p:cNvPr id="6" name="Slide Number Placeholder 5">
            <a:extLst>
              <a:ext uri="{FF2B5EF4-FFF2-40B4-BE49-F238E27FC236}">
                <a16:creationId xmlns:a16="http://schemas.microsoft.com/office/drawing/2014/main" id="{DFB8300F-26F1-1CF4-CE49-8BF306FAC4B8}"/>
              </a:ext>
            </a:extLst>
          </p:cNvPr>
          <p:cNvSpPr>
            <a:spLocks noGrp="1"/>
          </p:cNvSpPr>
          <p:nvPr>
            <p:ph type="sldNum" sz="quarter" idx="4"/>
          </p:nvPr>
        </p:nvSpPr>
        <p:spPr bwMode="invGray">
          <a:xfrm>
            <a:off x="11460012" y="6470700"/>
            <a:ext cx="324000" cy="153888"/>
          </a:xfrm>
          <a:prstGeom prst="rect">
            <a:avLst/>
          </a:prstGeom>
        </p:spPr>
        <p:txBody>
          <a:bodyPr vert="horz" lIns="0" tIns="0" rIns="0" bIns="0" rtlCol="0" anchor="ctr">
            <a:noAutofit/>
          </a:bodyPr>
          <a:lstStyle>
            <a:lvl1pPr algn="r">
              <a:defRPr sz="1000">
                <a:solidFill>
                  <a:schemeClr val="bg1"/>
                </a:solidFill>
                <a:latin typeface="+mn-lt"/>
              </a:defRPr>
            </a:lvl1pPr>
          </a:lstStyle>
          <a:p>
            <a:fld id="{5438FF58-A5B1-455A-BA0C-D8E0E4C71076}" type="slidenum">
              <a:rPr lang="de-DE" noProof="0" smtClean="0"/>
              <a:pPr/>
              <a:t>‹#›</a:t>
            </a:fld>
            <a:endParaRPr lang="de-DE" noProof="0"/>
          </a:p>
        </p:txBody>
      </p:sp>
      <p:grpSp>
        <p:nvGrpSpPr>
          <p:cNvPr id="25" name="Group 24">
            <a:extLst>
              <a:ext uri="{FF2B5EF4-FFF2-40B4-BE49-F238E27FC236}">
                <a16:creationId xmlns:a16="http://schemas.microsoft.com/office/drawing/2014/main" id="{91B5A5F8-AD9A-9D58-5390-E18FC97971DB}"/>
              </a:ext>
            </a:extLst>
          </p:cNvPr>
          <p:cNvGrpSpPr>
            <a:grpSpLocks noChangeAspect="1"/>
          </p:cNvGrpSpPr>
          <p:nvPr userDrawn="1"/>
        </p:nvGrpSpPr>
        <p:grpSpPr bwMode="invGray">
          <a:xfrm>
            <a:off x="11478632" y="316267"/>
            <a:ext cx="306000" cy="306000"/>
            <a:chOff x="5118212" y="1097010"/>
            <a:chExt cx="3600000" cy="3600000"/>
          </a:xfrm>
          <a:solidFill>
            <a:schemeClr val="accent3"/>
          </a:solidFill>
        </p:grpSpPr>
        <p:sp>
          <p:nvSpPr>
            <p:cNvPr id="26" name="Rectangle 25">
              <a:extLst>
                <a:ext uri="{FF2B5EF4-FFF2-40B4-BE49-F238E27FC236}">
                  <a16:creationId xmlns:a16="http://schemas.microsoft.com/office/drawing/2014/main" id="{B8058138-AF53-E0B4-4468-8876BCBFB516}"/>
                </a:ext>
              </a:extLst>
            </p:cNvPr>
            <p:cNvSpPr>
              <a:spLocks noChangeAspect="1"/>
            </p:cNvSpPr>
            <p:nvPr userDrawn="1"/>
          </p:nvSpPr>
          <p:spPr bwMode="invGray">
            <a:xfrm>
              <a:off x="5946212" y="1097010"/>
              <a:ext cx="2772000" cy="82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27" name="Rectangle 26">
              <a:extLst>
                <a:ext uri="{FF2B5EF4-FFF2-40B4-BE49-F238E27FC236}">
                  <a16:creationId xmlns:a16="http://schemas.microsoft.com/office/drawing/2014/main" id="{73310692-F5E4-851D-7364-B575EA766BCA}"/>
                </a:ext>
              </a:extLst>
            </p:cNvPr>
            <p:cNvSpPr>
              <a:spLocks noChangeAspect="1"/>
            </p:cNvSpPr>
            <p:nvPr userDrawn="1"/>
          </p:nvSpPr>
          <p:spPr bwMode="invGray">
            <a:xfrm>
              <a:off x="5118212" y="1925010"/>
              <a:ext cx="828000" cy="277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spTree>
    <p:extLst>
      <p:ext uri="{BB962C8B-B14F-4D97-AF65-F5344CB8AC3E}">
        <p14:creationId xmlns:p14="http://schemas.microsoft.com/office/powerpoint/2010/main" val="2063980809"/>
      </p:ext>
    </p:extLst>
  </p:cSld>
  <p:clrMap bg1="lt1" tx1="dk1" bg2="lt2" tx2="dk2" accent1="accent1" accent2="accent2" accent3="accent3" accent4="accent4" accent5="accent5" accent6="accent6" hlink="hlink" folHlink="folHlink"/>
  <p:sldLayoutIdLst>
    <p:sldLayoutId id="2147483676" r:id="rId1"/>
    <p:sldLayoutId id="2147483737" r:id="rId2"/>
    <p:sldLayoutId id="2147483730" r:id="rId3"/>
    <p:sldLayoutId id="2147483677" r:id="rId4"/>
    <p:sldLayoutId id="2147483678" r:id="rId5"/>
    <p:sldLayoutId id="2147483679" r:id="rId6"/>
    <p:sldLayoutId id="2147483680" r:id="rId7"/>
    <p:sldLayoutId id="2147483738" r:id="rId8"/>
    <p:sldLayoutId id="2147483733" r:id="rId9"/>
    <p:sldLayoutId id="2147483681" r:id="rId10"/>
    <p:sldLayoutId id="2147483682" r:id="rId11"/>
    <p:sldLayoutId id="2147483683" r:id="rId12"/>
    <p:sldLayoutId id="2147483684" r:id="rId13"/>
    <p:sldLayoutId id="2147483685" r:id="rId14"/>
    <p:sldLayoutId id="2147483686" r:id="rId15"/>
    <p:sldLayoutId id="2147483687" r:id="rId16"/>
    <p:sldLayoutId id="2147483688" r:id="rId17"/>
    <p:sldLayoutId id="2147483689" r:id="rId18"/>
    <p:sldLayoutId id="2147483690" r:id="rId19"/>
    <p:sldLayoutId id="2147483691" r:id="rId20"/>
    <p:sldLayoutId id="2147483692" r:id="rId21"/>
    <p:sldLayoutId id="2147483693" r:id="rId22"/>
    <p:sldLayoutId id="2147483694" r:id="rId23"/>
    <p:sldLayoutId id="2147483695" r:id="rId24"/>
    <p:sldLayoutId id="2147483696" r:id="rId25"/>
    <p:sldLayoutId id="2147483697" r:id="rId26"/>
    <p:sldLayoutId id="2147483698" r:id="rId27"/>
    <p:sldLayoutId id="2147483699" r:id="rId28"/>
    <p:sldLayoutId id="2147483700" r:id="rId29"/>
    <p:sldLayoutId id="2147483701" r:id="rId30"/>
  </p:sldLayoutIdLst>
  <p:hf hdr="0" dt="0"/>
  <p:txStyles>
    <p:titleStyle>
      <a:lvl1pPr algn="l" defTabSz="914400" rtl="0" eaLnBrk="1" latinLnBrk="0" hangingPunct="1">
        <a:lnSpc>
          <a:spcPct val="90000"/>
        </a:lnSpc>
        <a:spcBef>
          <a:spcPct val="0"/>
        </a:spcBef>
        <a:buNone/>
        <a:defRPr sz="3600" b="1" kern="1200">
          <a:solidFill>
            <a:schemeClr val="bg1"/>
          </a:solidFill>
          <a:latin typeface="+mj-lt"/>
          <a:ea typeface="+mj-ea"/>
          <a:cs typeface="+mj-cs"/>
        </a:defRPr>
      </a:lvl1pPr>
    </p:titleStyle>
    <p:bodyStyle>
      <a:lvl1pPr marL="0" indent="0" algn="l" defTabSz="914400" rtl="0" eaLnBrk="1" latinLnBrk="0" hangingPunct="1">
        <a:lnSpc>
          <a:spcPct val="100000"/>
        </a:lnSpc>
        <a:spcBef>
          <a:spcPts val="1600"/>
        </a:spcBef>
        <a:buFont typeface="Skeena" panose="020B0604020202020204" pitchFamily="34" charset="0"/>
        <a:buNone/>
        <a:defRPr sz="2000" b="1" kern="1200">
          <a:solidFill>
            <a:schemeClr val="bg1"/>
          </a:solidFill>
          <a:latin typeface="+mn-lt"/>
          <a:ea typeface="+mn-ea"/>
          <a:cs typeface="+mn-cs"/>
        </a:defRPr>
      </a:lvl1pPr>
      <a:lvl2pPr marL="0" indent="0" algn="l" defTabSz="914400" rtl="0" eaLnBrk="1" latinLnBrk="0" hangingPunct="1">
        <a:lnSpc>
          <a:spcPct val="100000"/>
        </a:lnSpc>
        <a:spcBef>
          <a:spcPts val="600"/>
        </a:spcBef>
        <a:buFont typeface="Skeena" panose="020B0604020202020204" pitchFamily="34" charset="0"/>
        <a:buNone/>
        <a:defRPr sz="1800" kern="1200">
          <a:solidFill>
            <a:schemeClr val="bg1"/>
          </a:solidFill>
          <a:latin typeface="+mn-lt"/>
          <a:ea typeface="+mn-ea"/>
          <a:cs typeface="+mn-cs"/>
        </a:defRPr>
      </a:lvl2pPr>
      <a:lvl3pPr marL="180000" indent="-180000" algn="l" defTabSz="914400" rtl="0" eaLnBrk="1" latinLnBrk="0" hangingPunct="1">
        <a:lnSpc>
          <a:spcPct val="100000"/>
        </a:lnSpc>
        <a:spcBef>
          <a:spcPts val="600"/>
        </a:spcBef>
        <a:buFont typeface="Wingdings" panose="05000000000000000000" pitchFamily="2" charset="2"/>
        <a:buChar char="§"/>
        <a:defRPr sz="1800" kern="1200">
          <a:solidFill>
            <a:schemeClr val="bg1"/>
          </a:solidFill>
          <a:latin typeface="+mn-lt"/>
          <a:ea typeface="+mn-ea"/>
          <a:cs typeface="+mn-cs"/>
        </a:defRPr>
      </a:lvl3pPr>
      <a:lvl4pPr marL="360000" indent="-180000" algn="l" defTabSz="914400" rtl="0" eaLnBrk="1" latinLnBrk="0" hangingPunct="1">
        <a:lnSpc>
          <a:spcPct val="100000"/>
        </a:lnSpc>
        <a:spcBef>
          <a:spcPts val="300"/>
        </a:spcBef>
        <a:buFont typeface="Symbol" panose="05050102010706020507" pitchFamily="18" charset="2"/>
        <a:buChar char=""/>
        <a:defRPr sz="1600" kern="1200">
          <a:solidFill>
            <a:schemeClr val="bg1"/>
          </a:solidFill>
          <a:latin typeface="+mn-lt"/>
          <a:ea typeface="+mn-ea"/>
          <a:cs typeface="+mn-cs"/>
        </a:defRPr>
      </a:lvl4pPr>
      <a:lvl5pPr marL="360000" indent="-180000" algn="l" defTabSz="914400" rtl="0" eaLnBrk="1" latinLnBrk="0" hangingPunct="1">
        <a:lnSpc>
          <a:spcPct val="100000"/>
        </a:lnSpc>
        <a:spcBef>
          <a:spcPts val="300"/>
        </a:spcBef>
        <a:buFont typeface="Symbol" panose="05050102010706020507" pitchFamily="18" charset="2"/>
        <a:buChar char=""/>
        <a:defRPr sz="1600" kern="1200">
          <a:solidFill>
            <a:schemeClr val="bg1"/>
          </a:solidFill>
          <a:latin typeface="+mn-lt"/>
          <a:ea typeface="+mn-ea"/>
          <a:cs typeface="+mn-cs"/>
        </a:defRPr>
      </a:lvl5pPr>
      <a:lvl6pPr marL="360000" indent="-180000" algn="l" defTabSz="914400" rtl="0" eaLnBrk="1" latinLnBrk="0" hangingPunct="1">
        <a:lnSpc>
          <a:spcPct val="100000"/>
        </a:lnSpc>
        <a:spcBef>
          <a:spcPts val="300"/>
        </a:spcBef>
        <a:buFont typeface="Symbol" panose="05050102010706020507" pitchFamily="18" charset="2"/>
        <a:buChar char=""/>
        <a:defRPr sz="1600" kern="1200">
          <a:solidFill>
            <a:schemeClr val="bg1"/>
          </a:solidFill>
          <a:latin typeface="+mn-lt"/>
          <a:ea typeface="+mn-ea"/>
          <a:cs typeface="+mn-cs"/>
        </a:defRPr>
      </a:lvl6pPr>
      <a:lvl7pPr marL="360000" indent="-180000" algn="l" defTabSz="914400" rtl="0" eaLnBrk="1" latinLnBrk="0" hangingPunct="1">
        <a:lnSpc>
          <a:spcPct val="100000"/>
        </a:lnSpc>
        <a:spcBef>
          <a:spcPts val="300"/>
        </a:spcBef>
        <a:buFont typeface="Symbol" panose="05050102010706020507" pitchFamily="18" charset="2"/>
        <a:buChar char=""/>
        <a:defRPr sz="1600" kern="1200">
          <a:solidFill>
            <a:schemeClr val="bg1"/>
          </a:solidFill>
          <a:latin typeface="+mn-lt"/>
          <a:ea typeface="+mn-ea"/>
          <a:cs typeface="+mn-cs"/>
        </a:defRPr>
      </a:lvl7pPr>
      <a:lvl8pPr marL="360000" indent="-180000" algn="l" defTabSz="914400" rtl="0" eaLnBrk="1" latinLnBrk="0" hangingPunct="1">
        <a:lnSpc>
          <a:spcPct val="100000"/>
        </a:lnSpc>
        <a:spcBef>
          <a:spcPts val="300"/>
        </a:spcBef>
        <a:buFont typeface="Symbol" panose="05050102010706020507" pitchFamily="18" charset="2"/>
        <a:buChar char=""/>
        <a:defRPr sz="1600" kern="1200">
          <a:solidFill>
            <a:schemeClr val="bg1"/>
          </a:solidFill>
          <a:latin typeface="+mn-lt"/>
          <a:ea typeface="+mn-ea"/>
          <a:cs typeface="+mn-cs"/>
        </a:defRPr>
      </a:lvl8pPr>
      <a:lvl9pPr marL="360000" indent="-180000" algn="l" defTabSz="914400" rtl="0" eaLnBrk="1" latinLnBrk="0" hangingPunct="1">
        <a:lnSpc>
          <a:spcPct val="100000"/>
        </a:lnSpc>
        <a:spcBef>
          <a:spcPts val="300"/>
        </a:spcBef>
        <a:buFont typeface="Symbol" panose="05050102010706020507" pitchFamily="18" charset="2"/>
        <a:buChar char=""/>
        <a:defRPr sz="1600" kern="1200">
          <a:solidFill>
            <a:schemeClr val="bg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57">
          <p15:clr>
            <a:srgbClr val="F26B43"/>
          </p15:clr>
        </p15:guide>
        <p15:guide id="2" pos="7423">
          <p15:clr>
            <a:srgbClr val="F26B43"/>
          </p15:clr>
        </p15:guide>
        <p15:guide id="3" orient="horz" pos="1003">
          <p15:clr>
            <a:srgbClr val="F26B43"/>
          </p15:clr>
        </p15:guide>
        <p15:guide id="4" orient="horz" pos="3929">
          <p15:clr>
            <a:srgbClr val="F26B43"/>
          </p15:clr>
        </p15:guide>
        <p15:guide id="5" pos="2479">
          <p15:clr>
            <a:srgbClr val="F26B43"/>
          </p15:clr>
        </p15:guide>
        <p15:guide id="6" pos="2729">
          <p15:clr>
            <a:srgbClr val="F26B43"/>
          </p15:clr>
        </p15:guide>
        <p15:guide id="7" pos="3704">
          <p15:clr>
            <a:srgbClr val="F26B43"/>
          </p15:clr>
        </p15:guide>
        <p15:guide id="8" pos="3976">
          <p15:clr>
            <a:srgbClr val="F26B43"/>
          </p15:clr>
        </p15:guide>
        <p15:guide id="9" pos="4951">
          <p15:clr>
            <a:srgbClr val="F26B43"/>
          </p15:clr>
        </p15:guide>
        <p15:guide id="10" pos="520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accent2"/>
        </a:solidFill>
        <a:effectLst/>
      </p:bgPr>
    </p:bg>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111C1BEF-8800-D8AF-2A8E-369F2C5A3FD3}"/>
              </a:ext>
            </a:extLst>
          </p:cNvPr>
          <p:cNvGraphicFramePr>
            <a:graphicFrameLocks noChangeAspect="1"/>
          </p:cNvGraphicFramePr>
          <p:nvPr userDrawn="1">
            <p:custDataLst>
              <p:tags r:id="rId32"/>
            </p:custDataLst>
            <p:extLst>
              <p:ext uri="{D42A27DB-BD31-4B8C-83A1-F6EECF244321}">
                <p14:modId xmlns:p14="http://schemas.microsoft.com/office/powerpoint/2010/main" val="14601233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3" imgW="306" imgH="306" progId="TCLayout.ActiveDocument.1">
                  <p:embed/>
                </p:oleObj>
              </mc:Choice>
              <mc:Fallback>
                <p:oleObj name="think-cell Slide" r:id="rId33" imgW="306" imgH="306" progId="TCLayout.ActiveDocument.1">
                  <p:embed/>
                  <p:pic>
                    <p:nvPicPr>
                      <p:cNvPr id="7" name="Objekt 6" hidden="1">
                        <a:extLst>
                          <a:ext uri="{FF2B5EF4-FFF2-40B4-BE49-F238E27FC236}">
                            <a16:creationId xmlns:a16="http://schemas.microsoft.com/office/drawing/2014/main" id="{111C1BEF-8800-D8AF-2A8E-369F2C5A3FD3}"/>
                          </a:ext>
                        </a:extLst>
                      </p:cNvPr>
                      <p:cNvPicPr/>
                      <p:nvPr/>
                    </p:nvPicPr>
                    <p:blipFill>
                      <a:blip r:embed="rId34"/>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5B027850-E6D0-1A76-2B76-152EDEACDF9A}"/>
              </a:ext>
            </a:extLst>
          </p:cNvPr>
          <p:cNvSpPr>
            <a:spLocks noGrp="1"/>
          </p:cNvSpPr>
          <p:nvPr>
            <p:ph type="title"/>
          </p:nvPr>
        </p:nvSpPr>
        <p:spPr bwMode="invGray">
          <a:xfrm>
            <a:off x="407368" y="224644"/>
            <a:ext cx="10512000" cy="997196"/>
          </a:xfrm>
          <a:prstGeom prst="rect">
            <a:avLst/>
          </a:prstGeom>
        </p:spPr>
        <p:txBody>
          <a:bodyPr vert="horz" lIns="0" tIns="0" rIns="0" bIns="0" rtlCol="0" anchor="t">
            <a:spAutoFit/>
          </a:bodyPr>
          <a:lstStyle/>
          <a:p>
            <a:r>
              <a:rPr lang="de-DE" noProof="0"/>
              <a:t>Folientitel durch Klicken bearbeiten </a:t>
            </a:r>
            <a:br>
              <a:rPr lang="de-DE" noProof="0"/>
            </a:br>
            <a:r>
              <a:rPr lang="de-DE" noProof="0"/>
              <a:t>(maximal zweizeilig)</a:t>
            </a:r>
          </a:p>
        </p:txBody>
      </p:sp>
      <p:sp>
        <p:nvSpPr>
          <p:cNvPr id="3" name="Text Placeholder 2">
            <a:extLst>
              <a:ext uri="{FF2B5EF4-FFF2-40B4-BE49-F238E27FC236}">
                <a16:creationId xmlns:a16="http://schemas.microsoft.com/office/drawing/2014/main" id="{2E236C7A-D7A6-6C39-01A3-EF7254716FAB}"/>
              </a:ext>
            </a:extLst>
          </p:cNvPr>
          <p:cNvSpPr>
            <a:spLocks noGrp="1"/>
          </p:cNvSpPr>
          <p:nvPr>
            <p:ph type="body" idx="1"/>
          </p:nvPr>
        </p:nvSpPr>
        <p:spPr bwMode="invGray">
          <a:xfrm>
            <a:off x="407367" y="1592796"/>
            <a:ext cx="11376645" cy="4644492"/>
          </a:xfrm>
          <a:prstGeom prst="rect">
            <a:avLst/>
          </a:prstGeom>
        </p:spPr>
        <p:txBody>
          <a:bodyPr vert="horz" lIns="0" tIns="0" rIns="0" bIns="0" rtlCol="0">
            <a:noAutofit/>
          </a:bodyPr>
          <a:lstStyle/>
          <a:p>
            <a:pPr lvl="0"/>
            <a:r>
              <a:rPr lang="de-DE" noProof="0" dirty="0"/>
              <a:t>Text durch Klicken bearbeiten</a:t>
            </a:r>
          </a:p>
          <a:p>
            <a:pPr lvl="1"/>
            <a:r>
              <a:rPr lang="de-DE" noProof="0" dirty="0"/>
              <a:t>Zweite Ebene</a:t>
            </a:r>
          </a:p>
          <a:p>
            <a:pPr lvl="2"/>
            <a:r>
              <a:rPr lang="de-DE" noProof="0" dirty="0"/>
              <a:t>Dritte Ebene</a:t>
            </a:r>
          </a:p>
          <a:p>
            <a:pPr lvl="3"/>
            <a:r>
              <a:rPr lang="de-DE" noProof="0" dirty="0"/>
              <a:t>Vierte Ebene</a:t>
            </a:r>
          </a:p>
        </p:txBody>
      </p:sp>
      <p:sp>
        <p:nvSpPr>
          <p:cNvPr id="5" name="Footer Placeholder 4">
            <a:extLst>
              <a:ext uri="{FF2B5EF4-FFF2-40B4-BE49-F238E27FC236}">
                <a16:creationId xmlns:a16="http://schemas.microsoft.com/office/drawing/2014/main" id="{8E5A0E39-3B96-CC59-D2C4-A1D6706CE533}"/>
              </a:ext>
            </a:extLst>
          </p:cNvPr>
          <p:cNvSpPr>
            <a:spLocks noGrp="1"/>
          </p:cNvSpPr>
          <p:nvPr>
            <p:ph type="ftr" sz="quarter" idx="3"/>
          </p:nvPr>
        </p:nvSpPr>
        <p:spPr bwMode="invGray">
          <a:xfrm>
            <a:off x="407988" y="6470700"/>
            <a:ext cx="7452000" cy="153888"/>
          </a:xfrm>
          <a:prstGeom prst="rect">
            <a:avLst/>
          </a:prstGeom>
        </p:spPr>
        <p:txBody>
          <a:bodyPr vert="horz" lIns="0" tIns="0" rIns="0" bIns="0" rtlCol="0" anchor="ctr">
            <a:noAutofit/>
          </a:bodyPr>
          <a:lstStyle>
            <a:lvl1pPr algn="l">
              <a:defRPr sz="1000">
                <a:solidFill>
                  <a:schemeClr val="bg1"/>
                </a:solidFill>
                <a:latin typeface="+mn-lt"/>
              </a:defRPr>
            </a:lvl1pPr>
          </a:lstStyle>
          <a:p>
            <a:r>
              <a:rPr lang="de-DE" noProof="0"/>
              <a:t>Hier steht der übergeordnete Präsentationstitel (Einfügen → Kopf- und Fußzeile)</a:t>
            </a:r>
          </a:p>
        </p:txBody>
      </p:sp>
      <p:sp>
        <p:nvSpPr>
          <p:cNvPr id="6" name="Slide Number Placeholder 5">
            <a:extLst>
              <a:ext uri="{FF2B5EF4-FFF2-40B4-BE49-F238E27FC236}">
                <a16:creationId xmlns:a16="http://schemas.microsoft.com/office/drawing/2014/main" id="{DFB8300F-26F1-1CF4-CE49-8BF306FAC4B8}"/>
              </a:ext>
            </a:extLst>
          </p:cNvPr>
          <p:cNvSpPr>
            <a:spLocks noGrp="1"/>
          </p:cNvSpPr>
          <p:nvPr>
            <p:ph type="sldNum" sz="quarter" idx="4"/>
          </p:nvPr>
        </p:nvSpPr>
        <p:spPr bwMode="invGray">
          <a:xfrm>
            <a:off x="11460012" y="6470700"/>
            <a:ext cx="324000" cy="153888"/>
          </a:xfrm>
          <a:prstGeom prst="rect">
            <a:avLst/>
          </a:prstGeom>
        </p:spPr>
        <p:txBody>
          <a:bodyPr vert="horz" lIns="0" tIns="0" rIns="0" bIns="0" rtlCol="0" anchor="ctr">
            <a:noAutofit/>
          </a:bodyPr>
          <a:lstStyle>
            <a:lvl1pPr algn="r">
              <a:defRPr sz="1000">
                <a:solidFill>
                  <a:schemeClr val="bg1"/>
                </a:solidFill>
                <a:latin typeface="+mn-lt"/>
              </a:defRPr>
            </a:lvl1pPr>
          </a:lstStyle>
          <a:p>
            <a:fld id="{5438FF58-A5B1-455A-BA0C-D8E0E4C71076}" type="slidenum">
              <a:rPr lang="de-DE" noProof="0" smtClean="0"/>
              <a:pPr/>
              <a:t>‹#›</a:t>
            </a:fld>
            <a:endParaRPr lang="de-DE" noProof="0"/>
          </a:p>
        </p:txBody>
      </p:sp>
      <p:grpSp>
        <p:nvGrpSpPr>
          <p:cNvPr id="25" name="Group 24">
            <a:extLst>
              <a:ext uri="{FF2B5EF4-FFF2-40B4-BE49-F238E27FC236}">
                <a16:creationId xmlns:a16="http://schemas.microsoft.com/office/drawing/2014/main" id="{91B5A5F8-AD9A-9D58-5390-E18FC97971DB}"/>
              </a:ext>
            </a:extLst>
          </p:cNvPr>
          <p:cNvGrpSpPr>
            <a:grpSpLocks noChangeAspect="1"/>
          </p:cNvGrpSpPr>
          <p:nvPr userDrawn="1"/>
        </p:nvGrpSpPr>
        <p:grpSpPr bwMode="invGray">
          <a:xfrm>
            <a:off x="11478632" y="316267"/>
            <a:ext cx="306000" cy="306000"/>
            <a:chOff x="5118212" y="1097010"/>
            <a:chExt cx="3600000" cy="3600000"/>
          </a:xfrm>
          <a:solidFill>
            <a:schemeClr val="accent3"/>
          </a:solidFill>
        </p:grpSpPr>
        <p:sp>
          <p:nvSpPr>
            <p:cNvPr id="26" name="Rectangle 25">
              <a:extLst>
                <a:ext uri="{FF2B5EF4-FFF2-40B4-BE49-F238E27FC236}">
                  <a16:creationId xmlns:a16="http://schemas.microsoft.com/office/drawing/2014/main" id="{B8058138-AF53-E0B4-4468-8876BCBFB516}"/>
                </a:ext>
              </a:extLst>
            </p:cNvPr>
            <p:cNvSpPr>
              <a:spLocks noChangeAspect="1"/>
            </p:cNvSpPr>
            <p:nvPr userDrawn="1"/>
          </p:nvSpPr>
          <p:spPr bwMode="invGray">
            <a:xfrm>
              <a:off x="5946212" y="1097010"/>
              <a:ext cx="2772000" cy="82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sp>
          <p:nvSpPr>
            <p:cNvPr id="27" name="Rectangle 26">
              <a:extLst>
                <a:ext uri="{FF2B5EF4-FFF2-40B4-BE49-F238E27FC236}">
                  <a16:creationId xmlns:a16="http://schemas.microsoft.com/office/drawing/2014/main" id="{73310692-F5E4-851D-7364-B575EA766BCA}"/>
                </a:ext>
              </a:extLst>
            </p:cNvPr>
            <p:cNvSpPr>
              <a:spLocks noChangeAspect="1"/>
            </p:cNvSpPr>
            <p:nvPr userDrawn="1"/>
          </p:nvSpPr>
          <p:spPr bwMode="invGray">
            <a:xfrm>
              <a:off x="5118212" y="1925010"/>
              <a:ext cx="828000" cy="277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noProof="0"/>
            </a:p>
          </p:txBody>
        </p:sp>
      </p:grpSp>
    </p:spTree>
    <p:extLst>
      <p:ext uri="{BB962C8B-B14F-4D97-AF65-F5344CB8AC3E}">
        <p14:creationId xmlns:p14="http://schemas.microsoft.com/office/powerpoint/2010/main" val="2699054869"/>
      </p:ext>
    </p:extLst>
  </p:cSld>
  <p:clrMap bg1="lt1" tx1="dk1" bg2="lt2" tx2="dk2" accent1="accent1" accent2="accent2" accent3="accent3" accent4="accent4" accent5="accent5" accent6="accent6" hlink="hlink" folHlink="folHlink"/>
  <p:sldLayoutIdLst>
    <p:sldLayoutId id="2147483703" r:id="rId1"/>
    <p:sldLayoutId id="2147483739" r:id="rId2"/>
    <p:sldLayoutId id="2147483731" r:id="rId3"/>
    <p:sldLayoutId id="2147483704" r:id="rId4"/>
    <p:sldLayoutId id="2147483705" r:id="rId5"/>
    <p:sldLayoutId id="2147483706" r:id="rId6"/>
    <p:sldLayoutId id="2147483707" r:id="rId7"/>
    <p:sldLayoutId id="2147483740" r:id="rId8"/>
    <p:sldLayoutId id="2147483734" r:id="rId9"/>
    <p:sldLayoutId id="2147483708" r:id="rId10"/>
    <p:sldLayoutId id="2147483709" r:id="rId11"/>
    <p:sldLayoutId id="2147483710" r:id="rId12"/>
    <p:sldLayoutId id="2147483711" r:id="rId13"/>
    <p:sldLayoutId id="2147483712" r:id="rId14"/>
    <p:sldLayoutId id="2147483713" r:id="rId15"/>
    <p:sldLayoutId id="2147483714" r:id="rId16"/>
    <p:sldLayoutId id="2147483715" r:id="rId17"/>
    <p:sldLayoutId id="2147483716" r:id="rId18"/>
    <p:sldLayoutId id="2147483717" r:id="rId19"/>
    <p:sldLayoutId id="2147483718" r:id="rId20"/>
    <p:sldLayoutId id="2147483719" r:id="rId21"/>
    <p:sldLayoutId id="2147483720" r:id="rId22"/>
    <p:sldLayoutId id="2147483721" r:id="rId23"/>
    <p:sldLayoutId id="2147483722" r:id="rId24"/>
    <p:sldLayoutId id="2147483723" r:id="rId25"/>
    <p:sldLayoutId id="2147483724" r:id="rId26"/>
    <p:sldLayoutId id="2147483725" r:id="rId27"/>
    <p:sldLayoutId id="2147483726" r:id="rId28"/>
    <p:sldLayoutId id="2147483727" r:id="rId29"/>
    <p:sldLayoutId id="2147483728" r:id="rId30"/>
  </p:sldLayoutIdLst>
  <p:hf hdr="0" dt="0"/>
  <p:txStyles>
    <p:titleStyle>
      <a:lvl1pPr algn="l" defTabSz="914400" rtl="0" eaLnBrk="1" latinLnBrk="0" hangingPunct="1">
        <a:lnSpc>
          <a:spcPct val="90000"/>
        </a:lnSpc>
        <a:spcBef>
          <a:spcPct val="0"/>
        </a:spcBef>
        <a:buNone/>
        <a:defRPr sz="3600" b="1" kern="1200">
          <a:solidFill>
            <a:schemeClr val="bg1"/>
          </a:solidFill>
          <a:latin typeface="+mj-lt"/>
          <a:ea typeface="+mj-ea"/>
          <a:cs typeface="+mj-cs"/>
        </a:defRPr>
      </a:lvl1pPr>
    </p:titleStyle>
    <p:bodyStyle>
      <a:lvl1pPr marL="0" indent="0" algn="l" defTabSz="914400" rtl="0" eaLnBrk="1" latinLnBrk="0" hangingPunct="1">
        <a:lnSpc>
          <a:spcPct val="100000"/>
        </a:lnSpc>
        <a:spcBef>
          <a:spcPts val="1600"/>
        </a:spcBef>
        <a:buFont typeface="Skeena" panose="020B0604020202020204" pitchFamily="34" charset="0"/>
        <a:buNone/>
        <a:defRPr sz="2000" b="1" kern="1200">
          <a:solidFill>
            <a:schemeClr val="bg1"/>
          </a:solidFill>
          <a:latin typeface="+mn-lt"/>
          <a:ea typeface="+mn-ea"/>
          <a:cs typeface="+mn-cs"/>
        </a:defRPr>
      </a:lvl1pPr>
      <a:lvl2pPr marL="0" indent="0" algn="l" defTabSz="914400" rtl="0" eaLnBrk="1" latinLnBrk="0" hangingPunct="1">
        <a:lnSpc>
          <a:spcPct val="100000"/>
        </a:lnSpc>
        <a:spcBef>
          <a:spcPts val="600"/>
        </a:spcBef>
        <a:buFont typeface="Skeena" panose="020B0604020202020204" pitchFamily="34" charset="0"/>
        <a:buNone/>
        <a:defRPr sz="1800" kern="1200">
          <a:solidFill>
            <a:schemeClr val="bg1"/>
          </a:solidFill>
          <a:latin typeface="+mn-lt"/>
          <a:ea typeface="+mn-ea"/>
          <a:cs typeface="+mn-cs"/>
        </a:defRPr>
      </a:lvl2pPr>
      <a:lvl3pPr marL="180000" indent="-180000" algn="l" defTabSz="914400" rtl="0" eaLnBrk="1" latinLnBrk="0" hangingPunct="1">
        <a:lnSpc>
          <a:spcPct val="100000"/>
        </a:lnSpc>
        <a:spcBef>
          <a:spcPts val="600"/>
        </a:spcBef>
        <a:buFont typeface="Wingdings" panose="05000000000000000000" pitchFamily="2" charset="2"/>
        <a:buChar char="§"/>
        <a:defRPr sz="1800" kern="1200">
          <a:solidFill>
            <a:schemeClr val="bg1"/>
          </a:solidFill>
          <a:latin typeface="+mn-lt"/>
          <a:ea typeface="+mn-ea"/>
          <a:cs typeface="+mn-cs"/>
        </a:defRPr>
      </a:lvl3pPr>
      <a:lvl4pPr marL="360000" indent="-180000" algn="l" defTabSz="914400" rtl="0" eaLnBrk="1" latinLnBrk="0" hangingPunct="1">
        <a:lnSpc>
          <a:spcPct val="100000"/>
        </a:lnSpc>
        <a:spcBef>
          <a:spcPts val="300"/>
        </a:spcBef>
        <a:buFont typeface="Symbol" panose="05050102010706020507" pitchFamily="18" charset="2"/>
        <a:buChar char=""/>
        <a:defRPr sz="1600" kern="1200">
          <a:solidFill>
            <a:schemeClr val="bg1"/>
          </a:solidFill>
          <a:latin typeface="+mn-lt"/>
          <a:ea typeface="+mn-ea"/>
          <a:cs typeface="+mn-cs"/>
        </a:defRPr>
      </a:lvl4pPr>
      <a:lvl5pPr marL="360000" indent="-180000" algn="l" defTabSz="914400" rtl="0" eaLnBrk="1" latinLnBrk="0" hangingPunct="1">
        <a:lnSpc>
          <a:spcPct val="100000"/>
        </a:lnSpc>
        <a:spcBef>
          <a:spcPts val="300"/>
        </a:spcBef>
        <a:buFont typeface="Symbol" panose="05050102010706020507" pitchFamily="18" charset="2"/>
        <a:buChar char=""/>
        <a:defRPr sz="1600" kern="1200">
          <a:solidFill>
            <a:schemeClr val="bg1"/>
          </a:solidFill>
          <a:latin typeface="+mn-lt"/>
          <a:ea typeface="+mn-ea"/>
          <a:cs typeface="+mn-cs"/>
        </a:defRPr>
      </a:lvl5pPr>
      <a:lvl6pPr marL="360000" indent="-180000" algn="l" defTabSz="914400" rtl="0" eaLnBrk="1" latinLnBrk="0" hangingPunct="1">
        <a:lnSpc>
          <a:spcPct val="100000"/>
        </a:lnSpc>
        <a:spcBef>
          <a:spcPts val="300"/>
        </a:spcBef>
        <a:buFont typeface="Symbol" panose="05050102010706020507" pitchFamily="18" charset="2"/>
        <a:buChar char=""/>
        <a:defRPr sz="1600" kern="1200">
          <a:solidFill>
            <a:schemeClr val="bg1"/>
          </a:solidFill>
          <a:latin typeface="+mn-lt"/>
          <a:ea typeface="+mn-ea"/>
          <a:cs typeface="+mn-cs"/>
        </a:defRPr>
      </a:lvl6pPr>
      <a:lvl7pPr marL="360000" indent="-180000" algn="l" defTabSz="914400" rtl="0" eaLnBrk="1" latinLnBrk="0" hangingPunct="1">
        <a:lnSpc>
          <a:spcPct val="100000"/>
        </a:lnSpc>
        <a:spcBef>
          <a:spcPts val="300"/>
        </a:spcBef>
        <a:buFont typeface="Symbol" panose="05050102010706020507" pitchFamily="18" charset="2"/>
        <a:buChar char=""/>
        <a:defRPr sz="1600" kern="1200">
          <a:solidFill>
            <a:schemeClr val="bg1"/>
          </a:solidFill>
          <a:latin typeface="+mn-lt"/>
          <a:ea typeface="+mn-ea"/>
          <a:cs typeface="+mn-cs"/>
        </a:defRPr>
      </a:lvl7pPr>
      <a:lvl8pPr marL="360000" indent="-180000" algn="l" defTabSz="914400" rtl="0" eaLnBrk="1" latinLnBrk="0" hangingPunct="1">
        <a:lnSpc>
          <a:spcPct val="100000"/>
        </a:lnSpc>
        <a:spcBef>
          <a:spcPts val="300"/>
        </a:spcBef>
        <a:buFont typeface="Symbol" panose="05050102010706020507" pitchFamily="18" charset="2"/>
        <a:buChar char=""/>
        <a:defRPr sz="1600" kern="1200">
          <a:solidFill>
            <a:schemeClr val="bg1"/>
          </a:solidFill>
          <a:latin typeface="+mn-lt"/>
          <a:ea typeface="+mn-ea"/>
          <a:cs typeface="+mn-cs"/>
        </a:defRPr>
      </a:lvl8pPr>
      <a:lvl9pPr marL="360000" indent="-180000" algn="l" defTabSz="914400" rtl="0" eaLnBrk="1" latinLnBrk="0" hangingPunct="1">
        <a:lnSpc>
          <a:spcPct val="100000"/>
        </a:lnSpc>
        <a:spcBef>
          <a:spcPts val="300"/>
        </a:spcBef>
        <a:buFont typeface="Symbol" panose="05050102010706020507" pitchFamily="18" charset="2"/>
        <a:buChar char=""/>
        <a:defRPr sz="1600" kern="1200">
          <a:solidFill>
            <a:schemeClr val="bg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57">
          <p15:clr>
            <a:srgbClr val="F26B43"/>
          </p15:clr>
        </p15:guide>
        <p15:guide id="2" pos="7423">
          <p15:clr>
            <a:srgbClr val="F26B43"/>
          </p15:clr>
        </p15:guide>
        <p15:guide id="3" orient="horz" pos="1003">
          <p15:clr>
            <a:srgbClr val="F26B43"/>
          </p15:clr>
        </p15:guide>
        <p15:guide id="4" orient="horz" pos="3929">
          <p15:clr>
            <a:srgbClr val="F26B43"/>
          </p15:clr>
        </p15:guide>
        <p15:guide id="5" pos="2479">
          <p15:clr>
            <a:srgbClr val="F26B43"/>
          </p15:clr>
        </p15:guide>
        <p15:guide id="6" pos="2729">
          <p15:clr>
            <a:srgbClr val="F26B43"/>
          </p15:clr>
        </p15:guide>
        <p15:guide id="7" pos="3704">
          <p15:clr>
            <a:srgbClr val="F26B43"/>
          </p15:clr>
        </p15:guide>
        <p15:guide id="8" pos="3976">
          <p15:clr>
            <a:srgbClr val="F26B43"/>
          </p15:clr>
        </p15:guide>
        <p15:guide id="9" pos="4951">
          <p15:clr>
            <a:srgbClr val="F26B43"/>
          </p15:clr>
        </p15:guide>
        <p15:guide id="10" pos="520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3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8" Type="http://schemas.openxmlformats.org/officeDocument/2006/relationships/hyperlink" Target="https://en.wikipedia.org/wiki/Radiation_therapy" TargetMode="External"/><Relationship Id="rId3" Type="http://schemas.openxmlformats.org/officeDocument/2006/relationships/hyperlink" Target="https://en.wikipedia.org/wiki/Vancouver_Stock_Exchange" TargetMode="External"/><Relationship Id="rId7" Type="http://schemas.openxmlformats.org/officeDocument/2006/relationships/hyperlink" Target="https://en.wikipedia.org/wiki/Therac-25" TargetMode="External"/><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hyperlink" Target="https://en.wikipedia.org/wiki/British_Post_Office_scandal" TargetMode="External"/><Relationship Id="rId5" Type="http://schemas.openxmlformats.org/officeDocument/2006/relationships/hyperlink" Target="https://en.wikipedia.org/wiki/Knight_Capital_Group#2012_stock_trading_disruption" TargetMode="External"/><Relationship Id="rId4" Type="http://schemas.openxmlformats.org/officeDocument/2006/relationships/hyperlink" Target="https://en.wikipedia.org/wiki/Truncation" TargetMode="External"/><Relationship Id="rId9" Type="http://schemas.openxmlformats.org/officeDocument/2006/relationships/hyperlink" Target="https://en.wikipedia.org/wiki/Beta_particle" TargetMode="External"/></Relationships>
</file>

<file path=ppt/slides/_rels/slide4.xml.rels><?xml version="1.0" encoding="UTF-8" standalone="yes"?>
<Relationships xmlns="http://schemas.openxmlformats.org/package/2006/relationships"><Relationship Id="rId8" Type="http://schemas.openxmlformats.org/officeDocument/2006/relationships/hyperlink" Target="https://www.it-cisq.org/the-cost-of-poor-quality-software-in-the-us-a-2018-report/The-Cost-of-Poor-Quality-Software-in-the-US-2018-Report.pdf" TargetMode="External"/><Relationship Id="rId3" Type="http://schemas.openxmlformats.org/officeDocument/2006/relationships/hyperlink" Target="https://en.wikipedia.org/wiki/Business_application" TargetMode="External"/><Relationship Id="rId7" Type="http://schemas.openxmlformats.org/officeDocument/2006/relationships/hyperlink" Target="https://en.wikipedia.org/wiki/Muda_(Japanese_term)" TargetMode="External"/><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hyperlink" Target="https://en.wikipedia.org/wiki/Transaction_processing" TargetMode="External"/><Relationship Id="rId5" Type="http://schemas.openxmlformats.org/officeDocument/2006/relationships/hyperlink" Target="https://en.wikipedia.org/wiki/Customer_relationship_management" TargetMode="External"/><Relationship Id="rId4" Type="http://schemas.openxmlformats.org/officeDocument/2006/relationships/hyperlink" Target="https://en.wikipedia.org/wiki/Enterprise_resource_planning"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hyperlink" Target="https://en.wikipedia.org/wiki/Business_value" TargetMode="External"/><Relationship Id="rId2" Type="http://schemas.openxmlformats.org/officeDocument/2006/relationships/hyperlink" Target="https://en.wikipedia.org/wiki/CISQ" TargetMode="External"/><Relationship Id="rId1" Type="http://schemas.openxmlformats.org/officeDocument/2006/relationships/slideLayout" Target="../slideLayouts/slideLayout12.xml"/><Relationship Id="rId4" Type="http://schemas.openxmlformats.org/officeDocument/2006/relationships/hyperlink" Target="https://en.wikipedia.org/wiki/Maintainability"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en.wikipedia.org/wiki/Function_point" TargetMode="External"/><Relationship Id="rId2" Type="http://schemas.openxmlformats.org/officeDocument/2006/relationships/hyperlink" Target="https://en.wikipedia.org/wiki/Lines_of_Code" TargetMode="Externa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hyperlink" Target="https://en.wikipedia.org/wiki/Apache_Struts" TargetMode="External"/><Relationship Id="rId2" Type="http://schemas.openxmlformats.org/officeDocument/2006/relationships/hyperlink" Target="https://en.wikipedia.org/wiki/Uninitialized_variable" TargetMode="Externa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hyperlink" Target="https://riverty.atlassian.net/wiki/spaces/IKAROS/pages/105530230452/High+Quality+Software+System+HQSS" TargetMode="Externa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hyperlink" Target="https://riverty.atlassian.net/wiki/spaces/IKAROS/pages/105530231254/Case+Studies+in+Object-Oriented+Analysis+and+Design" TargetMode="Externa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8" Type="http://schemas.openxmlformats.org/officeDocument/2006/relationships/hyperlink" Target="https://www.ory.sh/hydra/" TargetMode="External"/><Relationship Id="rId3" Type="http://schemas.openxmlformats.org/officeDocument/2006/relationships/hyperlink" Target="https://developer.okta.com/" TargetMode="External"/><Relationship Id="rId7" Type="http://schemas.openxmlformats.org/officeDocument/2006/relationships/hyperlink" Target="https://www.keycloak.org/" TargetMode="External"/><Relationship Id="rId2" Type="http://schemas.openxmlformats.org/officeDocument/2006/relationships/hyperlink" Target="https://auth0.com/developers" TargetMode="External"/><Relationship Id="rId1" Type="http://schemas.openxmlformats.org/officeDocument/2006/relationships/slideLayout" Target="../slideLayouts/slideLayout12.xml"/><Relationship Id="rId6" Type="http://schemas.openxmlformats.org/officeDocument/2006/relationships/hyperlink" Target="https://aws.amazon.com/cn/cognito/" TargetMode="External"/><Relationship Id="rId11" Type="http://schemas.openxmlformats.org/officeDocument/2006/relationships/hyperlink" Target="https://authlib.org/" TargetMode="External"/><Relationship Id="rId5" Type="http://schemas.openxmlformats.org/officeDocument/2006/relationships/hyperlink" Target="https://learn.microsoft.com/en-us/azure/active-directory-b2c/" TargetMode="External"/><Relationship Id="rId10" Type="http://schemas.openxmlformats.org/officeDocument/2006/relationships/hyperlink" Target="https://fusionauth.io/" TargetMode="External"/><Relationship Id="rId4" Type="http://schemas.openxmlformats.org/officeDocument/2006/relationships/hyperlink" Target="https://learn.microsoft.com/en-us/shows/windows-azure-active-directory/" TargetMode="External"/><Relationship Id="rId9" Type="http://schemas.openxmlformats.org/officeDocument/2006/relationships/hyperlink" Target="https://www.identityserver.com/" TargetMode="External"/></Relationships>
</file>

<file path=ppt/slides/_rels/slide33.xml.rels><?xml version="1.0" encoding="UTF-8" standalone="yes"?>
<Relationships xmlns="http://schemas.openxmlformats.org/package/2006/relationships"><Relationship Id="rId2" Type="http://schemas.openxmlformats.org/officeDocument/2006/relationships/hyperlink" Target="https://learn.microsoft.com/en-us/dotnet/standard/asynchronous-programming-patterns/task-based-asynchronous-pattern-tap" TargetMode="Externa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8" Type="http://schemas.openxmlformats.org/officeDocument/2006/relationships/hyperlink" Target="https://en.wikipedia.org/wiki/ISO/IEC_9126" TargetMode="External"/><Relationship Id="rId3" Type="http://schemas.openxmlformats.org/officeDocument/2006/relationships/hyperlink" Target="https://en.wikipedia.org/wiki/Special:BookSources/978-1-61427-811-5" TargetMode="External"/><Relationship Id="rId7" Type="http://schemas.openxmlformats.org/officeDocument/2006/relationships/hyperlink" Target="https://search.worldcat.org/oclc/23870230" TargetMode="External"/><Relationship Id="rId12" Type="http://schemas.openxmlformats.org/officeDocument/2006/relationships/hyperlink" Target="https://developer.okta.com/docs/concepts/oauth-openid/" TargetMode="External"/><Relationship Id="rId2" Type="http://schemas.openxmlformats.org/officeDocument/2006/relationships/hyperlink" Target="https://en.wikipedia.org/wiki/ISBN_(identifier)" TargetMode="External"/><Relationship Id="rId1" Type="http://schemas.openxmlformats.org/officeDocument/2006/relationships/slideLayout" Target="../slideLayouts/slideLayout12.xml"/><Relationship Id="rId6" Type="http://schemas.openxmlformats.org/officeDocument/2006/relationships/hyperlink" Target="https://en.wikipedia.org/wiki/Special:BookSources/0-932633-22-6" TargetMode="External"/><Relationship Id="rId11" Type="http://schemas.openxmlformats.org/officeDocument/2006/relationships/hyperlink" Target="https://en.wikipedia.org/wiki/List_of_software_bugs" TargetMode="External"/><Relationship Id="rId5" Type="http://schemas.openxmlformats.org/officeDocument/2006/relationships/hyperlink" Target="https://search.worldcat.org/oclc/1108913766" TargetMode="External"/><Relationship Id="rId10" Type="http://schemas.openxmlformats.org/officeDocument/2006/relationships/hyperlink" Target="https://en.wikipedia.org/wiki/CISQ" TargetMode="External"/><Relationship Id="rId4" Type="http://schemas.openxmlformats.org/officeDocument/2006/relationships/hyperlink" Target="https://en.wikipedia.org/wiki/OCLC_(identifier)" TargetMode="External"/><Relationship Id="rId9" Type="http://schemas.openxmlformats.org/officeDocument/2006/relationships/hyperlink" Target="https://de.wikipedia.org/wiki/ISO/IEC_25000"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Grafik 4" descr="Ein Bild, das Person, draußen, Himmel, Frau enthält.&#10;&#10;Automatisch generierte Beschreibung">
            <a:extLst>
              <a:ext uri="{FF2B5EF4-FFF2-40B4-BE49-F238E27FC236}">
                <a16:creationId xmlns:a16="http://schemas.microsoft.com/office/drawing/2014/main" id="{305D2014-F723-89C2-5453-DB59D11B653D}"/>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l="18" r="18"/>
          <a:stretch/>
        </p:blipFill>
        <p:spPr bwMode="gray">
          <a:xfrm>
            <a:off x="0" y="0"/>
            <a:ext cx="12192000" cy="6858000"/>
          </a:xfrm>
          <a:custGeom>
            <a:avLst/>
            <a:gdLst>
              <a:gd name="connsiteX0" fmla="*/ 0 w 11158790"/>
              <a:gd name="connsiteY0" fmla="*/ 0 h 4427031"/>
              <a:gd name="connsiteX1" fmla="*/ 11158790 w 11158790"/>
              <a:gd name="connsiteY1" fmla="*/ 0 h 4427031"/>
              <a:gd name="connsiteX2" fmla="*/ 11158790 w 11158790"/>
              <a:gd name="connsiteY2" fmla="*/ 4427031 h 4427031"/>
              <a:gd name="connsiteX3" fmla="*/ 0 w 11158790"/>
              <a:gd name="connsiteY3" fmla="*/ 4427031 h 4427031"/>
            </a:gdLst>
            <a:ahLst/>
            <a:cxnLst>
              <a:cxn ang="0">
                <a:pos x="connsiteX0" y="connsiteY0"/>
              </a:cxn>
              <a:cxn ang="0">
                <a:pos x="connsiteX1" y="connsiteY1"/>
              </a:cxn>
              <a:cxn ang="0">
                <a:pos x="connsiteX2" y="connsiteY2"/>
              </a:cxn>
              <a:cxn ang="0">
                <a:pos x="connsiteX3" y="connsiteY3"/>
              </a:cxn>
            </a:cxnLst>
            <a:rect l="l" t="t" r="r" b="b"/>
            <a:pathLst>
              <a:path w="11158790" h="4427031">
                <a:moveTo>
                  <a:pt x="0" y="0"/>
                </a:moveTo>
                <a:lnTo>
                  <a:pt x="11158790" y="0"/>
                </a:lnTo>
                <a:lnTo>
                  <a:pt x="11158790" y="4427031"/>
                </a:lnTo>
                <a:lnTo>
                  <a:pt x="0" y="4427031"/>
                </a:lnTo>
                <a:close/>
              </a:path>
            </a:pathLst>
          </a:custGeom>
        </p:spPr>
      </p:pic>
      <p:sp>
        <p:nvSpPr>
          <p:cNvPr id="3" name="Title 2">
            <a:extLst>
              <a:ext uri="{FF2B5EF4-FFF2-40B4-BE49-F238E27FC236}">
                <a16:creationId xmlns:a16="http://schemas.microsoft.com/office/drawing/2014/main" id="{2EF56594-4E53-8E03-AB6F-9EB6175514BB}"/>
              </a:ext>
            </a:extLst>
          </p:cNvPr>
          <p:cNvSpPr>
            <a:spLocks noGrp="1"/>
          </p:cNvSpPr>
          <p:nvPr>
            <p:ph type="title"/>
          </p:nvPr>
        </p:nvSpPr>
        <p:spPr bwMode="gray">
          <a:xfrm>
            <a:off x="7090347" y="943527"/>
            <a:ext cx="4981903" cy="2009786"/>
          </a:xfrm>
        </p:spPr>
        <p:txBody>
          <a:bodyPr>
            <a:normAutofit fontScale="90000"/>
          </a:bodyPr>
          <a:lstStyle/>
          <a:p>
            <a:pPr algn="ctr">
              <a:lnSpc>
                <a:spcPct val="100000"/>
              </a:lnSpc>
              <a:spcBef>
                <a:spcPts val="0"/>
              </a:spcBef>
            </a:pPr>
            <a:r>
              <a:rPr lang="en-GB" b="1" dirty="0">
                <a:solidFill>
                  <a:schemeClr val="tx1"/>
                </a:solidFill>
                <a:latin typeface="+mn-lt"/>
                <a:ea typeface="+mn-ea"/>
                <a:cs typeface="+mn-cs"/>
              </a:rPr>
              <a:t>How to Generate a High Quality Software System?</a:t>
            </a:r>
          </a:p>
        </p:txBody>
      </p:sp>
      <p:pic>
        <p:nvPicPr>
          <p:cNvPr id="2" name="Picture 1">
            <a:extLst>
              <a:ext uri="{FF2B5EF4-FFF2-40B4-BE49-F238E27FC236}">
                <a16:creationId xmlns:a16="http://schemas.microsoft.com/office/drawing/2014/main" id="{C4CC0222-7B23-D67B-EE99-A4F58BE588F4}"/>
              </a:ext>
            </a:extLst>
          </p:cNvPr>
          <p:cNvPicPr>
            <a:picLocks noChangeAspect="1"/>
          </p:cNvPicPr>
          <p:nvPr/>
        </p:nvPicPr>
        <p:blipFill>
          <a:blip r:embed="rId4"/>
          <a:stretch>
            <a:fillRect/>
          </a:stretch>
        </p:blipFill>
        <p:spPr>
          <a:xfrm>
            <a:off x="418220" y="239426"/>
            <a:ext cx="2725148" cy="310923"/>
          </a:xfrm>
          <a:prstGeom prst="rect">
            <a:avLst/>
          </a:prstGeom>
        </p:spPr>
      </p:pic>
      <p:sp>
        <p:nvSpPr>
          <p:cNvPr id="6" name="Text Placeholder 5">
            <a:extLst>
              <a:ext uri="{FF2B5EF4-FFF2-40B4-BE49-F238E27FC236}">
                <a16:creationId xmlns:a16="http://schemas.microsoft.com/office/drawing/2014/main" id="{B50D17DD-B4CB-4616-8909-A258F35EAA14}"/>
              </a:ext>
            </a:extLst>
          </p:cNvPr>
          <p:cNvSpPr>
            <a:spLocks noGrp="1"/>
          </p:cNvSpPr>
          <p:nvPr>
            <p:ph type="body" sz="quarter" idx="11"/>
          </p:nvPr>
        </p:nvSpPr>
        <p:spPr/>
        <p:txBody>
          <a:bodyPr/>
          <a:lstStyle/>
          <a:p>
            <a:r>
              <a:rPr lang="en-GB" dirty="0"/>
              <a:t>Han Yang | Berlin Workshop | 30-07-2025</a:t>
            </a:r>
          </a:p>
        </p:txBody>
      </p:sp>
      <p:sp>
        <p:nvSpPr>
          <p:cNvPr id="5" name="Text Placeholder 4">
            <a:extLst>
              <a:ext uri="{FF2B5EF4-FFF2-40B4-BE49-F238E27FC236}">
                <a16:creationId xmlns:a16="http://schemas.microsoft.com/office/drawing/2014/main" id="{EA187762-7D1C-CF92-0928-11B9811E41DD}"/>
              </a:ext>
            </a:extLst>
          </p:cNvPr>
          <p:cNvSpPr>
            <a:spLocks noGrp="1"/>
          </p:cNvSpPr>
          <p:nvPr>
            <p:ph type="body" sz="quarter" idx="10"/>
          </p:nvPr>
        </p:nvSpPr>
        <p:spPr/>
        <p:txBody>
          <a:bodyPr/>
          <a:lstStyle/>
          <a:p>
            <a:endParaRPr lang="en-DE"/>
          </a:p>
        </p:txBody>
      </p:sp>
    </p:spTree>
    <p:extLst>
      <p:ext uri="{BB962C8B-B14F-4D97-AF65-F5344CB8AC3E}">
        <p14:creationId xmlns:p14="http://schemas.microsoft.com/office/powerpoint/2010/main" val="29244953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D14A086-D41C-D561-D9DA-C6ADEB0CDE82}"/>
              </a:ext>
            </a:extLst>
          </p:cNvPr>
          <p:cNvSpPr>
            <a:spLocks noGrp="1"/>
          </p:cNvSpPr>
          <p:nvPr>
            <p:ph type="body" sz="quarter" idx="12"/>
          </p:nvPr>
        </p:nvSpPr>
        <p:spPr bwMode="gray">
          <a:xfrm>
            <a:off x="1223661" y="1233734"/>
            <a:ext cx="360000" cy="307777"/>
          </a:xfrm>
        </p:spPr>
        <p:txBody>
          <a:bodyPr/>
          <a:lstStyle/>
          <a:p>
            <a:r>
              <a:rPr lang="de-DE" dirty="0"/>
              <a:t>01</a:t>
            </a:r>
          </a:p>
        </p:txBody>
      </p:sp>
      <p:sp>
        <p:nvSpPr>
          <p:cNvPr id="4" name="Text Placeholder 3">
            <a:extLst>
              <a:ext uri="{FF2B5EF4-FFF2-40B4-BE49-F238E27FC236}">
                <a16:creationId xmlns:a16="http://schemas.microsoft.com/office/drawing/2014/main" id="{F76BE283-52FB-48A2-DDF2-07EE8C04CE89}"/>
              </a:ext>
            </a:extLst>
          </p:cNvPr>
          <p:cNvSpPr>
            <a:spLocks noGrp="1"/>
          </p:cNvSpPr>
          <p:nvPr>
            <p:ph type="body" sz="quarter" idx="13"/>
          </p:nvPr>
        </p:nvSpPr>
        <p:spPr bwMode="gray">
          <a:xfrm>
            <a:off x="1724190" y="1232204"/>
            <a:ext cx="3726700" cy="307777"/>
          </a:xfrm>
        </p:spPr>
        <p:txBody>
          <a:bodyPr/>
          <a:lstStyle/>
          <a:p>
            <a:r>
              <a:rPr lang="de-DE" dirty="0" err="1"/>
              <a:t>Why</a:t>
            </a:r>
            <a:r>
              <a:rPr lang="de-DE" dirty="0"/>
              <a:t> </a:t>
            </a:r>
            <a:r>
              <a:rPr lang="de-DE" dirty="0" err="1"/>
              <a:t>we</a:t>
            </a:r>
            <a:r>
              <a:rPr lang="de-DE" dirty="0"/>
              <a:t> care </a:t>
            </a:r>
            <a:r>
              <a:rPr lang="de-DE" dirty="0" err="1"/>
              <a:t>the</a:t>
            </a:r>
            <a:r>
              <a:rPr lang="de-DE" dirty="0"/>
              <a:t> Software Quality?</a:t>
            </a:r>
          </a:p>
        </p:txBody>
      </p:sp>
      <p:sp>
        <p:nvSpPr>
          <p:cNvPr id="5" name="Text Placeholder 4">
            <a:extLst>
              <a:ext uri="{FF2B5EF4-FFF2-40B4-BE49-F238E27FC236}">
                <a16:creationId xmlns:a16="http://schemas.microsoft.com/office/drawing/2014/main" id="{960A6A04-6CD7-3EA1-CE40-F7250F4C1428}"/>
              </a:ext>
            </a:extLst>
          </p:cNvPr>
          <p:cNvSpPr>
            <a:spLocks noGrp="1"/>
          </p:cNvSpPr>
          <p:nvPr>
            <p:ph type="body" sz="quarter" idx="14"/>
          </p:nvPr>
        </p:nvSpPr>
        <p:spPr bwMode="gray">
          <a:xfrm>
            <a:off x="1231097" y="2335548"/>
            <a:ext cx="360000" cy="307777"/>
          </a:xfrm>
        </p:spPr>
        <p:txBody>
          <a:bodyPr/>
          <a:lstStyle/>
          <a:p>
            <a:r>
              <a:rPr lang="de-DE" dirty="0"/>
              <a:t>02</a:t>
            </a:r>
          </a:p>
        </p:txBody>
      </p:sp>
      <p:sp>
        <p:nvSpPr>
          <p:cNvPr id="6" name="Text Placeholder 5">
            <a:extLst>
              <a:ext uri="{FF2B5EF4-FFF2-40B4-BE49-F238E27FC236}">
                <a16:creationId xmlns:a16="http://schemas.microsoft.com/office/drawing/2014/main" id="{743FAAC5-FE44-6267-C7E1-7225406F5CFD}"/>
              </a:ext>
            </a:extLst>
          </p:cNvPr>
          <p:cNvSpPr>
            <a:spLocks noGrp="1"/>
          </p:cNvSpPr>
          <p:nvPr>
            <p:ph type="body" sz="quarter" idx="15"/>
          </p:nvPr>
        </p:nvSpPr>
        <p:spPr bwMode="gray">
          <a:xfrm>
            <a:off x="1724190" y="2181659"/>
            <a:ext cx="3726700" cy="615553"/>
          </a:xfrm>
        </p:spPr>
        <p:txBody>
          <a:bodyPr/>
          <a:lstStyle/>
          <a:p>
            <a:r>
              <a:rPr lang="de-DE" dirty="0" err="1"/>
              <a:t>What</a:t>
            </a:r>
            <a:r>
              <a:rPr lang="de-DE" dirty="0"/>
              <a:t> </a:t>
            </a:r>
            <a:r>
              <a:rPr lang="de-DE" dirty="0" err="1"/>
              <a:t>is</a:t>
            </a:r>
            <a:r>
              <a:rPr lang="de-DE" dirty="0"/>
              <a:t> </a:t>
            </a:r>
            <a:r>
              <a:rPr lang="de-DE" dirty="0" err="1"/>
              <a:t>the</a:t>
            </a:r>
            <a:r>
              <a:rPr lang="de-DE" dirty="0"/>
              <a:t> High Quality Software </a:t>
            </a:r>
            <a:r>
              <a:rPr lang="de-DE" dirty="0" err="1"/>
              <a:t>mean</a:t>
            </a:r>
            <a:r>
              <a:rPr lang="de-DE" dirty="0"/>
              <a:t>?</a:t>
            </a:r>
          </a:p>
        </p:txBody>
      </p:sp>
      <p:sp>
        <p:nvSpPr>
          <p:cNvPr id="7" name="Text Placeholder 6">
            <a:extLst>
              <a:ext uri="{FF2B5EF4-FFF2-40B4-BE49-F238E27FC236}">
                <a16:creationId xmlns:a16="http://schemas.microsoft.com/office/drawing/2014/main" id="{2D2995F7-D975-FDD6-F909-6BED821DFABE}"/>
              </a:ext>
            </a:extLst>
          </p:cNvPr>
          <p:cNvSpPr>
            <a:spLocks noGrp="1"/>
          </p:cNvSpPr>
          <p:nvPr>
            <p:ph type="body" sz="quarter" idx="16"/>
          </p:nvPr>
        </p:nvSpPr>
        <p:spPr bwMode="gray">
          <a:xfrm>
            <a:off x="1220003" y="3451408"/>
            <a:ext cx="360000" cy="307777"/>
          </a:xfrm>
        </p:spPr>
        <p:txBody>
          <a:bodyPr/>
          <a:lstStyle/>
          <a:p>
            <a:r>
              <a:rPr lang="de-DE" dirty="0"/>
              <a:t>03</a:t>
            </a:r>
          </a:p>
        </p:txBody>
      </p:sp>
      <p:sp>
        <p:nvSpPr>
          <p:cNvPr id="8" name="Text Placeholder 7">
            <a:extLst>
              <a:ext uri="{FF2B5EF4-FFF2-40B4-BE49-F238E27FC236}">
                <a16:creationId xmlns:a16="http://schemas.microsoft.com/office/drawing/2014/main" id="{B01ED058-1A65-A41D-6D82-8C5541819114}"/>
              </a:ext>
            </a:extLst>
          </p:cNvPr>
          <p:cNvSpPr>
            <a:spLocks noGrp="1"/>
          </p:cNvSpPr>
          <p:nvPr>
            <p:ph type="body" sz="quarter" idx="17"/>
          </p:nvPr>
        </p:nvSpPr>
        <p:spPr bwMode="gray">
          <a:xfrm>
            <a:off x="1724190" y="3291945"/>
            <a:ext cx="3726700" cy="615553"/>
          </a:xfrm>
        </p:spPr>
        <p:txBody>
          <a:bodyPr/>
          <a:lstStyle/>
          <a:p>
            <a:r>
              <a:rPr lang="de-DE" dirty="0" err="1">
                <a:solidFill>
                  <a:srgbClr val="161616"/>
                </a:solidFill>
                <a:latin typeface="Segoe UI" panose="020B0502040204020203" pitchFamily="34" charset="0"/>
              </a:rPr>
              <a:t>How</a:t>
            </a:r>
            <a:r>
              <a:rPr lang="de-DE" dirty="0">
                <a:solidFill>
                  <a:srgbClr val="161616"/>
                </a:solidFill>
                <a:latin typeface="Segoe UI" panose="020B0502040204020203" pitchFamily="34" charset="0"/>
              </a:rPr>
              <a:t> </a:t>
            </a:r>
            <a:r>
              <a:rPr lang="de-DE" dirty="0" err="1">
                <a:solidFill>
                  <a:srgbClr val="161616"/>
                </a:solidFill>
                <a:latin typeface="Segoe UI" panose="020B0502040204020203" pitchFamily="34" charset="0"/>
              </a:rPr>
              <a:t>to</a:t>
            </a:r>
            <a:r>
              <a:rPr lang="de-DE" dirty="0">
                <a:solidFill>
                  <a:srgbClr val="161616"/>
                </a:solidFill>
                <a:latin typeface="Segoe UI" panose="020B0502040204020203" pitchFamily="34" charset="0"/>
              </a:rPr>
              <a:t> Generate a High Quality Software System?</a:t>
            </a:r>
            <a:endParaRPr lang="de-DE" dirty="0"/>
          </a:p>
        </p:txBody>
      </p:sp>
      <p:sp>
        <p:nvSpPr>
          <p:cNvPr id="9" name="Text Placeholder 8">
            <a:extLst>
              <a:ext uri="{FF2B5EF4-FFF2-40B4-BE49-F238E27FC236}">
                <a16:creationId xmlns:a16="http://schemas.microsoft.com/office/drawing/2014/main" id="{833AC95B-5545-E010-247F-E8E7C13D99B9}"/>
              </a:ext>
            </a:extLst>
          </p:cNvPr>
          <p:cNvSpPr>
            <a:spLocks noGrp="1"/>
          </p:cNvSpPr>
          <p:nvPr>
            <p:ph type="body" sz="quarter" idx="18"/>
          </p:nvPr>
        </p:nvSpPr>
        <p:spPr bwMode="gray">
          <a:xfrm>
            <a:off x="1236435" y="4547248"/>
            <a:ext cx="360000" cy="307777"/>
          </a:xfrm>
        </p:spPr>
        <p:txBody>
          <a:bodyPr/>
          <a:lstStyle/>
          <a:p>
            <a:r>
              <a:rPr lang="de-DE" dirty="0"/>
              <a:t>04</a:t>
            </a:r>
          </a:p>
        </p:txBody>
      </p:sp>
      <p:sp>
        <p:nvSpPr>
          <p:cNvPr id="10" name="Text Placeholder 9">
            <a:extLst>
              <a:ext uri="{FF2B5EF4-FFF2-40B4-BE49-F238E27FC236}">
                <a16:creationId xmlns:a16="http://schemas.microsoft.com/office/drawing/2014/main" id="{F0A6F8E7-26A6-92CA-8361-E6C8D26F428A}"/>
              </a:ext>
            </a:extLst>
          </p:cNvPr>
          <p:cNvSpPr>
            <a:spLocks noGrp="1"/>
          </p:cNvSpPr>
          <p:nvPr>
            <p:ph type="body" sz="quarter" idx="19"/>
          </p:nvPr>
        </p:nvSpPr>
        <p:spPr bwMode="gray">
          <a:xfrm>
            <a:off x="1744816" y="4402231"/>
            <a:ext cx="3706074" cy="615553"/>
          </a:xfrm>
        </p:spPr>
        <p:txBody>
          <a:bodyPr/>
          <a:lstStyle/>
          <a:p>
            <a:r>
              <a:rPr lang="de-DE" dirty="0"/>
              <a:t>Case Studies in </a:t>
            </a:r>
            <a:r>
              <a:rPr lang="de-DE" dirty="0" err="1"/>
              <a:t>Object-Oriented</a:t>
            </a:r>
            <a:r>
              <a:rPr lang="de-DE" dirty="0"/>
              <a:t> Analysis &amp; Design</a:t>
            </a:r>
          </a:p>
        </p:txBody>
      </p:sp>
      <p:sp>
        <p:nvSpPr>
          <p:cNvPr id="11" name="Text Placeholder 10">
            <a:extLst>
              <a:ext uri="{FF2B5EF4-FFF2-40B4-BE49-F238E27FC236}">
                <a16:creationId xmlns:a16="http://schemas.microsoft.com/office/drawing/2014/main" id="{FA00CE16-C21B-2585-5B40-5BA301018BCB}"/>
              </a:ext>
            </a:extLst>
          </p:cNvPr>
          <p:cNvSpPr>
            <a:spLocks noGrp="1"/>
          </p:cNvSpPr>
          <p:nvPr>
            <p:ph type="body" sz="quarter" idx="20"/>
          </p:nvPr>
        </p:nvSpPr>
        <p:spPr bwMode="gray">
          <a:xfrm>
            <a:off x="1231097" y="5652170"/>
            <a:ext cx="360000" cy="307777"/>
          </a:xfrm>
        </p:spPr>
        <p:txBody>
          <a:bodyPr/>
          <a:lstStyle/>
          <a:p>
            <a:r>
              <a:rPr lang="de-DE" dirty="0"/>
              <a:t>05</a:t>
            </a:r>
          </a:p>
        </p:txBody>
      </p:sp>
      <p:sp>
        <p:nvSpPr>
          <p:cNvPr id="12" name="Text Placeholder 11">
            <a:extLst>
              <a:ext uri="{FF2B5EF4-FFF2-40B4-BE49-F238E27FC236}">
                <a16:creationId xmlns:a16="http://schemas.microsoft.com/office/drawing/2014/main" id="{A9DA13B7-0BBE-5F62-7816-E75EB7DDF37B}"/>
              </a:ext>
            </a:extLst>
          </p:cNvPr>
          <p:cNvSpPr>
            <a:spLocks noGrp="1"/>
          </p:cNvSpPr>
          <p:nvPr>
            <p:ph type="body" sz="quarter" idx="21"/>
          </p:nvPr>
        </p:nvSpPr>
        <p:spPr bwMode="gray">
          <a:xfrm>
            <a:off x="1742662" y="5651892"/>
            <a:ext cx="3706074" cy="307777"/>
          </a:xfrm>
        </p:spPr>
        <p:txBody>
          <a:bodyPr/>
          <a:lstStyle/>
          <a:p>
            <a:r>
              <a:rPr lang="de-DE" dirty="0" err="1"/>
              <a:t>Object-Oriented</a:t>
            </a:r>
            <a:r>
              <a:rPr lang="de-DE" dirty="0"/>
              <a:t> Analysis (OOA)</a:t>
            </a:r>
          </a:p>
        </p:txBody>
      </p:sp>
      <p:sp>
        <p:nvSpPr>
          <p:cNvPr id="2" name="Text Placeholder 1">
            <a:extLst>
              <a:ext uri="{FF2B5EF4-FFF2-40B4-BE49-F238E27FC236}">
                <a16:creationId xmlns:a16="http://schemas.microsoft.com/office/drawing/2014/main" id="{E686671C-ECFC-689C-783D-1862C629BB27}"/>
              </a:ext>
            </a:extLst>
          </p:cNvPr>
          <p:cNvSpPr>
            <a:spLocks noGrp="1"/>
          </p:cNvSpPr>
          <p:nvPr>
            <p:ph type="body" sz="quarter" idx="22"/>
          </p:nvPr>
        </p:nvSpPr>
        <p:spPr bwMode="gray">
          <a:xfrm>
            <a:off x="6614397" y="1170060"/>
            <a:ext cx="360000" cy="307777"/>
          </a:xfrm>
        </p:spPr>
        <p:txBody>
          <a:bodyPr/>
          <a:lstStyle/>
          <a:p>
            <a:r>
              <a:rPr lang="de-DE" dirty="0"/>
              <a:t>06</a:t>
            </a:r>
          </a:p>
        </p:txBody>
      </p:sp>
      <p:sp>
        <p:nvSpPr>
          <p:cNvPr id="13" name="Text Placeholder 12">
            <a:extLst>
              <a:ext uri="{FF2B5EF4-FFF2-40B4-BE49-F238E27FC236}">
                <a16:creationId xmlns:a16="http://schemas.microsoft.com/office/drawing/2014/main" id="{C3840448-2F26-F78E-77D5-0E568BB6ED2D}"/>
              </a:ext>
            </a:extLst>
          </p:cNvPr>
          <p:cNvSpPr>
            <a:spLocks noGrp="1"/>
          </p:cNvSpPr>
          <p:nvPr>
            <p:ph type="body" sz="quarter" idx="23"/>
          </p:nvPr>
        </p:nvSpPr>
        <p:spPr bwMode="gray">
          <a:xfrm>
            <a:off x="7190916" y="1170060"/>
            <a:ext cx="3905386" cy="307777"/>
          </a:xfrm>
        </p:spPr>
        <p:txBody>
          <a:bodyPr/>
          <a:lstStyle/>
          <a:p>
            <a:r>
              <a:rPr lang="de-DE" dirty="0"/>
              <a:t>OOA Quality </a:t>
            </a:r>
            <a:r>
              <a:rPr lang="de-DE" dirty="0" err="1"/>
              <a:t>Issues</a:t>
            </a:r>
            <a:endParaRPr lang="de-DE" dirty="0"/>
          </a:p>
        </p:txBody>
      </p:sp>
      <p:sp>
        <p:nvSpPr>
          <p:cNvPr id="14" name="Text Placeholder 13">
            <a:extLst>
              <a:ext uri="{FF2B5EF4-FFF2-40B4-BE49-F238E27FC236}">
                <a16:creationId xmlns:a16="http://schemas.microsoft.com/office/drawing/2014/main" id="{57C65A96-78D0-D1D0-4497-0BE6DDF06CE3}"/>
              </a:ext>
            </a:extLst>
          </p:cNvPr>
          <p:cNvSpPr>
            <a:spLocks noGrp="1"/>
          </p:cNvSpPr>
          <p:nvPr>
            <p:ph type="body" sz="quarter" idx="24"/>
          </p:nvPr>
        </p:nvSpPr>
        <p:spPr bwMode="gray">
          <a:xfrm>
            <a:off x="6640533" y="2268664"/>
            <a:ext cx="360000" cy="307777"/>
          </a:xfrm>
        </p:spPr>
        <p:txBody>
          <a:bodyPr/>
          <a:lstStyle/>
          <a:p>
            <a:r>
              <a:rPr lang="de-DE" dirty="0"/>
              <a:t>07</a:t>
            </a:r>
          </a:p>
        </p:txBody>
      </p:sp>
      <p:sp>
        <p:nvSpPr>
          <p:cNvPr id="15" name="Text Placeholder 14">
            <a:extLst>
              <a:ext uri="{FF2B5EF4-FFF2-40B4-BE49-F238E27FC236}">
                <a16:creationId xmlns:a16="http://schemas.microsoft.com/office/drawing/2014/main" id="{A3178AE6-EB75-6319-1CF6-16D3EE0D8B1F}"/>
              </a:ext>
            </a:extLst>
          </p:cNvPr>
          <p:cNvSpPr>
            <a:spLocks noGrp="1"/>
          </p:cNvSpPr>
          <p:nvPr>
            <p:ph type="body" sz="quarter" idx="25"/>
          </p:nvPr>
        </p:nvSpPr>
        <p:spPr bwMode="gray">
          <a:xfrm>
            <a:off x="7217051" y="2268664"/>
            <a:ext cx="3879251" cy="307777"/>
          </a:xfrm>
        </p:spPr>
        <p:txBody>
          <a:bodyPr/>
          <a:lstStyle/>
          <a:p>
            <a:r>
              <a:rPr lang="de-DE" dirty="0" err="1"/>
              <a:t>Object-Oriented</a:t>
            </a:r>
            <a:r>
              <a:rPr lang="de-DE" dirty="0"/>
              <a:t> Design (OOD)</a:t>
            </a:r>
          </a:p>
        </p:txBody>
      </p:sp>
      <p:sp>
        <p:nvSpPr>
          <p:cNvPr id="16" name="Text Placeholder 15">
            <a:extLst>
              <a:ext uri="{FF2B5EF4-FFF2-40B4-BE49-F238E27FC236}">
                <a16:creationId xmlns:a16="http://schemas.microsoft.com/office/drawing/2014/main" id="{2F179F6F-0FFC-2510-B2A2-D2DF85B866E7}"/>
              </a:ext>
            </a:extLst>
          </p:cNvPr>
          <p:cNvSpPr>
            <a:spLocks noGrp="1"/>
          </p:cNvSpPr>
          <p:nvPr>
            <p:ph type="body" sz="quarter" idx="26"/>
          </p:nvPr>
        </p:nvSpPr>
        <p:spPr bwMode="gray">
          <a:xfrm>
            <a:off x="6640533" y="3414074"/>
            <a:ext cx="360000" cy="307777"/>
          </a:xfrm>
        </p:spPr>
        <p:txBody>
          <a:bodyPr/>
          <a:lstStyle/>
          <a:p>
            <a:r>
              <a:rPr lang="de-DE" dirty="0"/>
              <a:t>08</a:t>
            </a:r>
          </a:p>
        </p:txBody>
      </p:sp>
      <p:sp>
        <p:nvSpPr>
          <p:cNvPr id="18" name="Text Placeholder 17">
            <a:extLst>
              <a:ext uri="{FF2B5EF4-FFF2-40B4-BE49-F238E27FC236}">
                <a16:creationId xmlns:a16="http://schemas.microsoft.com/office/drawing/2014/main" id="{AAEE5EA7-CDD5-6E9F-13C0-CADBE9ACA0F4}"/>
              </a:ext>
            </a:extLst>
          </p:cNvPr>
          <p:cNvSpPr>
            <a:spLocks noGrp="1"/>
          </p:cNvSpPr>
          <p:nvPr>
            <p:ph type="body" sz="quarter" idx="28"/>
          </p:nvPr>
        </p:nvSpPr>
        <p:spPr bwMode="gray">
          <a:xfrm>
            <a:off x="1079531" y="889330"/>
            <a:ext cx="496755" cy="148381"/>
          </a:xfrm>
        </p:spPr>
        <p:txBody>
          <a:bodyPr/>
          <a:lstStyle/>
          <a:p>
            <a:endParaRPr lang="de-DE" dirty="0"/>
          </a:p>
        </p:txBody>
      </p:sp>
      <p:sp>
        <p:nvSpPr>
          <p:cNvPr id="19" name="Text Placeholder 18">
            <a:extLst>
              <a:ext uri="{FF2B5EF4-FFF2-40B4-BE49-F238E27FC236}">
                <a16:creationId xmlns:a16="http://schemas.microsoft.com/office/drawing/2014/main" id="{33C13B63-1551-9733-E239-C58B9C345326}"/>
              </a:ext>
            </a:extLst>
          </p:cNvPr>
          <p:cNvSpPr>
            <a:spLocks noGrp="1"/>
          </p:cNvSpPr>
          <p:nvPr>
            <p:ph type="body" sz="quarter" idx="29"/>
          </p:nvPr>
        </p:nvSpPr>
        <p:spPr bwMode="gray">
          <a:xfrm>
            <a:off x="934335" y="1043226"/>
            <a:ext cx="148381" cy="496755"/>
          </a:xfrm>
        </p:spPr>
        <p:txBody>
          <a:bodyPr/>
          <a:lstStyle/>
          <a:p>
            <a:endParaRPr lang="de-DE" dirty="0"/>
          </a:p>
        </p:txBody>
      </p:sp>
      <p:sp>
        <p:nvSpPr>
          <p:cNvPr id="20" name="Text Placeholder 19">
            <a:extLst>
              <a:ext uri="{FF2B5EF4-FFF2-40B4-BE49-F238E27FC236}">
                <a16:creationId xmlns:a16="http://schemas.microsoft.com/office/drawing/2014/main" id="{7F04DA2C-4088-8EFF-F78F-206963C4715A}"/>
              </a:ext>
            </a:extLst>
          </p:cNvPr>
          <p:cNvSpPr>
            <a:spLocks noGrp="1"/>
          </p:cNvSpPr>
          <p:nvPr>
            <p:ph type="body" sz="quarter" idx="30"/>
          </p:nvPr>
        </p:nvSpPr>
        <p:spPr bwMode="gray">
          <a:xfrm>
            <a:off x="1079532" y="1994252"/>
            <a:ext cx="496755" cy="148381"/>
          </a:xfrm>
        </p:spPr>
        <p:txBody>
          <a:bodyPr/>
          <a:lstStyle/>
          <a:p>
            <a:endParaRPr lang="de-DE" dirty="0"/>
          </a:p>
        </p:txBody>
      </p:sp>
      <p:sp>
        <p:nvSpPr>
          <p:cNvPr id="21" name="Text Placeholder 20">
            <a:extLst>
              <a:ext uri="{FF2B5EF4-FFF2-40B4-BE49-F238E27FC236}">
                <a16:creationId xmlns:a16="http://schemas.microsoft.com/office/drawing/2014/main" id="{B6BB6D1D-0462-51FC-7A3B-6D6507C818A7}"/>
              </a:ext>
            </a:extLst>
          </p:cNvPr>
          <p:cNvSpPr>
            <a:spLocks noGrp="1"/>
          </p:cNvSpPr>
          <p:nvPr>
            <p:ph type="body" sz="quarter" idx="31"/>
          </p:nvPr>
        </p:nvSpPr>
        <p:spPr bwMode="gray">
          <a:xfrm>
            <a:off x="934335" y="2148148"/>
            <a:ext cx="148381" cy="496755"/>
          </a:xfrm>
        </p:spPr>
        <p:txBody>
          <a:bodyPr/>
          <a:lstStyle/>
          <a:p>
            <a:endParaRPr lang="de-DE" dirty="0"/>
          </a:p>
        </p:txBody>
      </p:sp>
      <p:sp>
        <p:nvSpPr>
          <p:cNvPr id="22" name="Text Placeholder 21">
            <a:extLst>
              <a:ext uri="{FF2B5EF4-FFF2-40B4-BE49-F238E27FC236}">
                <a16:creationId xmlns:a16="http://schemas.microsoft.com/office/drawing/2014/main" id="{6E510B30-A822-1B13-A14A-22EF10AFD125}"/>
              </a:ext>
            </a:extLst>
          </p:cNvPr>
          <p:cNvSpPr>
            <a:spLocks noGrp="1"/>
          </p:cNvSpPr>
          <p:nvPr>
            <p:ph type="body" sz="quarter" idx="32"/>
          </p:nvPr>
        </p:nvSpPr>
        <p:spPr bwMode="gray">
          <a:xfrm>
            <a:off x="1094342" y="3098956"/>
            <a:ext cx="496755" cy="148381"/>
          </a:xfrm>
        </p:spPr>
        <p:txBody>
          <a:bodyPr/>
          <a:lstStyle/>
          <a:p>
            <a:endParaRPr lang="de-DE" dirty="0"/>
          </a:p>
        </p:txBody>
      </p:sp>
      <p:sp>
        <p:nvSpPr>
          <p:cNvPr id="23" name="Text Placeholder 22">
            <a:extLst>
              <a:ext uri="{FF2B5EF4-FFF2-40B4-BE49-F238E27FC236}">
                <a16:creationId xmlns:a16="http://schemas.microsoft.com/office/drawing/2014/main" id="{CA9ECC44-D10A-3972-5658-282DBFC858EB}"/>
              </a:ext>
            </a:extLst>
          </p:cNvPr>
          <p:cNvSpPr>
            <a:spLocks noGrp="1"/>
          </p:cNvSpPr>
          <p:nvPr>
            <p:ph type="body" sz="quarter" idx="33"/>
          </p:nvPr>
        </p:nvSpPr>
        <p:spPr bwMode="gray">
          <a:xfrm>
            <a:off x="934335" y="3253070"/>
            <a:ext cx="148381" cy="496755"/>
          </a:xfrm>
        </p:spPr>
        <p:txBody>
          <a:bodyPr/>
          <a:lstStyle/>
          <a:p>
            <a:endParaRPr lang="de-DE" dirty="0"/>
          </a:p>
        </p:txBody>
      </p:sp>
      <p:sp>
        <p:nvSpPr>
          <p:cNvPr id="24" name="Text Placeholder 23">
            <a:extLst>
              <a:ext uri="{FF2B5EF4-FFF2-40B4-BE49-F238E27FC236}">
                <a16:creationId xmlns:a16="http://schemas.microsoft.com/office/drawing/2014/main" id="{B15C2DBC-0F6A-2454-0451-989D9E893A5B}"/>
              </a:ext>
            </a:extLst>
          </p:cNvPr>
          <p:cNvSpPr>
            <a:spLocks noGrp="1"/>
          </p:cNvSpPr>
          <p:nvPr>
            <p:ph type="body" sz="quarter" idx="34"/>
          </p:nvPr>
        </p:nvSpPr>
        <p:spPr bwMode="gray">
          <a:xfrm>
            <a:off x="1082716" y="4218971"/>
            <a:ext cx="496755" cy="148381"/>
          </a:xfrm>
        </p:spPr>
        <p:txBody>
          <a:bodyPr/>
          <a:lstStyle/>
          <a:p>
            <a:endParaRPr lang="de-DE" dirty="0"/>
          </a:p>
        </p:txBody>
      </p:sp>
      <p:sp>
        <p:nvSpPr>
          <p:cNvPr id="25" name="Text Placeholder 24">
            <a:extLst>
              <a:ext uri="{FF2B5EF4-FFF2-40B4-BE49-F238E27FC236}">
                <a16:creationId xmlns:a16="http://schemas.microsoft.com/office/drawing/2014/main" id="{572D789C-D0E9-F270-5B53-8C134425EA6D}"/>
              </a:ext>
            </a:extLst>
          </p:cNvPr>
          <p:cNvSpPr>
            <a:spLocks noGrp="1"/>
          </p:cNvSpPr>
          <p:nvPr>
            <p:ph type="body" sz="quarter" idx="35"/>
          </p:nvPr>
        </p:nvSpPr>
        <p:spPr bwMode="gray">
          <a:xfrm>
            <a:off x="934335" y="4357992"/>
            <a:ext cx="148381" cy="496755"/>
          </a:xfrm>
        </p:spPr>
        <p:txBody>
          <a:bodyPr/>
          <a:lstStyle/>
          <a:p>
            <a:endParaRPr lang="de-DE" dirty="0"/>
          </a:p>
        </p:txBody>
      </p:sp>
      <p:sp>
        <p:nvSpPr>
          <p:cNvPr id="26" name="Text Placeholder 25">
            <a:extLst>
              <a:ext uri="{FF2B5EF4-FFF2-40B4-BE49-F238E27FC236}">
                <a16:creationId xmlns:a16="http://schemas.microsoft.com/office/drawing/2014/main" id="{AA938E15-E481-3E61-3FF5-3BD6C08F6205}"/>
              </a:ext>
            </a:extLst>
          </p:cNvPr>
          <p:cNvSpPr>
            <a:spLocks noGrp="1"/>
          </p:cNvSpPr>
          <p:nvPr>
            <p:ph type="body" sz="quarter" idx="36"/>
          </p:nvPr>
        </p:nvSpPr>
        <p:spPr bwMode="gray">
          <a:xfrm>
            <a:off x="1082716" y="5310656"/>
            <a:ext cx="496755" cy="148381"/>
          </a:xfrm>
        </p:spPr>
        <p:txBody>
          <a:bodyPr/>
          <a:lstStyle/>
          <a:p>
            <a:endParaRPr lang="de-DE" dirty="0"/>
          </a:p>
        </p:txBody>
      </p:sp>
      <p:sp>
        <p:nvSpPr>
          <p:cNvPr id="27" name="Text Placeholder 26">
            <a:extLst>
              <a:ext uri="{FF2B5EF4-FFF2-40B4-BE49-F238E27FC236}">
                <a16:creationId xmlns:a16="http://schemas.microsoft.com/office/drawing/2014/main" id="{5963A6B2-D9F9-D150-DAC7-BC882C37E8F2}"/>
              </a:ext>
            </a:extLst>
          </p:cNvPr>
          <p:cNvSpPr>
            <a:spLocks noGrp="1"/>
          </p:cNvSpPr>
          <p:nvPr>
            <p:ph type="body" sz="quarter" idx="37"/>
          </p:nvPr>
        </p:nvSpPr>
        <p:spPr bwMode="gray">
          <a:xfrm>
            <a:off x="931151" y="5462914"/>
            <a:ext cx="148381" cy="496755"/>
          </a:xfrm>
        </p:spPr>
        <p:txBody>
          <a:bodyPr/>
          <a:lstStyle/>
          <a:p>
            <a:endParaRPr lang="de-DE" dirty="0"/>
          </a:p>
        </p:txBody>
      </p:sp>
      <p:sp>
        <p:nvSpPr>
          <p:cNvPr id="28" name="Text Placeholder 27">
            <a:extLst>
              <a:ext uri="{FF2B5EF4-FFF2-40B4-BE49-F238E27FC236}">
                <a16:creationId xmlns:a16="http://schemas.microsoft.com/office/drawing/2014/main" id="{CE0A74FA-0C10-5A23-F8FF-1C2324FD85D6}"/>
              </a:ext>
            </a:extLst>
          </p:cNvPr>
          <p:cNvSpPr>
            <a:spLocks noGrp="1"/>
          </p:cNvSpPr>
          <p:nvPr>
            <p:ph type="body" sz="quarter" idx="38"/>
          </p:nvPr>
        </p:nvSpPr>
        <p:spPr bwMode="gray">
          <a:xfrm>
            <a:off x="6475201" y="834420"/>
            <a:ext cx="496755" cy="148381"/>
          </a:xfrm>
        </p:spPr>
        <p:txBody>
          <a:bodyPr/>
          <a:lstStyle/>
          <a:p>
            <a:endParaRPr lang="de-DE" dirty="0"/>
          </a:p>
        </p:txBody>
      </p:sp>
      <p:sp>
        <p:nvSpPr>
          <p:cNvPr id="29" name="Text Placeholder 28">
            <a:extLst>
              <a:ext uri="{FF2B5EF4-FFF2-40B4-BE49-F238E27FC236}">
                <a16:creationId xmlns:a16="http://schemas.microsoft.com/office/drawing/2014/main" id="{4149BF7F-B0C4-4241-24BF-0C61E08681CA}"/>
              </a:ext>
            </a:extLst>
          </p:cNvPr>
          <p:cNvSpPr>
            <a:spLocks noGrp="1"/>
          </p:cNvSpPr>
          <p:nvPr>
            <p:ph type="body" sz="quarter" idx="39"/>
          </p:nvPr>
        </p:nvSpPr>
        <p:spPr bwMode="gray">
          <a:xfrm>
            <a:off x="6326820" y="981082"/>
            <a:ext cx="148381" cy="496755"/>
          </a:xfrm>
        </p:spPr>
        <p:txBody>
          <a:bodyPr/>
          <a:lstStyle/>
          <a:p>
            <a:endParaRPr lang="de-DE" dirty="0"/>
          </a:p>
        </p:txBody>
      </p:sp>
      <p:sp>
        <p:nvSpPr>
          <p:cNvPr id="30" name="Text Placeholder 29">
            <a:extLst>
              <a:ext uri="{FF2B5EF4-FFF2-40B4-BE49-F238E27FC236}">
                <a16:creationId xmlns:a16="http://schemas.microsoft.com/office/drawing/2014/main" id="{FAB73550-9CDA-EBDC-99AD-19907784706B}"/>
              </a:ext>
            </a:extLst>
          </p:cNvPr>
          <p:cNvSpPr>
            <a:spLocks noGrp="1"/>
          </p:cNvSpPr>
          <p:nvPr>
            <p:ph type="body" sz="quarter" idx="40"/>
          </p:nvPr>
        </p:nvSpPr>
        <p:spPr bwMode="gray">
          <a:xfrm>
            <a:off x="6501139" y="1919697"/>
            <a:ext cx="496755" cy="148381"/>
          </a:xfrm>
        </p:spPr>
        <p:txBody>
          <a:bodyPr/>
          <a:lstStyle/>
          <a:p>
            <a:endParaRPr lang="de-DE" dirty="0"/>
          </a:p>
        </p:txBody>
      </p:sp>
      <p:sp>
        <p:nvSpPr>
          <p:cNvPr id="31" name="Text Placeholder 30">
            <a:extLst>
              <a:ext uri="{FF2B5EF4-FFF2-40B4-BE49-F238E27FC236}">
                <a16:creationId xmlns:a16="http://schemas.microsoft.com/office/drawing/2014/main" id="{5CA234F2-FA8E-36AB-321A-0CD083212A0D}"/>
              </a:ext>
            </a:extLst>
          </p:cNvPr>
          <p:cNvSpPr>
            <a:spLocks noGrp="1"/>
          </p:cNvSpPr>
          <p:nvPr>
            <p:ph type="body" sz="quarter" idx="41"/>
          </p:nvPr>
        </p:nvSpPr>
        <p:spPr bwMode="gray">
          <a:xfrm>
            <a:off x="6352956" y="2079686"/>
            <a:ext cx="148381" cy="496755"/>
          </a:xfrm>
        </p:spPr>
        <p:txBody>
          <a:bodyPr/>
          <a:lstStyle/>
          <a:p>
            <a:endParaRPr lang="de-DE" dirty="0"/>
          </a:p>
        </p:txBody>
      </p:sp>
      <p:sp>
        <p:nvSpPr>
          <p:cNvPr id="32" name="Text Placeholder 31">
            <a:extLst>
              <a:ext uri="{FF2B5EF4-FFF2-40B4-BE49-F238E27FC236}">
                <a16:creationId xmlns:a16="http://schemas.microsoft.com/office/drawing/2014/main" id="{54D2D14E-975D-0510-952B-1423932F6596}"/>
              </a:ext>
            </a:extLst>
          </p:cNvPr>
          <p:cNvSpPr>
            <a:spLocks noGrp="1"/>
          </p:cNvSpPr>
          <p:nvPr>
            <p:ph type="body" sz="quarter" idx="42"/>
          </p:nvPr>
        </p:nvSpPr>
        <p:spPr bwMode="gray">
          <a:xfrm>
            <a:off x="6501139" y="3083506"/>
            <a:ext cx="496755" cy="148381"/>
          </a:xfrm>
        </p:spPr>
        <p:txBody>
          <a:bodyPr/>
          <a:lstStyle/>
          <a:p>
            <a:endParaRPr lang="de-DE" dirty="0"/>
          </a:p>
        </p:txBody>
      </p:sp>
      <p:sp>
        <p:nvSpPr>
          <p:cNvPr id="33" name="Text Placeholder 32">
            <a:extLst>
              <a:ext uri="{FF2B5EF4-FFF2-40B4-BE49-F238E27FC236}">
                <a16:creationId xmlns:a16="http://schemas.microsoft.com/office/drawing/2014/main" id="{2C2A1472-6882-C35D-FABD-FBAC8285B604}"/>
              </a:ext>
            </a:extLst>
          </p:cNvPr>
          <p:cNvSpPr>
            <a:spLocks noGrp="1"/>
          </p:cNvSpPr>
          <p:nvPr>
            <p:ph type="body" sz="quarter" idx="43"/>
          </p:nvPr>
        </p:nvSpPr>
        <p:spPr bwMode="gray">
          <a:xfrm>
            <a:off x="6352956" y="3225096"/>
            <a:ext cx="148381" cy="496755"/>
          </a:xfrm>
        </p:spPr>
        <p:txBody>
          <a:bodyPr/>
          <a:lstStyle/>
          <a:p>
            <a:endParaRPr lang="de-DE" dirty="0"/>
          </a:p>
        </p:txBody>
      </p:sp>
      <p:sp>
        <p:nvSpPr>
          <p:cNvPr id="46" name="Text Placeholder 16">
            <a:extLst>
              <a:ext uri="{FF2B5EF4-FFF2-40B4-BE49-F238E27FC236}">
                <a16:creationId xmlns:a16="http://schemas.microsoft.com/office/drawing/2014/main" id="{55FB528F-6E5B-A92A-9CFD-C17C4C456B40}"/>
              </a:ext>
            </a:extLst>
          </p:cNvPr>
          <p:cNvSpPr txBox="1">
            <a:spLocks/>
          </p:cNvSpPr>
          <p:nvPr/>
        </p:nvSpPr>
        <p:spPr bwMode="gray">
          <a:xfrm>
            <a:off x="7217052" y="3414074"/>
            <a:ext cx="3867599" cy="307777"/>
          </a:xfrm>
          <a:prstGeom prst="rect">
            <a:avLst/>
          </a:prstGeom>
        </p:spPr>
        <p:txBody>
          <a:bodyPr vert="horz" wrap="square" lIns="0" tIns="0" rIns="0" bIns="0" rtlCol="0" anchor="ctr">
            <a:spAutoFit/>
          </a:bodyPr>
          <a:lstStyle>
            <a:lvl1pPr marL="0" indent="0" algn="l" defTabSz="914400" rtl="0" eaLnBrk="1" latinLnBrk="0" hangingPunct="1">
              <a:lnSpc>
                <a:spcPct val="100000"/>
              </a:lnSpc>
              <a:spcBef>
                <a:spcPts val="0"/>
              </a:spcBef>
              <a:buFont typeface="Skeena" panose="020B0604020202020204" pitchFamily="34" charset="0"/>
              <a:buNone/>
              <a:defRPr sz="2000" b="0" kern="1200">
                <a:solidFill>
                  <a:schemeClr val="tx1"/>
                </a:solidFill>
                <a:latin typeface="+mn-lt"/>
                <a:ea typeface="+mn-ea"/>
                <a:cs typeface="+mn-cs"/>
              </a:defRPr>
            </a:lvl1pPr>
            <a:lvl2pPr marL="0" indent="0" algn="l" defTabSz="914400" rtl="0" eaLnBrk="1" latinLnBrk="0" hangingPunct="1">
              <a:lnSpc>
                <a:spcPct val="100000"/>
              </a:lnSpc>
              <a:spcBef>
                <a:spcPts val="0"/>
              </a:spcBef>
              <a:buFont typeface="Skeena" panose="020B0604020202020204" pitchFamily="34" charset="0"/>
              <a:buNone/>
              <a:defRPr sz="2000" b="0" kern="1200">
                <a:solidFill>
                  <a:schemeClr val="tx1"/>
                </a:solidFill>
                <a:latin typeface="+mn-lt"/>
                <a:ea typeface="+mn-ea"/>
                <a:cs typeface="+mn-cs"/>
              </a:defRPr>
            </a:lvl2pPr>
            <a:lvl3pPr marL="0" indent="0" algn="l" defTabSz="914400" rtl="0" eaLnBrk="1" latinLnBrk="0" hangingPunct="1">
              <a:lnSpc>
                <a:spcPct val="100000"/>
              </a:lnSpc>
              <a:spcBef>
                <a:spcPts val="0"/>
              </a:spcBef>
              <a:buFont typeface="Wingdings" panose="05000000000000000000" pitchFamily="2" charset="2"/>
              <a:buNone/>
              <a:defRPr sz="2000" b="0" kern="1200">
                <a:solidFill>
                  <a:schemeClr val="tx1"/>
                </a:solidFill>
                <a:latin typeface="+mn-lt"/>
                <a:ea typeface="+mn-ea"/>
                <a:cs typeface="+mn-cs"/>
              </a:defRPr>
            </a:lvl3pPr>
            <a:lvl4pPr marL="0" indent="0" algn="l" defTabSz="914400" rtl="0" eaLnBrk="1" latinLnBrk="0" hangingPunct="1">
              <a:lnSpc>
                <a:spcPct val="100000"/>
              </a:lnSpc>
              <a:spcBef>
                <a:spcPts val="0"/>
              </a:spcBef>
              <a:buFont typeface="Symbol" panose="05050102010706020507" pitchFamily="18" charset="2"/>
              <a:buNone/>
              <a:defRPr sz="2000" b="0" kern="1200">
                <a:solidFill>
                  <a:schemeClr val="tx1"/>
                </a:solidFill>
                <a:latin typeface="+mn-lt"/>
                <a:ea typeface="+mn-ea"/>
                <a:cs typeface="+mn-cs"/>
              </a:defRPr>
            </a:lvl4pPr>
            <a:lvl5pPr marL="0" indent="0" algn="l" defTabSz="914400" rtl="0" eaLnBrk="1" latinLnBrk="0" hangingPunct="1">
              <a:lnSpc>
                <a:spcPct val="100000"/>
              </a:lnSpc>
              <a:spcBef>
                <a:spcPts val="0"/>
              </a:spcBef>
              <a:buFont typeface="Symbol" panose="05050102010706020507" pitchFamily="18" charset="2"/>
              <a:buNone/>
              <a:defRPr sz="2000" b="0" kern="1200">
                <a:solidFill>
                  <a:schemeClr val="tx1"/>
                </a:solidFill>
                <a:latin typeface="+mn-lt"/>
                <a:ea typeface="+mn-ea"/>
                <a:cs typeface="+mn-cs"/>
              </a:defRPr>
            </a:lvl5pPr>
            <a:lvl6pPr marL="0" indent="0" algn="l" defTabSz="914400" rtl="0" eaLnBrk="1" latinLnBrk="0" hangingPunct="1">
              <a:lnSpc>
                <a:spcPct val="100000"/>
              </a:lnSpc>
              <a:spcBef>
                <a:spcPts val="0"/>
              </a:spcBef>
              <a:buFont typeface="Symbol" panose="05050102010706020507" pitchFamily="18" charset="2"/>
              <a:buNone/>
              <a:defRPr sz="2000" b="0" kern="1200">
                <a:solidFill>
                  <a:schemeClr val="tx1"/>
                </a:solidFill>
                <a:latin typeface="+mn-lt"/>
                <a:ea typeface="+mn-ea"/>
                <a:cs typeface="+mn-cs"/>
              </a:defRPr>
            </a:lvl6pPr>
            <a:lvl7pPr marL="0" indent="0" algn="l" defTabSz="914400" rtl="0" eaLnBrk="1" latinLnBrk="0" hangingPunct="1">
              <a:lnSpc>
                <a:spcPct val="100000"/>
              </a:lnSpc>
              <a:spcBef>
                <a:spcPts val="0"/>
              </a:spcBef>
              <a:buFont typeface="Symbol" panose="05050102010706020507" pitchFamily="18" charset="2"/>
              <a:buNone/>
              <a:defRPr sz="2000" b="0" kern="1200">
                <a:solidFill>
                  <a:schemeClr val="tx1"/>
                </a:solidFill>
                <a:latin typeface="+mn-lt"/>
                <a:ea typeface="+mn-ea"/>
                <a:cs typeface="+mn-cs"/>
              </a:defRPr>
            </a:lvl7pPr>
            <a:lvl8pPr marL="0" indent="0" algn="l" defTabSz="914400" rtl="0" eaLnBrk="1" latinLnBrk="0" hangingPunct="1">
              <a:lnSpc>
                <a:spcPct val="100000"/>
              </a:lnSpc>
              <a:spcBef>
                <a:spcPts val="0"/>
              </a:spcBef>
              <a:buFont typeface="Symbol" panose="05050102010706020507" pitchFamily="18" charset="2"/>
              <a:buNone/>
              <a:defRPr sz="2000" b="0" kern="1200">
                <a:solidFill>
                  <a:schemeClr val="tx1"/>
                </a:solidFill>
                <a:latin typeface="+mn-lt"/>
                <a:ea typeface="+mn-ea"/>
                <a:cs typeface="+mn-cs"/>
              </a:defRPr>
            </a:lvl8pPr>
            <a:lvl9pPr marL="0" indent="0" algn="l" defTabSz="914400" rtl="0" eaLnBrk="1" latinLnBrk="0" hangingPunct="1">
              <a:lnSpc>
                <a:spcPct val="100000"/>
              </a:lnSpc>
              <a:spcBef>
                <a:spcPts val="0"/>
              </a:spcBef>
              <a:buFont typeface="Symbol" panose="05050102010706020507" pitchFamily="18" charset="2"/>
              <a:buNone/>
              <a:defRPr sz="2000" b="0" kern="1200">
                <a:solidFill>
                  <a:schemeClr val="tx1"/>
                </a:solidFill>
                <a:latin typeface="+mn-lt"/>
                <a:ea typeface="+mn-ea"/>
                <a:cs typeface="+mn-cs"/>
              </a:defRPr>
            </a:lvl9pPr>
          </a:lstStyle>
          <a:p>
            <a:r>
              <a:rPr lang="de-DE" dirty="0">
                <a:solidFill>
                  <a:srgbClr val="161616"/>
                </a:solidFill>
                <a:latin typeface="Segoe UI" panose="020B0502040204020203" pitchFamily="34" charset="0"/>
              </a:rPr>
              <a:t>OOD Quality </a:t>
            </a:r>
            <a:r>
              <a:rPr lang="de-DE" dirty="0" err="1">
                <a:solidFill>
                  <a:srgbClr val="161616"/>
                </a:solidFill>
                <a:latin typeface="Segoe UI" panose="020B0502040204020203" pitchFamily="34" charset="0"/>
              </a:rPr>
              <a:t>Issues</a:t>
            </a:r>
            <a:endParaRPr lang="de-DE" dirty="0"/>
          </a:p>
        </p:txBody>
      </p:sp>
      <p:sp>
        <p:nvSpPr>
          <p:cNvPr id="50" name="Text Placeholder 15">
            <a:extLst>
              <a:ext uri="{FF2B5EF4-FFF2-40B4-BE49-F238E27FC236}">
                <a16:creationId xmlns:a16="http://schemas.microsoft.com/office/drawing/2014/main" id="{49E0DF40-9819-F106-877D-3887E2C9A3EF}"/>
              </a:ext>
            </a:extLst>
          </p:cNvPr>
          <p:cNvSpPr txBox="1">
            <a:spLocks/>
          </p:cNvSpPr>
          <p:nvPr/>
        </p:nvSpPr>
        <p:spPr bwMode="gray">
          <a:xfrm>
            <a:off x="6651615" y="5590418"/>
            <a:ext cx="360000" cy="307777"/>
          </a:xfrm>
          <a:prstGeom prst="rect">
            <a:avLst/>
          </a:prstGeom>
        </p:spPr>
        <p:txBody>
          <a:bodyPr vert="horz" lIns="0" tIns="0" rIns="0" bIns="0" rtlCol="0" anchor="ctr">
            <a:spAutoFit/>
          </a:bodyPr>
          <a:lstStyle>
            <a:lvl1pPr marL="0" indent="0" algn="r" defTabSz="914400" rtl="0" eaLnBrk="1" latinLnBrk="0" hangingPunct="1">
              <a:lnSpc>
                <a:spcPct val="100000"/>
              </a:lnSpc>
              <a:spcBef>
                <a:spcPts val="0"/>
              </a:spcBef>
              <a:buFont typeface="Skeena" panose="020B0604020202020204" pitchFamily="34" charset="0"/>
              <a:buNone/>
              <a:defRPr sz="2000" b="0" kern="1200">
                <a:solidFill>
                  <a:schemeClr val="tx1"/>
                </a:solidFill>
                <a:latin typeface="+mn-lt"/>
                <a:ea typeface="+mn-ea"/>
                <a:cs typeface="+mn-cs"/>
              </a:defRPr>
            </a:lvl1pPr>
            <a:lvl2pPr marL="0" indent="0" algn="r" defTabSz="914400" rtl="0" eaLnBrk="1" latinLnBrk="0" hangingPunct="1">
              <a:lnSpc>
                <a:spcPct val="100000"/>
              </a:lnSpc>
              <a:spcBef>
                <a:spcPts val="0"/>
              </a:spcBef>
              <a:buFont typeface="Skeena" panose="020B0604020202020204" pitchFamily="34" charset="0"/>
              <a:buNone/>
              <a:defRPr sz="2000" b="0" kern="1200">
                <a:solidFill>
                  <a:schemeClr val="tx1"/>
                </a:solidFill>
                <a:latin typeface="+mn-lt"/>
                <a:ea typeface="+mn-ea"/>
                <a:cs typeface="+mn-cs"/>
              </a:defRPr>
            </a:lvl2pPr>
            <a:lvl3pPr marL="0" indent="0" algn="r" defTabSz="914400" rtl="0" eaLnBrk="1" latinLnBrk="0" hangingPunct="1">
              <a:lnSpc>
                <a:spcPct val="100000"/>
              </a:lnSpc>
              <a:spcBef>
                <a:spcPts val="0"/>
              </a:spcBef>
              <a:buFont typeface="Wingdings" panose="05000000000000000000" pitchFamily="2" charset="2"/>
              <a:buNone/>
              <a:defRPr sz="2000" b="0" kern="1200">
                <a:solidFill>
                  <a:schemeClr val="tx1"/>
                </a:solidFill>
                <a:latin typeface="+mn-lt"/>
                <a:ea typeface="+mn-ea"/>
                <a:cs typeface="+mn-cs"/>
              </a:defRPr>
            </a:lvl3pPr>
            <a:lvl4pPr marL="0" indent="0" algn="r" defTabSz="914400" rtl="0" eaLnBrk="1" latinLnBrk="0" hangingPunct="1">
              <a:lnSpc>
                <a:spcPct val="100000"/>
              </a:lnSpc>
              <a:spcBef>
                <a:spcPts val="0"/>
              </a:spcBef>
              <a:buFont typeface="Symbol" panose="05050102010706020507" pitchFamily="18" charset="2"/>
              <a:buNone/>
              <a:defRPr sz="2000" b="0" kern="1200">
                <a:solidFill>
                  <a:schemeClr val="tx1"/>
                </a:solidFill>
                <a:latin typeface="+mn-lt"/>
                <a:ea typeface="+mn-ea"/>
                <a:cs typeface="+mn-cs"/>
              </a:defRPr>
            </a:lvl4pPr>
            <a:lvl5pPr marL="0" indent="0" algn="r" defTabSz="914400" rtl="0" eaLnBrk="1" latinLnBrk="0" hangingPunct="1">
              <a:lnSpc>
                <a:spcPct val="100000"/>
              </a:lnSpc>
              <a:spcBef>
                <a:spcPts val="0"/>
              </a:spcBef>
              <a:buFont typeface="Symbol" panose="05050102010706020507" pitchFamily="18" charset="2"/>
              <a:buNone/>
              <a:defRPr sz="2000" b="0" kern="1200">
                <a:solidFill>
                  <a:schemeClr val="tx1"/>
                </a:solidFill>
                <a:latin typeface="+mn-lt"/>
                <a:ea typeface="+mn-ea"/>
                <a:cs typeface="+mn-cs"/>
              </a:defRPr>
            </a:lvl5pPr>
            <a:lvl6pPr marL="0" indent="0" algn="r" defTabSz="914400" rtl="0" eaLnBrk="1" latinLnBrk="0" hangingPunct="1">
              <a:lnSpc>
                <a:spcPct val="100000"/>
              </a:lnSpc>
              <a:spcBef>
                <a:spcPts val="0"/>
              </a:spcBef>
              <a:buFont typeface="Symbol" panose="05050102010706020507" pitchFamily="18" charset="2"/>
              <a:buNone/>
              <a:defRPr sz="2000" b="0" kern="1200">
                <a:solidFill>
                  <a:schemeClr val="tx1"/>
                </a:solidFill>
                <a:latin typeface="+mn-lt"/>
                <a:ea typeface="+mn-ea"/>
                <a:cs typeface="+mn-cs"/>
              </a:defRPr>
            </a:lvl6pPr>
            <a:lvl7pPr marL="0" indent="0" algn="r" defTabSz="914400" rtl="0" eaLnBrk="1" latinLnBrk="0" hangingPunct="1">
              <a:lnSpc>
                <a:spcPct val="100000"/>
              </a:lnSpc>
              <a:spcBef>
                <a:spcPts val="0"/>
              </a:spcBef>
              <a:buFont typeface="Symbol" panose="05050102010706020507" pitchFamily="18" charset="2"/>
              <a:buNone/>
              <a:defRPr sz="2000" b="0" kern="1200">
                <a:solidFill>
                  <a:schemeClr val="tx1"/>
                </a:solidFill>
                <a:latin typeface="+mn-lt"/>
                <a:ea typeface="+mn-ea"/>
                <a:cs typeface="+mn-cs"/>
              </a:defRPr>
            </a:lvl7pPr>
            <a:lvl8pPr marL="0" indent="0" algn="r" defTabSz="914400" rtl="0" eaLnBrk="1" latinLnBrk="0" hangingPunct="1">
              <a:lnSpc>
                <a:spcPct val="100000"/>
              </a:lnSpc>
              <a:spcBef>
                <a:spcPts val="0"/>
              </a:spcBef>
              <a:buFont typeface="Symbol" panose="05050102010706020507" pitchFamily="18" charset="2"/>
              <a:buNone/>
              <a:defRPr sz="2000" b="0" kern="1200">
                <a:solidFill>
                  <a:schemeClr val="tx1"/>
                </a:solidFill>
                <a:latin typeface="+mn-lt"/>
                <a:ea typeface="+mn-ea"/>
                <a:cs typeface="+mn-cs"/>
              </a:defRPr>
            </a:lvl8pPr>
            <a:lvl9pPr marL="0" indent="0" algn="r" defTabSz="914400" rtl="0" eaLnBrk="1" latinLnBrk="0" hangingPunct="1">
              <a:lnSpc>
                <a:spcPct val="100000"/>
              </a:lnSpc>
              <a:spcBef>
                <a:spcPts val="0"/>
              </a:spcBef>
              <a:buFont typeface="Symbol" panose="05050102010706020507" pitchFamily="18" charset="2"/>
              <a:buNone/>
              <a:defRPr sz="2000" b="0" kern="1200">
                <a:solidFill>
                  <a:schemeClr val="tx1"/>
                </a:solidFill>
                <a:latin typeface="+mn-lt"/>
                <a:ea typeface="+mn-ea"/>
                <a:cs typeface="+mn-cs"/>
              </a:defRPr>
            </a:lvl9pPr>
          </a:lstStyle>
          <a:p>
            <a:r>
              <a:rPr lang="de-DE" dirty="0"/>
              <a:t>10</a:t>
            </a:r>
          </a:p>
        </p:txBody>
      </p:sp>
      <p:sp>
        <p:nvSpPr>
          <p:cNvPr id="51" name="Text Placeholder 31">
            <a:extLst>
              <a:ext uri="{FF2B5EF4-FFF2-40B4-BE49-F238E27FC236}">
                <a16:creationId xmlns:a16="http://schemas.microsoft.com/office/drawing/2014/main" id="{30D4DB54-B586-93CE-C054-D69F1536AE2D}"/>
              </a:ext>
            </a:extLst>
          </p:cNvPr>
          <p:cNvSpPr txBox="1">
            <a:spLocks/>
          </p:cNvSpPr>
          <p:nvPr/>
        </p:nvSpPr>
        <p:spPr bwMode="gray">
          <a:xfrm>
            <a:off x="6514860" y="5248512"/>
            <a:ext cx="496755" cy="148381"/>
          </a:xfrm>
          <a:custGeom>
            <a:avLst/>
            <a:gdLst>
              <a:gd name="connsiteX0" fmla="*/ 0 w 496755"/>
              <a:gd name="connsiteY0" fmla="*/ 0 h 148381"/>
              <a:gd name="connsiteX1" fmla="*/ 496755 w 496755"/>
              <a:gd name="connsiteY1" fmla="*/ 0 h 148381"/>
              <a:gd name="connsiteX2" fmla="*/ 496755 w 496755"/>
              <a:gd name="connsiteY2" fmla="*/ 148381 h 148381"/>
              <a:gd name="connsiteX3" fmla="*/ 0 w 496755"/>
              <a:gd name="connsiteY3" fmla="*/ 148381 h 148381"/>
            </a:gdLst>
            <a:ahLst/>
            <a:cxnLst>
              <a:cxn ang="0">
                <a:pos x="connsiteX0" y="connsiteY0"/>
              </a:cxn>
              <a:cxn ang="0">
                <a:pos x="connsiteX1" y="connsiteY1"/>
              </a:cxn>
              <a:cxn ang="0">
                <a:pos x="connsiteX2" y="connsiteY2"/>
              </a:cxn>
              <a:cxn ang="0">
                <a:pos x="connsiteX3" y="connsiteY3"/>
              </a:cxn>
            </a:cxnLst>
            <a:rect l="l" t="t" r="r" b="b"/>
            <a:pathLst>
              <a:path w="496755" h="148381">
                <a:moveTo>
                  <a:pt x="0" y="0"/>
                </a:moveTo>
                <a:lnTo>
                  <a:pt x="496755" y="0"/>
                </a:lnTo>
                <a:lnTo>
                  <a:pt x="496755" y="148381"/>
                </a:lnTo>
                <a:lnTo>
                  <a:pt x="0" y="148381"/>
                </a:lnTo>
                <a:close/>
              </a:path>
            </a:pathLst>
          </a:custGeom>
          <a:solidFill>
            <a:schemeClr val="accent1"/>
          </a:solidFill>
        </p:spPr>
        <p:txBody>
          <a:bodyPr vert="horz" wrap="square" lIns="0" tIns="0" rIns="0" bIns="0" rtlCol="0">
            <a:noAutofit/>
          </a:bodyPr>
          <a:lstStyle>
            <a:lvl1pPr marL="0" indent="0" algn="l" defTabSz="914400" rtl="0" eaLnBrk="1" latinLnBrk="0" hangingPunct="1">
              <a:lnSpc>
                <a:spcPct val="100000"/>
              </a:lnSpc>
              <a:spcBef>
                <a:spcPts val="0"/>
              </a:spcBef>
              <a:buFont typeface="Skeena" panose="020B0604020202020204" pitchFamily="34" charset="0"/>
              <a:buNone/>
              <a:defRPr sz="100" b="0" kern="1200">
                <a:noFill/>
                <a:latin typeface="+mn-lt"/>
                <a:ea typeface="+mn-ea"/>
                <a:cs typeface="+mn-cs"/>
              </a:defRPr>
            </a:lvl1pPr>
            <a:lvl2pPr marL="0" indent="0" algn="l" defTabSz="914400" rtl="0" eaLnBrk="1" latinLnBrk="0" hangingPunct="1">
              <a:lnSpc>
                <a:spcPct val="100000"/>
              </a:lnSpc>
              <a:spcBef>
                <a:spcPts val="0"/>
              </a:spcBef>
              <a:buFont typeface="Skeena" panose="020B0604020202020204" pitchFamily="34" charset="0"/>
              <a:buNone/>
              <a:defRPr sz="100" b="0" kern="1200">
                <a:noFill/>
                <a:latin typeface="+mn-lt"/>
                <a:ea typeface="+mn-ea"/>
                <a:cs typeface="+mn-cs"/>
              </a:defRPr>
            </a:lvl2pPr>
            <a:lvl3pPr marL="0" indent="0" algn="l" defTabSz="914400" rtl="0" eaLnBrk="1" latinLnBrk="0" hangingPunct="1">
              <a:lnSpc>
                <a:spcPct val="100000"/>
              </a:lnSpc>
              <a:spcBef>
                <a:spcPts val="0"/>
              </a:spcBef>
              <a:buFont typeface="Wingdings" panose="05000000000000000000" pitchFamily="2" charset="2"/>
              <a:buNone/>
              <a:defRPr sz="100" b="0" kern="1200">
                <a:noFill/>
                <a:latin typeface="+mn-lt"/>
                <a:ea typeface="+mn-ea"/>
                <a:cs typeface="+mn-cs"/>
              </a:defRPr>
            </a:lvl3pPr>
            <a:lvl4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4pPr>
            <a:lvl5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5pPr>
            <a:lvl6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6pPr>
            <a:lvl7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7pPr>
            <a:lvl8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8pPr>
            <a:lvl9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9pPr>
          </a:lstStyle>
          <a:p>
            <a:endParaRPr lang="de-DE" dirty="0"/>
          </a:p>
        </p:txBody>
      </p:sp>
      <p:sp>
        <p:nvSpPr>
          <p:cNvPr id="52" name="Text Placeholder 32">
            <a:extLst>
              <a:ext uri="{FF2B5EF4-FFF2-40B4-BE49-F238E27FC236}">
                <a16:creationId xmlns:a16="http://schemas.microsoft.com/office/drawing/2014/main" id="{D7539E1F-9DDC-F27A-2D34-953378973DCD}"/>
              </a:ext>
            </a:extLst>
          </p:cNvPr>
          <p:cNvSpPr txBox="1">
            <a:spLocks/>
          </p:cNvSpPr>
          <p:nvPr/>
        </p:nvSpPr>
        <p:spPr bwMode="gray">
          <a:xfrm>
            <a:off x="6364038" y="5401440"/>
            <a:ext cx="148381" cy="496755"/>
          </a:xfrm>
          <a:custGeom>
            <a:avLst/>
            <a:gdLst>
              <a:gd name="connsiteX0" fmla="*/ 0 w 148381"/>
              <a:gd name="connsiteY0" fmla="*/ 0 h 496755"/>
              <a:gd name="connsiteX1" fmla="*/ 148381 w 148381"/>
              <a:gd name="connsiteY1" fmla="*/ 0 h 496755"/>
              <a:gd name="connsiteX2" fmla="*/ 148381 w 148381"/>
              <a:gd name="connsiteY2" fmla="*/ 496755 h 496755"/>
              <a:gd name="connsiteX3" fmla="*/ 0 w 148381"/>
              <a:gd name="connsiteY3" fmla="*/ 496755 h 496755"/>
            </a:gdLst>
            <a:ahLst/>
            <a:cxnLst>
              <a:cxn ang="0">
                <a:pos x="connsiteX0" y="connsiteY0"/>
              </a:cxn>
              <a:cxn ang="0">
                <a:pos x="connsiteX1" y="connsiteY1"/>
              </a:cxn>
              <a:cxn ang="0">
                <a:pos x="connsiteX2" y="connsiteY2"/>
              </a:cxn>
              <a:cxn ang="0">
                <a:pos x="connsiteX3" y="connsiteY3"/>
              </a:cxn>
            </a:cxnLst>
            <a:rect l="l" t="t" r="r" b="b"/>
            <a:pathLst>
              <a:path w="148381" h="496755">
                <a:moveTo>
                  <a:pt x="0" y="0"/>
                </a:moveTo>
                <a:lnTo>
                  <a:pt x="148381" y="0"/>
                </a:lnTo>
                <a:lnTo>
                  <a:pt x="148381" y="496755"/>
                </a:lnTo>
                <a:lnTo>
                  <a:pt x="0" y="496755"/>
                </a:lnTo>
                <a:close/>
              </a:path>
            </a:pathLst>
          </a:custGeom>
          <a:solidFill>
            <a:schemeClr val="accent1"/>
          </a:solidFill>
        </p:spPr>
        <p:txBody>
          <a:bodyPr vert="horz" wrap="square" lIns="0" tIns="0" rIns="0" bIns="0" rtlCol="0">
            <a:noAutofit/>
          </a:bodyPr>
          <a:lstStyle>
            <a:lvl1pPr marL="0" indent="0" algn="l" defTabSz="914400" rtl="0" eaLnBrk="1" latinLnBrk="0" hangingPunct="1">
              <a:lnSpc>
                <a:spcPct val="100000"/>
              </a:lnSpc>
              <a:spcBef>
                <a:spcPts val="0"/>
              </a:spcBef>
              <a:buFont typeface="Skeena" panose="020B0604020202020204" pitchFamily="34" charset="0"/>
              <a:buNone/>
              <a:defRPr sz="100" b="0" kern="1200">
                <a:noFill/>
                <a:latin typeface="+mn-lt"/>
                <a:ea typeface="+mn-ea"/>
                <a:cs typeface="+mn-cs"/>
              </a:defRPr>
            </a:lvl1pPr>
            <a:lvl2pPr marL="0" indent="0" algn="l" defTabSz="914400" rtl="0" eaLnBrk="1" latinLnBrk="0" hangingPunct="1">
              <a:lnSpc>
                <a:spcPct val="100000"/>
              </a:lnSpc>
              <a:spcBef>
                <a:spcPts val="0"/>
              </a:spcBef>
              <a:buFont typeface="Skeena" panose="020B0604020202020204" pitchFamily="34" charset="0"/>
              <a:buNone/>
              <a:defRPr sz="100" b="0" kern="1200">
                <a:noFill/>
                <a:latin typeface="+mn-lt"/>
                <a:ea typeface="+mn-ea"/>
                <a:cs typeface="+mn-cs"/>
              </a:defRPr>
            </a:lvl2pPr>
            <a:lvl3pPr marL="0" indent="0" algn="l" defTabSz="914400" rtl="0" eaLnBrk="1" latinLnBrk="0" hangingPunct="1">
              <a:lnSpc>
                <a:spcPct val="100000"/>
              </a:lnSpc>
              <a:spcBef>
                <a:spcPts val="0"/>
              </a:spcBef>
              <a:buFont typeface="Wingdings" panose="05000000000000000000" pitchFamily="2" charset="2"/>
              <a:buNone/>
              <a:defRPr sz="100" b="0" kern="1200">
                <a:noFill/>
                <a:latin typeface="+mn-lt"/>
                <a:ea typeface="+mn-ea"/>
                <a:cs typeface="+mn-cs"/>
              </a:defRPr>
            </a:lvl3pPr>
            <a:lvl4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4pPr>
            <a:lvl5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5pPr>
            <a:lvl6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6pPr>
            <a:lvl7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7pPr>
            <a:lvl8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8pPr>
            <a:lvl9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9pPr>
          </a:lstStyle>
          <a:p>
            <a:endParaRPr lang="de-DE" dirty="0"/>
          </a:p>
        </p:txBody>
      </p:sp>
      <p:sp>
        <p:nvSpPr>
          <p:cNvPr id="54" name="Text Placeholder 15">
            <a:extLst>
              <a:ext uri="{FF2B5EF4-FFF2-40B4-BE49-F238E27FC236}">
                <a16:creationId xmlns:a16="http://schemas.microsoft.com/office/drawing/2014/main" id="{0A2E4A48-6F80-E90E-EDDC-E9C04B42EC7B}"/>
              </a:ext>
            </a:extLst>
          </p:cNvPr>
          <p:cNvSpPr txBox="1">
            <a:spLocks/>
          </p:cNvSpPr>
          <p:nvPr/>
        </p:nvSpPr>
        <p:spPr bwMode="gray">
          <a:xfrm>
            <a:off x="6640533" y="4567380"/>
            <a:ext cx="360000" cy="307777"/>
          </a:xfrm>
          <a:prstGeom prst="rect">
            <a:avLst/>
          </a:prstGeom>
        </p:spPr>
        <p:txBody>
          <a:bodyPr vert="horz" lIns="0" tIns="0" rIns="0" bIns="0" rtlCol="0" anchor="ctr">
            <a:spAutoFit/>
          </a:bodyPr>
          <a:lstStyle>
            <a:lvl1pPr marL="0" indent="0" algn="r" defTabSz="914400" rtl="0" eaLnBrk="1" latinLnBrk="0" hangingPunct="1">
              <a:lnSpc>
                <a:spcPct val="100000"/>
              </a:lnSpc>
              <a:spcBef>
                <a:spcPts val="0"/>
              </a:spcBef>
              <a:buFont typeface="Skeena" panose="020B0604020202020204" pitchFamily="34" charset="0"/>
              <a:buNone/>
              <a:defRPr sz="2000" b="0" kern="1200">
                <a:solidFill>
                  <a:schemeClr val="tx1"/>
                </a:solidFill>
                <a:latin typeface="+mn-lt"/>
                <a:ea typeface="+mn-ea"/>
                <a:cs typeface="+mn-cs"/>
              </a:defRPr>
            </a:lvl1pPr>
            <a:lvl2pPr marL="0" indent="0" algn="r" defTabSz="914400" rtl="0" eaLnBrk="1" latinLnBrk="0" hangingPunct="1">
              <a:lnSpc>
                <a:spcPct val="100000"/>
              </a:lnSpc>
              <a:spcBef>
                <a:spcPts val="0"/>
              </a:spcBef>
              <a:buFont typeface="Skeena" panose="020B0604020202020204" pitchFamily="34" charset="0"/>
              <a:buNone/>
              <a:defRPr sz="2000" b="0" kern="1200">
                <a:solidFill>
                  <a:schemeClr val="tx1"/>
                </a:solidFill>
                <a:latin typeface="+mn-lt"/>
                <a:ea typeface="+mn-ea"/>
                <a:cs typeface="+mn-cs"/>
              </a:defRPr>
            </a:lvl2pPr>
            <a:lvl3pPr marL="0" indent="0" algn="r" defTabSz="914400" rtl="0" eaLnBrk="1" latinLnBrk="0" hangingPunct="1">
              <a:lnSpc>
                <a:spcPct val="100000"/>
              </a:lnSpc>
              <a:spcBef>
                <a:spcPts val="0"/>
              </a:spcBef>
              <a:buFont typeface="Wingdings" panose="05000000000000000000" pitchFamily="2" charset="2"/>
              <a:buNone/>
              <a:defRPr sz="2000" b="0" kern="1200">
                <a:solidFill>
                  <a:schemeClr val="tx1"/>
                </a:solidFill>
                <a:latin typeface="+mn-lt"/>
                <a:ea typeface="+mn-ea"/>
                <a:cs typeface="+mn-cs"/>
              </a:defRPr>
            </a:lvl3pPr>
            <a:lvl4pPr marL="0" indent="0" algn="r" defTabSz="914400" rtl="0" eaLnBrk="1" latinLnBrk="0" hangingPunct="1">
              <a:lnSpc>
                <a:spcPct val="100000"/>
              </a:lnSpc>
              <a:spcBef>
                <a:spcPts val="0"/>
              </a:spcBef>
              <a:buFont typeface="Symbol" panose="05050102010706020507" pitchFamily="18" charset="2"/>
              <a:buNone/>
              <a:defRPr sz="2000" b="0" kern="1200">
                <a:solidFill>
                  <a:schemeClr val="tx1"/>
                </a:solidFill>
                <a:latin typeface="+mn-lt"/>
                <a:ea typeface="+mn-ea"/>
                <a:cs typeface="+mn-cs"/>
              </a:defRPr>
            </a:lvl4pPr>
            <a:lvl5pPr marL="0" indent="0" algn="r" defTabSz="914400" rtl="0" eaLnBrk="1" latinLnBrk="0" hangingPunct="1">
              <a:lnSpc>
                <a:spcPct val="100000"/>
              </a:lnSpc>
              <a:spcBef>
                <a:spcPts val="0"/>
              </a:spcBef>
              <a:buFont typeface="Symbol" panose="05050102010706020507" pitchFamily="18" charset="2"/>
              <a:buNone/>
              <a:defRPr sz="2000" b="0" kern="1200">
                <a:solidFill>
                  <a:schemeClr val="tx1"/>
                </a:solidFill>
                <a:latin typeface="+mn-lt"/>
                <a:ea typeface="+mn-ea"/>
                <a:cs typeface="+mn-cs"/>
              </a:defRPr>
            </a:lvl5pPr>
            <a:lvl6pPr marL="0" indent="0" algn="r" defTabSz="914400" rtl="0" eaLnBrk="1" latinLnBrk="0" hangingPunct="1">
              <a:lnSpc>
                <a:spcPct val="100000"/>
              </a:lnSpc>
              <a:spcBef>
                <a:spcPts val="0"/>
              </a:spcBef>
              <a:buFont typeface="Symbol" panose="05050102010706020507" pitchFamily="18" charset="2"/>
              <a:buNone/>
              <a:defRPr sz="2000" b="0" kern="1200">
                <a:solidFill>
                  <a:schemeClr val="tx1"/>
                </a:solidFill>
                <a:latin typeface="+mn-lt"/>
                <a:ea typeface="+mn-ea"/>
                <a:cs typeface="+mn-cs"/>
              </a:defRPr>
            </a:lvl6pPr>
            <a:lvl7pPr marL="0" indent="0" algn="r" defTabSz="914400" rtl="0" eaLnBrk="1" latinLnBrk="0" hangingPunct="1">
              <a:lnSpc>
                <a:spcPct val="100000"/>
              </a:lnSpc>
              <a:spcBef>
                <a:spcPts val="0"/>
              </a:spcBef>
              <a:buFont typeface="Symbol" panose="05050102010706020507" pitchFamily="18" charset="2"/>
              <a:buNone/>
              <a:defRPr sz="2000" b="0" kern="1200">
                <a:solidFill>
                  <a:schemeClr val="tx1"/>
                </a:solidFill>
                <a:latin typeface="+mn-lt"/>
                <a:ea typeface="+mn-ea"/>
                <a:cs typeface="+mn-cs"/>
              </a:defRPr>
            </a:lvl7pPr>
            <a:lvl8pPr marL="0" indent="0" algn="r" defTabSz="914400" rtl="0" eaLnBrk="1" latinLnBrk="0" hangingPunct="1">
              <a:lnSpc>
                <a:spcPct val="100000"/>
              </a:lnSpc>
              <a:spcBef>
                <a:spcPts val="0"/>
              </a:spcBef>
              <a:buFont typeface="Symbol" panose="05050102010706020507" pitchFamily="18" charset="2"/>
              <a:buNone/>
              <a:defRPr sz="2000" b="0" kern="1200">
                <a:solidFill>
                  <a:schemeClr val="tx1"/>
                </a:solidFill>
                <a:latin typeface="+mn-lt"/>
                <a:ea typeface="+mn-ea"/>
                <a:cs typeface="+mn-cs"/>
              </a:defRPr>
            </a:lvl8pPr>
            <a:lvl9pPr marL="0" indent="0" algn="r" defTabSz="914400" rtl="0" eaLnBrk="1" latinLnBrk="0" hangingPunct="1">
              <a:lnSpc>
                <a:spcPct val="100000"/>
              </a:lnSpc>
              <a:spcBef>
                <a:spcPts val="0"/>
              </a:spcBef>
              <a:buFont typeface="Symbol" panose="05050102010706020507" pitchFamily="18" charset="2"/>
              <a:buNone/>
              <a:defRPr sz="2000" b="0" kern="1200">
                <a:solidFill>
                  <a:schemeClr val="tx1"/>
                </a:solidFill>
                <a:latin typeface="+mn-lt"/>
                <a:ea typeface="+mn-ea"/>
                <a:cs typeface="+mn-cs"/>
              </a:defRPr>
            </a:lvl9pPr>
          </a:lstStyle>
          <a:p>
            <a:r>
              <a:rPr lang="de-DE" dirty="0"/>
              <a:t>09</a:t>
            </a:r>
          </a:p>
        </p:txBody>
      </p:sp>
      <p:sp>
        <p:nvSpPr>
          <p:cNvPr id="55" name="Text Placeholder 31">
            <a:extLst>
              <a:ext uri="{FF2B5EF4-FFF2-40B4-BE49-F238E27FC236}">
                <a16:creationId xmlns:a16="http://schemas.microsoft.com/office/drawing/2014/main" id="{6ED11F1E-9C8F-CDE9-432A-E3E22ABF3C5D}"/>
              </a:ext>
            </a:extLst>
          </p:cNvPr>
          <p:cNvSpPr txBox="1">
            <a:spLocks/>
          </p:cNvSpPr>
          <p:nvPr/>
        </p:nvSpPr>
        <p:spPr bwMode="gray">
          <a:xfrm>
            <a:off x="6501337" y="4236691"/>
            <a:ext cx="496755" cy="148381"/>
          </a:xfrm>
          <a:custGeom>
            <a:avLst/>
            <a:gdLst>
              <a:gd name="connsiteX0" fmla="*/ 0 w 496755"/>
              <a:gd name="connsiteY0" fmla="*/ 0 h 148381"/>
              <a:gd name="connsiteX1" fmla="*/ 496755 w 496755"/>
              <a:gd name="connsiteY1" fmla="*/ 0 h 148381"/>
              <a:gd name="connsiteX2" fmla="*/ 496755 w 496755"/>
              <a:gd name="connsiteY2" fmla="*/ 148381 h 148381"/>
              <a:gd name="connsiteX3" fmla="*/ 0 w 496755"/>
              <a:gd name="connsiteY3" fmla="*/ 148381 h 148381"/>
            </a:gdLst>
            <a:ahLst/>
            <a:cxnLst>
              <a:cxn ang="0">
                <a:pos x="connsiteX0" y="connsiteY0"/>
              </a:cxn>
              <a:cxn ang="0">
                <a:pos x="connsiteX1" y="connsiteY1"/>
              </a:cxn>
              <a:cxn ang="0">
                <a:pos x="connsiteX2" y="connsiteY2"/>
              </a:cxn>
              <a:cxn ang="0">
                <a:pos x="connsiteX3" y="connsiteY3"/>
              </a:cxn>
            </a:cxnLst>
            <a:rect l="l" t="t" r="r" b="b"/>
            <a:pathLst>
              <a:path w="496755" h="148381">
                <a:moveTo>
                  <a:pt x="0" y="0"/>
                </a:moveTo>
                <a:lnTo>
                  <a:pt x="496755" y="0"/>
                </a:lnTo>
                <a:lnTo>
                  <a:pt x="496755" y="148381"/>
                </a:lnTo>
                <a:lnTo>
                  <a:pt x="0" y="148381"/>
                </a:lnTo>
                <a:close/>
              </a:path>
            </a:pathLst>
          </a:custGeom>
          <a:solidFill>
            <a:schemeClr val="accent1"/>
          </a:solidFill>
        </p:spPr>
        <p:txBody>
          <a:bodyPr vert="horz" wrap="square" lIns="0" tIns="0" rIns="0" bIns="0" rtlCol="0">
            <a:noAutofit/>
          </a:bodyPr>
          <a:lstStyle>
            <a:lvl1pPr marL="0" indent="0" algn="l" defTabSz="914400" rtl="0" eaLnBrk="1" latinLnBrk="0" hangingPunct="1">
              <a:lnSpc>
                <a:spcPct val="100000"/>
              </a:lnSpc>
              <a:spcBef>
                <a:spcPts val="0"/>
              </a:spcBef>
              <a:buFont typeface="Skeena" panose="020B0604020202020204" pitchFamily="34" charset="0"/>
              <a:buNone/>
              <a:defRPr sz="100" b="0" kern="1200">
                <a:noFill/>
                <a:latin typeface="+mn-lt"/>
                <a:ea typeface="+mn-ea"/>
                <a:cs typeface="+mn-cs"/>
              </a:defRPr>
            </a:lvl1pPr>
            <a:lvl2pPr marL="0" indent="0" algn="l" defTabSz="914400" rtl="0" eaLnBrk="1" latinLnBrk="0" hangingPunct="1">
              <a:lnSpc>
                <a:spcPct val="100000"/>
              </a:lnSpc>
              <a:spcBef>
                <a:spcPts val="0"/>
              </a:spcBef>
              <a:buFont typeface="Skeena" panose="020B0604020202020204" pitchFamily="34" charset="0"/>
              <a:buNone/>
              <a:defRPr sz="100" b="0" kern="1200">
                <a:noFill/>
                <a:latin typeface="+mn-lt"/>
                <a:ea typeface="+mn-ea"/>
                <a:cs typeface="+mn-cs"/>
              </a:defRPr>
            </a:lvl2pPr>
            <a:lvl3pPr marL="0" indent="0" algn="l" defTabSz="914400" rtl="0" eaLnBrk="1" latinLnBrk="0" hangingPunct="1">
              <a:lnSpc>
                <a:spcPct val="100000"/>
              </a:lnSpc>
              <a:spcBef>
                <a:spcPts val="0"/>
              </a:spcBef>
              <a:buFont typeface="Wingdings" panose="05000000000000000000" pitchFamily="2" charset="2"/>
              <a:buNone/>
              <a:defRPr sz="100" b="0" kern="1200">
                <a:noFill/>
                <a:latin typeface="+mn-lt"/>
                <a:ea typeface="+mn-ea"/>
                <a:cs typeface="+mn-cs"/>
              </a:defRPr>
            </a:lvl3pPr>
            <a:lvl4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4pPr>
            <a:lvl5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5pPr>
            <a:lvl6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6pPr>
            <a:lvl7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7pPr>
            <a:lvl8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8pPr>
            <a:lvl9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9pPr>
          </a:lstStyle>
          <a:p>
            <a:endParaRPr lang="de-DE" dirty="0"/>
          </a:p>
        </p:txBody>
      </p:sp>
      <p:sp>
        <p:nvSpPr>
          <p:cNvPr id="56" name="Text Placeholder 32">
            <a:extLst>
              <a:ext uri="{FF2B5EF4-FFF2-40B4-BE49-F238E27FC236}">
                <a16:creationId xmlns:a16="http://schemas.microsoft.com/office/drawing/2014/main" id="{951F677D-2C71-338C-59AC-80449F2E1EBC}"/>
              </a:ext>
            </a:extLst>
          </p:cNvPr>
          <p:cNvSpPr txBox="1">
            <a:spLocks/>
          </p:cNvSpPr>
          <p:nvPr/>
        </p:nvSpPr>
        <p:spPr bwMode="gray">
          <a:xfrm>
            <a:off x="6352956" y="4378402"/>
            <a:ext cx="148381" cy="496755"/>
          </a:xfrm>
          <a:custGeom>
            <a:avLst/>
            <a:gdLst>
              <a:gd name="connsiteX0" fmla="*/ 0 w 148381"/>
              <a:gd name="connsiteY0" fmla="*/ 0 h 496755"/>
              <a:gd name="connsiteX1" fmla="*/ 148381 w 148381"/>
              <a:gd name="connsiteY1" fmla="*/ 0 h 496755"/>
              <a:gd name="connsiteX2" fmla="*/ 148381 w 148381"/>
              <a:gd name="connsiteY2" fmla="*/ 496755 h 496755"/>
              <a:gd name="connsiteX3" fmla="*/ 0 w 148381"/>
              <a:gd name="connsiteY3" fmla="*/ 496755 h 496755"/>
            </a:gdLst>
            <a:ahLst/>
            <a:cxnLst>
              <a:cxn ang="0">
                <a:pos x="connsiteX0" y="connsiteY0"/>
              </a:cxn>
              <a:cxn ang="0">
                <a:pos x="connsiteX1" y="connsiteY1"/>
              </a:cxn>
              <a:cxn ang="0">
                <a:pos x="connsiteX2" y="connsiteY2"/>
              </a:cxn>
              <a:cxn ang="0">
                <a:pos x="connsiteX3" y="connsiteY3"/>
              </a:cxn>
            </a:cxnLst>
            <a:rect l="l" t="t" r="r" b="b"/>
            <a:pathLst>
              <a:path w="148381" h="496755">
                <a:moveTo>
                  <a:pt x="0" y="0"/>
                </a:moveTo>
                <a:lnTo>
                  <a:pt x="148381" y="0"/>
                </a:lnTo>
                <a:lnTo>
                  <a:pt x="148381" y="496755"/>
                </a:lnTo>
                <a:lnTo>
                  <a:pt x="0" y="496755"/>
                </a:lnTo>
                <a:close/>
              </a:path>
            </a:pathLst>
          </a:custGeom>
          <a:solidFill>
            <a:schemeClr val="accent1"/>
          </a:solidFill>
        </p:spPr>
        <p:txBody>
          <a:bodyPr vert="horz" wrap="square" lIns="0" tIns="0" rIns="0" bIns="0" rtlCol="0">
            <a:noAutofit/>
          </a:bodyPr>
          <a:lstStyle>
            <a:lvl1pPr marL="0" indent="0" algn="l" defTabSz="914400" rtl="0" eaLnBrk="1" latinLnBrk="0" hangingPunct="1">
              <a:lnSpc>
                <a:spcPct val="100000"/>
              </a:lnSpc>
              <a:spcBef>
                <a:spcPts val="0"/>
              </a:spcBef>
              <a:buFont typeface="Skeena" panose="020B0604020202020204" pitchFamily="34" charset="0"/>
              <a:buNone/>
              <a:defRPr sz="100" b="0" kern="1200">
                <a:noFill/>
                <a:latin typeface="+mn-lt"/>
                <a:ea typeface="+mn-ea"/>
                <a:cs typeface="+mn-cs"/>
              </a:defRPr>
            </a:lvl1pPr>
            <a:lvl2pPr marL="0" indent="0" algn="l" defTabSz="914400" rtl="0" eaLnBrk="1" latinLnBrk="0" hangingPunct="1">
              <a:lnSpc>
                <a:spcPct val="100000"/>
              </a:lnSpc>
              <a:spcBef>
                <a:spcPts val="0"/>
              </a:spcBef>
              <a:buFont typeface="Skeena" panose="020B0604020202020204" pitchFamily="34" charset="0"/>
              <a:buNone/>
              <a:defRPr sz="100" b="0" kern="1200">
                <a:noFill/>
                <a:latin typeface="+mn-lt"/>
                <a:ea typeface="+mn-ea"/>
                <a:cs typeface="+mn-cs"/>
              </a:defRPr>
            </a:lvl2pPr>
            <a:lvl3pPr marL="0" indent="0" algn="l" defTabSz="914400" rtl="0" eaLnBrk="1" latinLnBrk="0" hangingPunct="1">
              <a:lnSpc>
                <a:spcPct val="100000"/>
              </a:lnSpc>
              <a:spcBef>
                <a:spcPts val="0"/>
              </a:spcBef>
              <a:buFont typeface="Wingdings" panose="05000000000000000000" pitchFamily="2" charset="2"/>
              <a:buNone/>
              <a:defRPr sz="100" b="0" kern="1200">
                <a:noFill/>
                <a:latin typeface="+mn-lt"/>
                <a:ea typeface="+mn-ea"/>
                <a:cs typeface="+mn-cs"/>
              </a:defRPr>
            </a:lvl3pPr>
            <a:lvl4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4pPr>
            <a:lvl5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5pPr>
            <a:lvl6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6pPr>
            <a:lvl7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7pPr>
            <a:lvl8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8pPr>
            <a:lvl9pPr marL="0" indent="0" algn="l" defTabSz="914400" rtl="0" eaLnBrk="1" latinLnBrk="0" hangingPunct="1">
              <a:lnSpc>
                <a:spcPct val="100000"/>
              </a:lnSpc>
              <a:spcBef>
                <a:spcPts val="0"/>
              </a:spcBef>
              <a:buFont typeface="Symbol" panose="05050102010706020507" pitchFamily="18" charset="2"/>
              <a:buNone/>
              <a:defRPr sz="100" b="0" kern="1200">
                <a:noFill/>
                <a:latin typeface="+mn-lt"/>
                <a:ea typeface="+mn-ea"/>
                <a:cs typeface="+mn-cs"/>
              </a:defRPr>
            </a:lvl9pPr>
          </a:lstStyle>
          <a:p>
            <a:endParaRPr lang="de-DE" dirty="0"/>
          </a:p>
        </p:txBody>
      </p:sp>
      <p:sp>
        <p:nvSpPr>
          <p:cNvPr id="17" name="Text Placeholder 16">
            <a:extLst>
              <a:ext uri="{FF2B5EF4-FFF2-40B4-BE49-F238E27FC236}">
                <a16:creationId xmlns:a16="http://schemas.microsoft.com/office/drawing/2014/main" id="{A51ABA51-65B4-2062-5752-1073DC9161BC}"/>
              </a:ext>
            </a:extLst>
          </p:cNvPr>
          <p:cNvSpPr txBox="1">
            <a:spLocks/>
          </p:cNvSpPr>
          <p:nvPr/>
        </p:nvSpPr>
        <p:spPr bwMode="gray">
          <a:xfrm>
            <a:off x="7245403" y="4536699"/>
            <a:ext cx="3867599" cy="307777"/>
          </a:xfrm>
          <a:prstGeom prst="rect">
            <a:avLst/>
          </a:prstGeom>
        </p:spPr>
        <p:txBody>
          <a:bodyPr vert="horz" wrap="square" lIns="0" tIns="0" rIns="0" bIns="0" rtlCol="0" anchor="ctr">
            <a:spAutoFit/>
          </a:bodyPr>
          <a:lstStyle>
            <a:lvl1pPr marL="0" indent="0" algn="l" defTabSz="914400" rtl="0" eaLnBrk="1" latinLnBrk="0" hangingPunct="1">
              <a:lnSpc>
                <a:spcPct val="100000"/>
              </a:lnSpc>
              <a:spcBef>
                <a:spcPts val="0"/>
              </a:spcBef>
              <a:buFont typeface="Skeena" panose="020B0604020202020204" pitchFamily="34" charset="0"/>
              <a:buNone/>
              <a:defRPr sz="2000" b="0" kern="1200">
                <a:solidFill>
                  <a:schemeClr val="tx1"/>
                </a:solidFill>
                <a:latin typeface="+mn-lt"/>
                <a:ea typeface="+mn-ea"/>
                <a:cs typeface="+mn-cs"/>
              </a:defRPr>
            </a:lvl1pPr>
            <a:lvl2pPr marL="0" indent="0" algn="l" defTabSz="914400" rtl="0" eaLnBrk="1" latinLnBrk="0" hangingPunct="1">
              <a:lnSpc>
                <a:spcPct val="100000"/>
              </a:lnSpc>
              <a:spcBef>
                <a:spcPts val="0"/>
              </a:spcBef>
              <a:buFont typeface="Skeena" panose="020B0604020202020204" pitchFamily="34" charset="0"/>
              <a:buNone/>
              <a:defRPr sz="2000" b="0" kern="1200">
                <a:solidFill>
                  <a:schemeClr val="tx1"/>
                </a:solidFill>
                <a:latin typeface="+mn-lt"/>
                <a:ea typeface="+mn-ea"/>
                <a:cs typeface="+mn-cs"/>
              </a:defRPr>
            </a:lvl2pPr>
            <a:lvl3pPr marL="0" indent="0" algn="l" defTabSz="914400" rtl="0" eaLnBrk="1" latinLnBrk="0" hangingPunct="1">
              <a:lnSpc>
                <a:spcPct val="100000"/>
              </a:lnSpc>
              <a:spcBef>
                <a:spcPts val="0"/>
              </a:spcBef>
              <a:buFont typeface="Wingdings" panose="05000000000000000000" pitchFamily="2" charset="2"/>
              <a:buNone/>
              <a:defRPr sz="2000" b="0" kern="1200">
                <a:solidFill>
                  <a:schemeClr val="tx1"/>
                </a:solidFill>
                <a:latin typeface="+mn-lt"/>
                <a:ea typeface="+mn-ea"/>
                <a:cs typeface="+mn-cs"/>
              </a:defRPr>
            </a:lvl3pPr>
            <a:lvl4pPr marL="0" indent="0" algn="l" defTabSz="914400" rtl="0" eaLnBrk="1" latinLnBrk="0" hangingPunct="1">
              <a:lnSpc>
                <a:spcPct val="100000"/>
              </a:lnSpc>
              <a:spcBef>
                <a:spcPts val="0"/>
              </a:spcBef>
              <a:buFont typeface="Symbol" panose="05050102010706020507" pitchFamily="18" charset="2"/>
              <a:buNone/>
              <a:defRPr sz="2000" b="0" kern="1200">
                <a:solidFill>
                  <a:schemeClr val="tx1"/>
                </a:solidFill>
                <a:latin typeface="+mn-lt"/>
                <a:ea typeface="+mn-ea"/>
                <a:cs typeface="+mn-cs"/>
              </a:defRPr>
            </a:lvl4pPr>
            <a:lvl5pPr marL="0" indent="0" algn="l" defTabSz="914400" rtl="0" eaLnBrk="1" latinLnBrk="0" hangingPunct="1">
              <a:lnSpc>
                <a:spcPct val="100000"/>
              </a:lnSpc>
              <a:spcBef>
                <a:spcPts val="0"/>
              </a:spcBef>
              <a:buFont typeface="Symbol" panose="05050102010706020507" pitchFamily="18" charset="2"/>
              <a:buNone/>
              <a:defRPr sz="2000" b="0" kern="1200">
                <a:solidFill>
                  <a:schemeClr val="tx1"/>
                </a:solidFill>
                <a:latin typeface="+mn-lt"/>
                <a:ea typeface="+mn-ea"/>
                <a:cs typeface="+mn-cs"/>
              </a:defRPr>
            </a:lvl5pPr>
            <a:lvl6pPr marL="0" indent="0" algn="l" defTabSz="914400" rtl="0" eaLnBrk="1" latinLnBrk="0" hangingPunct="1">
              <a:lnSpc>
                <a:spcPct val="100000"/>
              </a:lnSpc>
              <a:spcBef>
                <a:spcPts val="0"/>
              </a:spcBef>
              <a:buFont typeface="Symbol" panose="05050102010706020507" pitchFamily="18" charset="2"/>
              <a:buNone/>
              <a:defRPr sz="2000" b="0" kern="1200">
                <a:solidFill>
                  <a:schemeClr val="tx1"/>
                </a:solidFill>
                <a:latin typeface="+mn-lt"/>
                <a:ea typeface="+mn-ea"/>
                <a:cs typeface="+mn-cs"/>
              </a:defRPr>
            </a:lvl6pPr>
            <a:lvl7pPr marL="0" indent="0" algn="l" defTabSz="914400" rtl="0" eaLnBrk="1" latinLnBrk="0" hangingPunct="1">
              <a:lnSpc>
                <a:spcPct val="100000"/>
              </a:lnSpc>
              <a:spcBef>
                <a:spcPts val="0"/>
              </a:spcBef>
              <a:buFont typeface="Symbol" panose="05050102010706020507" pitchFamily="18" charset="2"/>
              <a:buNone/>
              <a:defRPr sz="2000" b="0" kern="1200">
                <a:solidFill>
                  <a:schemeClr val="tx1"/>
                </a:solidFill>
                <a:latin typeface="+mn-lt"/>
                <a:ea typeface="+mn-ea"/>
                <a:cs typeface="+mn-cs"/>
              </a:defRPr>
            </a:lvl7pPr>
            <a:lvl8pPr marL="0" indent="0" algn="l" defTabSz="914400" rtl="0" eaLnBrk="1" latinLnBrk="0" hangingPunct="1">
              <a:lnSpc>
                <a:spcPct val="100000"/>
              </a:lnSpc>
              <a:spcBef>
                <a:spcPts val="0"/>
              </a:spcBef>
              <a:buFont typeface="Symbol" panose="05050102010706020507" pitchFamily="18" charset="2"/>
              <a:buNone/>
              <a:defRPr sz="2000" b="0" kern="1200">
                <a:solidFill>
                  <a:schemeClr val="tx1"/>
                </a:solidFill>
                <a:latin typeface="+mn-lt"/>
                <a:ea typeface="+mn-ea"/>
                <a:cs typeface="+mn-cs"/>
              </a:defRPr>
            </a:lvl8pPr>
            <a:lvl9pPr marL="0" indent="0" algn="l" defTabSz="914400" rtl="0" eaLnBrk="1" latinLnBrk="0" hangingPunct="1">
              <a:lnSpc>
                <a:spcPct val="100000"/>
              </a:lnSpc>
              <a:spcBef>
                <a:spcPts val="0"/>
              </a:spcBef>
              <a:buFont typeface="Symbol" panose="05050102010706020507" pitchFamily="18" charset="2"/>
              <a:buNone/>
              <a:defRPr sz="2000" b="0" kern="1200">
                <a:solidFill>
                  <a:schemeClr val="tx1"/>
                </a:solidFill>
                <a:latin typeface="+mn-lt"/>
                <a:ea typeface="+mn-ea"/>
                <a:cs typeface="+mn-cs"/>
              </a:defRPr>
            </a:lvl9pPr>
          </a:lstStyle>
          <a:p>
            <a:r>
              <a:rPr lang="de-DE" dirty="0">
                <a:solidFill>
                  <a:srgbClr val="161616"/>
                </a:solidFill>
                <a:latin typeface="Segoe UI" panose="020B0502040204020203" pitchFamily="34" charset="0"/>
              </a:rPr>
              <a:t>Implementation </a:t>
            </a:r>
            <a:r>
              <a:rPr lang="de-DE" dirty="0" err="1">
                <a:solidFill>
                  <a:srgbClr val="161616"/>
                </a:solidFill>
                <a:latin typeface="Segoe UI" panose="020B0502040204020203" pitchFamily="34" charset="0"/>
              </a:rPr>
              <a:t>Issues</a:t>
            </a:r>
            <a:endParaRPr lang="de-DE" dirty="0"/>
          </a:p>
        </p:txBody>
      </p:sp>
      <p:sp>
        <p:nvSpPr>
          <p:cNvPr id="36" name="Text Placeholder 16">
            <a:extLst>
              <a:ext uri="{FF2B5EF4-FFF2-40B4-BE49-F238E27FC236}">
                <a16:creationId xmlns:a16="http://schemas.microsoft.com/office/drawing/2014/main" id="{EB5A7AD0-3C18-18F6-F44A-1192F93BFCD8}"/>
              </a:ext>
            </a:extLst>
          </p:cNvPr>
          <p:cNvSpPr txBox="1">
            <a:spLocks/>
          </p:cNvSpPr>
          <p:nvPr/>
        </p:nvSpPr>
        <p:spPr bwMode="gray">
          <a:xfrm>
            <a:off x="7245403" y="5590418"/>
            <a:ext cx="3867599" cy="307777"/>
          </a:xfrm>
          <a:prstGeom prst="rect">
            <a:avLst/>
          </a:prstGeom>
        </p:spPr>
        <p:txBody>
          <a:bodyPr vert="horz" wrap="square" lIns="0" tIns="0" rIns="0" bIns="0" rtlCol="0" anchor="ctr">
            <a:spAutoFit/>
          </a:bodyPr>
          <a:lstStyle>
            <a:lvl1pPr marL="0" indent="0" algn="l" defTabSz="914400" rtl="0" eaLnBrk="1" latinLnBrk="0" hangingPunct="1">
              <a:lnSpc>
                <a:spcPct val="100000"/>
              </a:lnSpc>
              <a:spcBef>
                <a:spcPts val="0"/>
              </a:spcBef>
              <a:buFont typeface="Skeena" panose="020B0604020202020204" pitchFamily="34" charset="0"/>
              <a:buNone/>
              <a:defRPr sz="2000" b="0" kern="1200">
                <a:solidFill>
                  <a:schemeClr val="tx1"/>
                </a:solidFill>
                <a:latin typeface="+mn-lt"/>
                <a:ea typeface="+mn-ea"/>
                <a:cs typeface="+mn-cs"/>
              </a:defRPr>
            </a:lvl1pPr>
            <a:lvl2pPr marL="0" indent="0" algn="l" defTabSz="914400" rtl="0" eaLnBrk="1" latinLnBrk="0" hangingPunct="1">
              <a:lnSpc>
                <a:spcPct val="100000"/>
              </a:lnSpc>
              <a:spcBef>
                <a:spcPts val="0"/>
              </a:spcBef>
              <a:buFont typeface="Skeena" panose="020B0604020202020204" pitchFamily="34" charset="0"/>
              <a:buNone/>
              <a:defRPr sz="2000" b="0" kern="1200">
                <a:solidFill>
                  <a:schemeClr val="tx1"/>
                </a:solidFill>
                <a:latin typeface="+mn-lt"/>
                <a:ea typeface="+mn-ea"/>
                <a:cs typeface="+mn-cs"/>
              </a:defRPr>
            </a:lvl2pPr>
            <a:lvl3pPr marL="0" indent="0" algn="l" defTabSz="914400" rtl="0" eaLnBrk="1" latinLnBrk="0" hangingPunct="1">
              <a:lnSpc>
                <a:spcPct val="100000"/>
              </a:lnSpc>
              <a:spcBef>
                <a:spcPts val="0"/>
              </a:spcBef>
              <a:buFont typeface="Wingdings" panose="05000000000000000000" pitchFamily="2" charset="2"/>
              <a:buNone/>
              <a:defRPr sz="2000" b="0" kern="1200">
                <a:solidFill>
                  <a:schemeClr val="tx1"/>
                </a:solidFill>
                <a:latin typeface="+mn-lt"/>
                <a:ea typeface="+mn-ea"/>
                <a:cs typeface="+mn-cs"/>
              </a:defRPr>
            </a:lvl3pPr>
            <a:lvl4pPr marL="0" indent="0" algn="l" defTabSz="914400" rtl="0" eaLnBrk="1" latinLnBrk="0" hangingPunct="1">
              <a:lnSpc>
                <a:spcPct val="100000"/>
              </a:lnSpc>
              <a:spcBef>
                <a:spcPts val="0"/>
              </a:spcBef>
              <a:buFont typeface="Symbol" panose="05050102010706020507" pitchFamily="18" charset="2"/>
              <a:buNone/>
              <a:defRPr sz="2000" b="0" kern="1200">
                <a:solidFill>
                  <a:schemeClr val="tx1"/>
                </a:solidFill>
                <a:latin typeface="+mn-lt"/>
                <a:ea typeface="+mn-ea"/>
                <a:cs typeface="+mn-cs"/>
              </a:defRPr>
            </a:lvl4pPr>
            <a:lvl5pPr marL="0" indent="0" algn="l" defTabSz="914400" rtl="0" eaLnBrk="1" latinLnBrk="0" hangingPunct="1">
              <a:lnSpc>
                <a:spcPct val="100000"/>
              </a:lnSpc>
              <a:spcBef>
                <a:spcPts val="0"/>
              </a:spcBef>
              <a:buFont typeface="Symbol" panose="05050102010706020507" pitchFamily="18" charset="2"/>
              <a:buNone/>
              <a:defRPr sz="2000" b="0" kern="1200">
                <a:solidFill>
                  <a:schemeClr val="tx1"/>
                </a:solidFill>
                <a:latin typeface="+mn-lt"/>
                <a:ea typeface="+mn-ea"/>
                <a:cs typeface="+mn-cs"/>
              </a:defRPr>
            </a:lvl5pPr>
            <a:lvl6pPr marL="0" indent="0" algn="l" defTabSz="914400" rtl="0" eaLnBrk="1" latinLnBrk="0" hangingPunct="1">
              <a:lnSpc>
                <a:spcPct val="100000"/>
              </a:lnSpc>
              <a:spcBef>
                <a:spcPts val="0"/>
              </a:spcBef>
              <a:buFont typeface="Symbol" panose="05050102010706020507" pitchFamily="18" charset="2"/>
              <a:buNone/>
              <a:defRPr sz="2000" b="0" kern="1200">
                <a:solidFill>
                  <a:schemeClr val="tx1"/>
                </a:solidFill>
                <a:latin typeface="+mn-lt"/>
                <a:ea typeface="+mn-ea"/>
                <a:cs typeface="+mn-cs"/>
              </a:defRPr>
            </a:lvl6pPr>
            <a:lvl7pPr marL="0" indent="0" algn="l" defTabSz="914400" rtl="0" eaLnBrk="1" latinLnBrk="0" hangingPunct="1">
              <a:lnSpc>
                <a:spcPct val="100000"/>
              </a:lnSpc>
              <a:spcBef>
                <a:spcPts val="0"/>
              </a:spcBef>
              <a:buFont typeface="Symbol" panose="05050102010706020507" pitchFamily="18" charset="2"/>
              <a:buNone/>
              <a:defRPr sz="2000" b="0" kern="1200">
                <a:solidFill>
                  <a:schemeClr val="tx1"/>
                </a:solidFill>
                <a:latin typeface="+mn-lt"/>
                <a:ea typeface="+mn-ea"/>
                <a:cs typeface="+mn-cs"/>
              </a:defRPr>
            </a:lvl7pPr>
            <a:lvl8pPr marL="0" indent="0" algn="l" defTabSz="914400" rtl="0" eaLnBrk="1" latinLnBrk="0" hangingPunct="1">
              <a:lnSpc>
                <a:spcPct val="100000"/>
              </a:lnSpc>
              <a:spcBef>
                <a:spcPts val="0"/>
              </a:spcBef>
              <a:buFont typeface="Symbol" panose="05050102010706020507" pitchFamily="18" charset="2"/>
              <a:buNone/>
              <a:defRPr sz="2000" b="0" kern="1200">
                <a:solidFill>
                  <a:schemeClr val="tx1"/>
                </a:solidFill>
                <a:latin typeface="+mn-lt"/>
                <a:ea typeface="+mn-ea"/>
                <a:cs typeface="+mn-cs"/>
              </a:defRPr>
            </a:lvl8pPr>
            <a:lvl9pPr marL="0" indent="0" algn="l" defTabSz="914400" rtl="0" eaLnBrk="1" latinLnBrk="0" hangingPunct="1">
              <a:lnSpc>
                <a:spcPct val="100000"/>
              </a:lnSpc>
              <a:spcBef>
                <a:spcPts val="0"/>
              </a:spcBef>
              <a:buFont typeface="Symbol" panose="05050102010706020507" pitchFamily="18" charset="2"/>
              <a:buNone/>
              <a:defRPr sz="2000" b="0" kern="1200">
                <a:solidFill>
                  <a:schemeClr val="tx1"/>
                </a:solidFill>
                <a:latin typeface="+mn-lt"/>
                <a:ea typeface="+mn-ea"/>
                <a:cs typeface="+mn-cs"/>
              </a:defRPr>
            </a:lvl9pPr>
          </a:lstStyle>
          <a:p>
            <a:r>
              <a:rPr lang="de-DE" dirty="0" err="1">
                <a:solidFill>
                  <a:srgbClr val="161616"/>
                </a:solidFill>
                <a:latin typeface="Segoe UI" panose="020B0502040204020203" pitchFamily="34" charset="0"/>
              </a:rPr>
              <a:t>Tips</a:t>
            </a:r>
            <a:r>
              <a:rPr lang="de-DE" dirty="0">
                <a:solidFill>
                  <a:srgbClr val="161616"/>
                </a:solidFill>
                <a:latin typeface="Segoe UI" panose="020B0502040204020203" pitchFamily="34" charset="0"/>
              </a:rPr>
              <a:t> &amp; </a:t>
            </a:r>
            <a:r>
              <a:rPr lang="de-DE" dirty="0" err="1">
                <a:solidFill>
                  <a:srgbClr val="161616"/>
                </a:solidFill>
                <a:latin typeface="Segoe UI" panose="020B0502040204020203" pitchFamily="34" charset="0"/>
              </a:rPr>
              <a:t>Discussion</a:t>
            </a:r>
            <a:endParaRPr lang="de-DE" dirty="0"/>
          </a:p>
        </p:txBody>
      </p:sp>
    </p:spTree>
    <p:extLst>
      <p:ext uri="{BB962C8B-B14F-4D97-AF65-F5344CB8AC3E}">
        <p14:creationId xmlns:p14="http://schemas.microsoft.com/office/powerpoint/2010/main" val="30994445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BFDFF-58F8-8165-27F8-2DC1721D4851}"/>
              </a:ext>
            </a:extLst>
          </p:cNvPr>
          <p:cNvSpPr>
            <a:spLocks noGrp="1"/>
          </p:cNvSpPr>
          <p:nvPr>
            <p:ph type="title"/>
          </p:nvPr>
        </p:nvSpPr>
        <p:spPr bwMode="gray">
          <a:xfrm>
            <a:off x="407368" y="371905"/>
            <a:ext cx="10512000" cy="498598"/>
          </a:xfrm>
        </p:spPr>
        <p:txBody>
          <a:bodyPr/>
          <a:lstStyle/>
          <a:p>
            <a:r>
              <a:rPr lang="de-DE" dirty="0"/>
              <a:t>1 </a:t>
            </a:r>
            <a:r>
              <a:rPr lang="de-DE" dirty="0" err="1"/>
              <a:t>Why</a:t>
            </a:r>
            <a:r>
              <a:rPr lang="de-DE" dirty="0"/>
              <a:t> </a:t>
            </a:r>
            <a:r>
              <a:rPr lang="de-DE" dirty="0" err="1"/>
              <a:t>we</a:t>
            </a:r>
            <a:r>
              <a:rPr lang="de-DE" dirty="0"/>
              <a:t> care </a:t>
            </a:r>
            <a:r>
              <a:rPr lang="de-DE" dirty="0" err="1"/>
              <a:t>the</a:t>
            </a:r>
            <a:r>
              <a:rPr lang="de-DE" dirty="0"/>
              <a:t> Software Quality?</a:t>
            </a:r>
          </a:p>
        </p:txBody>
      </p:sp>
      <p:sp>
        <p:nvSpPr>
          <p:cNvPr id="3" name="Footer Placeholder 2">
            <a:extLst>
              <a:ext uri="{FF2B5EF4-FFF2-40B4-BE49-F238E27FC236}">
                <a16:creationId xmlns:a16="http://schemas.microsoft.com/office/drawing/2014/main" id="{808D41D4-3B88-D9D4-3FD5-39C81EBFB923}"/>
              </a:ext>
            </a:extLst>
          </p:cNvPr>
          <p:cNvSpPr>
            <a:spLocks noGrp="1"/>
          </p:cNvSpPr>
          <p:nvPr>
            <p:ph type="ftr" sz="quarter" idx="10"/>
          </p:nvPr>
        </p:nvSpPr>
        <p:spPr bwMode="gray"/>
        <p:txBody>
          <a:bodyPr/>
          <a:lstStyle/>
          <a:p>
            <a:r>
              <a:rPr lang="de-DE" dirty="0"/>
              <a:t>Hier steht der übergeordnete Präsentationstitel (Einfügen → Kopf- und Fußzeile)</a:t>
            </a:r>
          </a:p>
        </p:txBody>
      </p:sp>
      <p:sp>
        <p:nvSpPr>
          <p:cNvPr id="4" name="Slide Number Placeholder 3">
            <a:extLst>
              <a:ext uri="{FF2B5EF4-FFF2-40B4-BE49-F238E27FC236}">
                <a16:creationId xmlns:a16="http://schemas.microsoft.com/office/drawing/2014/main" id="{4FBF9FA6-0FB3-D725-43FE-7CFFA7DC7AC7}"/>
              </a:ext>
            </a:extLst>
          </p:cNvPr>
          <p:cNvSpPr>
            <a:spLocks noGrp="1"/>
          </p:cNvSpPr>
          <p:nvPr>
            <p:ph type="sldNum" sz="quarter" idx="11"/>
          </p:nvPr>
        </p:nvSpPr>
        <p:spPr bwMode="gray"/>
        <p:txBody>
          <a:bodyPr/>
          <a:lstStyle/>
          <a:p>
            <a:fld id="{5438FF58-A5B1-455A-BA0C-D8E0E4C71076}" type="slidenum">
              <a:rPr lang="de-DE" smtClean="0"/>
              <a:pPr/>
              <a:t>3</a:t>
            </a:fld>
            <a:endParaRPr lang="de-DE" dirty="0"/>
          </a:p>
        </p:txBody>
      </p:sp>
      <p:sp>
        <p:nvSpPr>
          <p:cNvPr id="5" name="Text Placeholder 4">
            <a:extLst>
              <a:ext uri="{FF2B5EF4-FFF2-40B4-BE49-F238E27FC236}">
                <a16:creationId xmlns:a16="http://schemas.microsoft.com/office/drawing/2014/main" id="{654DE9D1-5746-FABD-4A8B-0B8BC601E17F}"/>
              </a:ext>
            </a:extLst>
          </p:cNvPr>
          <p:cNvSpPr>
            <a:spLocks noGrp="1"/>
          </p:cNvSpPr>
          <p:nvPr>
            <p:ph type="body" sz="quarter" idx="12"/>
          </p:nvPr>
        </p:nvSpPr>
        <p:spPr bwMode="gray">
          <a:xfrm>
            <a:off x="747203" y="1098180"/>
            <a:ext cx="10697593" cy="5144843"/>
          </a:xfrm>
        </p:spPr>
        <p:txBody>
          <a:bodyPr/>
          <a:lstStyle/>
          <a:p>
            <a:pPr lvl="2"/>
            <a:r>
              <a:rPr lang="de-DE" sz="2000" dirty="0"/>
              <a:t>Risk </a:t>
            </a:r>
            <a:r>
              <a:rPr lang="de-DE" sz="2000" dirty="0" err="1"/>
              <a:t>management</a:t>
            </a:r>
            <a:endParaRPr lang="de-DE" sz="2000" dirty="0"/>
          </a:p>
          <a:p>
            <a:pPr marL="0" lvl="2" indent="0">
              <a:buNone/>
            </a:pPr>
            <a:r>
              <a:rPr lang="en-GB" sz="1600" dirty="0"/>
              <a:t>Software failure has caused more than inconvenience. Software errors can cause human fatalities.</a:t>
            </a:r>
          </a:p>
          <a:p>
            <a:pPr marL="522900" lvl="3" indent="-342900">
              <a:buFont typeface="+mj-lt"/>
              <a:buAutoNum type="arabicPeriod"/>
            </a:pPr>
            <a:r>
              <a:rPr lang="en-GB" dirty="0"/>
              <a:t>The </a:t>
            </a:r>
            <a:r>
              <a:rPr lang="en-GB" dirty="0">
                <a:hlinkClick r:id="rId3" tooltip="Vancouver Stock Exchange"/>
              </a:rPr>
              <a:t>Vancouver Stock Exchange</a:t>
            </a:r>
            <a:r>
              <a:rPr lang="en-GB" dirty="0"/>
              <a:t> index had large errors due to repeated rounding. In January 1982 the index was initialized at 1000 and subsequently updated and </a:t>
            </a:r>
            <a:r>
              <a:rPr lang="en-GB" dirty="0">
                <a:hlinkClick r:id="rId4" tooltip="Truncation"/>
              </a:rPr>
              <a:t>truncated</a:t>
            </a:r>
            <a:r>
              <a:rPr lang="en-GB" dirty="0"/>
              <a:t> to three decimal places on each trade. This was done about 3000 times a day. The accumulated truncations led to an erroneous loss of around 25 points per month. Over the weekend of November 25–28, 1983, the error was corrected, raising the value of the index from its Friday closing figure of 524.811 to 1098.892.</a:t>
            </a:r>
          </a:p>
          <a:p>
            <a:pPr marL="522900" lvl="3" indent="-342900">
              <a:buFont typeface="+mj-lt"/>
              <a:buAutoNum type="arabicPeriod"/>
            </a:pPr>
            <a:r>
              <a:rPr lang="en-GB" dirty="0">
                <a:hlinkClick r:id="rId5" tooltip="Knight Capital Group"/>
              </a:rPr>
              <a:t>Knight Capital Group</a:t>
            </a:r>
            <a:r>
              <a:rPr lang="en-GB" dirty="0"/>
              <a:t> lost $440 million in 45 minutes due to the improper deployment of software on servers and the re-use of a critical software flag that caused old unused software code to execute during trading.</a:t>
            </a:r>
          </a:p>
          <a:p>
            <a:pPr marL="522900" lvl="3" indent="-342900">
              <a:buFont typeface="+mj-lt"/>
              <a:buAutoNum type="arabicPeriod"/>
            </a:pPr>
            <a:r>
              <a:rPr lang="en-GB" dirty="0"/>
              <a:t>The </a:t>
            </a:r>
            <a:r>
              <a:rPr lang="en-GB" dirty="0">
                <a:hlinkClick r:id="rId6" tooltip="British Post Office scandal"/>
              </a:rPr>
              <a:t>British Post Office scandal</a:t>
            </a:r>
            <a:r>
              <a:rPr lang="en-GB" dirty="0"/>
              <a:t>; between 2000 and 2015, 736 </a:t>
            </a:r>
            <a:r>
              <a:rPr lang="en-GB" dirty="0" err="1"/>
              <a:t>subpostmasters</a:t>
            </a:r>
            <a:r>
              <a:rPr lang="en-GB" dirty="0"/>
              <a:t> were prosecuted by the UK Post Office, with many falsely convicted and sent to prison. The </a:t>
            </a:r>
            <a:r>
              <a:rPr lang="en-GB" dirty="0" err="1"/>
              <a:t>subpostmasters</a:t>
            </a:r>
            <a:r>
              <a:rPr lang="en-GB" dirty="0"/>
              <a:t> were blamed for financial shortfalls which actually were caused by software defects in the Post Office's Horizon accounting software.</a:t>
            </a:r>
          </a:p>
          <a:p>
            <a:pPr marL="522900" lvl="3" indent="-342900">
              <a:buFont typeface="+mj-lt"/>
              <a:buAutoNum type="arabicPeriod"/>
            </a:pPr>
            <a:r>
              <a:rPr lang="en-GB" dirty="0"/>
              <a:t>A bug in the code controlling the </a:t>
            </a:r>
            <a:r>
              <a:rPr lang="en-GB" dirty="0">
                <a:hlinkClick r:id="rId7" tooltip="Therac-25"/>
              </a:rPr>
              <a:t>Therac-25</a:t>
            </a:r>
            <a:r>
              <a:rPr lang="en-GB" dirty="0"/>
              <a:t> </a:t>
            </a:r>
            <a:r>
              <a:rPr lang="en-GB" dirty="0">
                <a:hlinkClick r:id="rId8" tooltip="Radiation therapy"/>
              </a:rPr>
              <a:t>radiation therapy</a:t>
            </a:r>
            <a:r>
              <a:rPr lang="en-GB" dirty="0"/>
              <a:t> machine was directly responsible for at least five patient deaths in the 1980s when it administered excessive quantities of </a:t>
            </a:r>
            <a:r>
              <a:rPr lang="en-GB" dirty="0">
                <a:hlinkClick r:id="rId9" tooltip="Beta particle"/>
              </a:rPr>
              <a:t>beta radiation</a:t>
            </a:r>
            <a:r>
              <a:rPr lang="en-GB" dirty="0"/>
              <a:t>.</a:t>
            </a:r>
            <a:endParaRPr lang="en-GB" sz="1800" dirty="0"/>
          </a:p>
          <a:p>
            <a:pPr marL="522900" lvl="3" indent="-342900">
              <a:buFont typeface="+mj-lt"/>
              <a:buAutoNum type="arabicPeriod"/>
            </a:pPr>
            <a:r>
              <a:rPr lang="en-GB" sz="1800" dirty="0"/>
              <a:t>etc.</a:t>
            </a:r>
            <a:endParaRPr lang="de-DE" sz="1800" dirty="0"/>
          </a:p>
          <a:p>
            <a:pPr lvl="2"/>
            <a:endParaRPr lang="de-DE" sz="2000" dirty="0"/>
          </a:p>
          <a:p>
            <a:pPr marL="0" lvl="2" indent="0">
              <a:buNone/>
            </a:pPr>
            <a:endParaRPr lang="de-DE" sz="2000" dirty="0"/>
          </a:p>
        </p:txBody>
      </p:sp>
    </p:spTree>
    <p:extLst>
      <p:ext uri="{BB962C8B-B14F-4D97-AF65-F5344CB8AC3E}">
        <p14:creationId xmlns:p14="http://schemas.microsoft.com/office/powerpoint/2010/main" val="20288969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1E5E0D-8B1F-D9A3-31CD-ADEAE602F1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5F6935-1A5E-4429-9D0D-14F8CD0B573A}"/>
              </a:ext>
            </a:extLst>
          </p:cNvPr>
          <p:cNvSpPr>
            <a:spLocks noGrp="1"/>
          </p:cNvSpPr>
          <p:nvPr>
            <p:ph type="title"/>
          </p:nvPr>
        </p:nvSpPr>
        <p:spPr bwMode="gray">
          <a:xfrm>
            <a:off x="407368" y="371905"/>
            <a:ext cx="10512000" cy="498598"/>
          </a:xfrm>
        </p:spPr>
        <p:txBody>
          <a:bodyPr/>
          <a:lstStyle/>
          <a:p>
            <a:r>
              <a:rPr lang="de-DE" dirty="0"/>
              <a:t>1 </a:t>
            </a:r>
            <a:r>
              <a:rPr lang="de-DE" dirty="0" err="1"/>
              <a:t>Why</a:t>
            </a:r>
            <a:r>
              <a:rPr lang="de-DE" dirty="0"/>
              <a:t> </a:t>
            </a:r>
            <a:r>
              <a:rPr lang="de-DE" dirty="0" err="1"/>
              <a:t>we</a:t>
            </a:r>
            <a:r>
              <a:rPr lang="de-DE" dirty="0"/>
              <a:t> care </a:t>
            </a:r>
            <a:r>
              <a:rPr lang="de-DE" dirty="0" err="1"/>
              <a:t>the</a:t>
            </a:r>
            <a:r>
              <a:rPr lang="de-DE" dirty="0"/>
              <a:t> Software Quality?</a:t>
            </a:r>
          </a:p>
        </p:txBody>
      </p:sp>
      <p:sp>
        <p:nvSpPr>
          <p:cNvPr id="3" name="Footer Placeholder 2">
            <a:extLst>
              <a:ext uri="{FF2B5EF4-FFF2-40B4-BE49-F238E27FC236}">
                <a16:creationId xmlns:a16="http://schemas.microsoft.com/office/drawing/2014/main" id="{99B6B580-900B-3ED7-C914-0F5639764C09}"/>
              </a:ext>
            </a:extLst>
          </p:cNvPr>
          <p:cNvSpPr>
            <a:spLocks noGrp="1"/>
          </p:cNvSpPr>
          <p:nvPr>
            <p:ph type="ftr" sz="quarter" idx="10"/>
          </p:nvPr>
        </p:nvSpPr>
        <p:spPr bwMode="gray"/>
        <p:txBody>
          <a:bodyPr/>
          <a:lstStyle/>
          <a:p>
            <a:r>
              <a:rPr lang="de-DE" dirty="0"/>
              <a:t>Hier steht der übergeordnete Präsentationstitel (Einfügen → Kopf- und Fußzeile)</a:t>
            </a:r>
          </a:p>
        </p:txBody>
      </p:sp>
      <p:sp>
        <p:nvSpPr>
          <p:cNvPr id="4" name="Slide Number Placeholder 3">
            <a:extLst>
              <a:ext uri="{FF2B5EF4-FFF2-40B4-BE49-F238E27FC236}">
                <a16:creationId xmlns:a16="http://schemas.microsoft.com/office/drawing/2014/main" id="{BE763A19-EEDB-E9EE-B21D-C1E8DB30B7B8}"/>
              </a:ext>
            </a:extLst>
          </p:cNvPr>
          <p:cNvSpPr>
            <a:spLocks noGrp="1"/>
          </p:cNvSpPr>
          <p:nvPr>
            <p:ph type="sldNum" sz="quarter" idx="11"/>
          </p:nvPr>
        </p:nvSpPr>
        <p:spPr bwMode="gray"/>
        <p:txBody>
          <a:bodyPr/>
          <a:lstStyle/>
          <a:p>
            <a:fld id="{5438FF58-A5B1-455A-BA0C-D8E0E4C71076}" type="slidenum">
              <a:rPr lang="de-DE" smtClean="0"/>
              <a:pPr/>
              <a:t>4</a:t>
            </a:fld>
            <a:endParaRPr lang="de-DE" dirty="0"/>
          </a:p>
        </p:txBody>
      </p:sp>
      <p:sp>
        <p:nvSpPr>
          <p:cNvPr id="5" name="Text Placeholder 4">
            <a:extLst>
              <a:ext uri="{FF2B5EF4-FFF2-40B4-BE49-F238E27FC236}">
                <a16:creationId xmlns:a16="http://schemas.microsoft.com/office/drawing/2014/main" id="{E5C8C533-0F17-E6B3-4EAD-577030CB6125}"/>
              </a:ext>
            </a:extLst>
          </p:cNvPr>
          <p:cNvSpPr>
            <a:spLocks noGrp="1"/>
          </p:cNvSpPr>
          <p:nvPr>
            <p:ph type="body" sz="quarter" idx="12"/>
          </p:nvPr>
        </p:nvSpPr>
        <p:spPr bwMode="gray">
          <a:xfrm>
            <a:off x="747203" y="1098180"/>
            <a:ext cx="10697593" cy="5144843"/>
          </a:xfrm>
        </p:spPr>
        <p:txBody>
          <a:bodyPr/>
          <a:lstStyle/>
          <a:p>
            <a:pPr lvl="2"/>
            <a:r>
              <a:rPr lang="de-DE" sz="2000" dirty="0" err="1"/>
              <a:t>Cost</a:t>
            </a:r>
            <a:r>
              <a:rPr lang="de-DE" sz="2000" dirty="0"/>
              <a:t> </a:t>
            </a:r>
            <a:r>
              <a:rPr lang="de-DE" sz="2000" dirty="0" err="1"/>
              <a:t>management</a:t>
            </a:r>
            <a:endParaRPr lang="de-DE" sz="2000" dirty="0"/>
          </a:p>
          <a:p>
            <a:pPr marL="0" lvl="2" indent="0">
              <a:buNone/>
            </a:pPr>
            <a:r>
              <a:rPr lang="en-GB" sz="1600" dirty="0"/>
              <a:t>As in any other field of engineering, a software product or service governed by good software quality costs less to maintain, is easier to understand and can be changed more cost-effectively in response to pressing business needs.</a:t>
            </a:r>
          </a:p>
          <a:p>
            <a:pPr marL="0" lvl="2" indent="0">
              <a:buNone/>
            </a:pPr>
            <a:r>
              <a:rPr lang="en-GB" sz="1600" dirty="0"/>
              <a:t>Industry data demonstrate that poor application structural quality in core </a:t>
            </a:r>
            <a:r>
              <a:rPr lang="en-GB" sz="1600" dirty="0">
                <a:hlinkClick r:id="rId3" tooltip="Business application"/>
              </a:rPr>
              <a:t>business applications</a:t>
            </a:r>
            <a:r>
              <a:rPr lang="en-GB" sz="1600" dirty="0"/>
              <a:t> (such as </a:t>
            </a:r>
            <a:r>
              <a:rPr lang="en-GB" sz="1600" dirty="0">
                <a:hlinkClick r:id="rId4" tooltip="Enterprise resource planning"/>
              </a:rPr>
              <a:t>enterprise resource planning</a:t>
            </a:r>
            <a:r>
              <a:rPr lang="en-GB" sz="1600" dirty="0"/>
              <a:t> (ERP), </a:t>
            </a:r>
            <a:r>
              <a:rPr lang="en-GB" sz="1600" dirty="0">
                <a:hlinkClick r:id="rId5" tooltip="Customer relationship management"/>
              </a:rPr>
              <a:t>customer relationship management</a:t>
            </a:r>
            <a:r>
              <a:rPr lang="en-GB" sz="1600" dirty="0"/>
              <a:t> (CRM) or large </a:t>
            </a:r>
            <a:r>
              <a:rPr lang="en-GB" sz="1600" dirty="0">
                <a:hlinkClick r:id="rId6" tooltip="Transaction processing"/>
              </a:rPr>
              <a:t>transaction processing</a:t>
            </a:r>
            <a:r>
              <a:rPr lang="en-GB" sz="1600" dirty="0"/>
              <a:t> systems in financial services) results in cost, schedule overruns and creates waste in the form of rework (see </a:t>
            </a:r>
            <a:r>
              <a:rPr lang="en-GB" sz="1600" dirty="0">
                <a:hlinkClick r:id="rId7" tooltip="Muda (Japanese term)"/>
              </a:rPr>
              <a:t>Muda (Japanese term)</a:t>
            </a:r>
            <a:r>
              <a:rPr lang="en-GB" sz="1600" dirty="0"/>
              <a:t>).</a:t>
            </a:r>
          </a:p>
          <a:p>
            <a:pPr marL="0" lvl="2" indent="0">
              <a:buNone/>
            </a:pPr>
            <a:r>
              <a:rPr lang="en-GB" sz="1600" dirty="0"/>
              <a:t>Moreover, poor structural quality is strongly correlated with high-impact business disruptions, including corrupted data, application outages, security breaches, and performance problems.</a:t>
            </a:r>
            <a:endParaRPr lang="en-GB" sz="1600" baseline="30000" dirty="0"/>
          </a:p>
          <a:p>
            <a:pPr marL="522900" lvl="2" indent="-342900">
              <a:buFont typeface="Courier New" panose="02070309020205020404" pitchFamily="49" charset="0"/>
              <a:buChar char="o"/>
            </a:pPr>
            <a:r>
              <a:rPr lang="en-GB" sz="1600" b="0" dirty="0"/>
              <a:t>CISQ reports on the cost of poor quality estimates </a:t>
            </a:r>
            <a:r>
              <a:rPr lang="en-GB" sz="1600" dirty="0"/>
              <a:t>an impact </a:t>
            </a:r>
            <a:r>
              <a:rPr lang="en-GB" sz="1600" b="0" dirty="0"/>
              <a:t>of:</a:t>
            </a:r>
          </a:p>
          <a:p>
            <a:pPr marL="645750" lvl="3" indent="-285750">
              <a:buFont typeface="Arial" panose="020B0604020202020204" pitchFamily="34" charset="0"/>
              <a:buChar char="•"/>
            </a:pPr>
            <a:r>
              <a:rPr lang="en-GB" dirty="0"/>
              <a:t>$2.08 trillion in 2020</a:t>
            </a:r>
            <a:endParaRPr lang="en-GB" baseline="30000" dirty="0"/>
          </a:p>
          <a:p>
            <a:pPr marL="645750" lvl="3" indent="-285750">
              <a:buFont typeface="Arial" panose="020B0604020202020204" pitchFamily="34" charset="0"/>
              <a:buChar char="•"/>
            </a:pPr>
            <a:r>
              <a:rPr lang="en-GB" dirty="0">
                <a:hlinkClick r:id="rId8"/>
              </a:rPr>
              <a:t>$2.84 trillion in 2018</a:t>
            </a:r>
            <a:endParaRPr lang="en-GB" dirty="0"/>
          </a:p>
          <a:p>
            <a:pPr marL="522900" lvl="2" indent="-342900">
              <a:buFont typeface="Courier New" panose="02070309020205020404" pitchFamily="49" charset="0"/>
              <a:buChar char="o"/>
            </a:pPr>
            <a:r>
              <a:rPr lang="en-GB" sz="1600" dirty="0"/>
              <a:t>IBM's Cost of a Data Breach Report 2020 estimates that the average global costs of a data breach:</a:t>
            </a:r>
          </a:p>
          <a:p>
            <a:pPr marL="645750" lvl="3" indent="-285750">
              <a:buFont typeface="Arial" panose="020B0604020202020204" pitchFamily="34" charset="0"/>
              <a:buChar char="•"/>
            </a:pPr>
            <a:r>
              <a:rPr lang="en-GB" dirty="0"/>
              <a:t>$3.86 million</a:t>
            </a:r>
          </a:p>
          <a:p>
            <a:pPr marL="0" lvl="2" indent="0">
              <a:buNone/>
            </a:pPr>
            <a:endParaRPr lang="de-DE" sz="1600" dirty="0"/>
          </a:p>
          <a:p>
            <a:pPr lvl="2"/>
            <a:endParaRPr lang="de-DE" sz="2000" dirty="0"/>
          </a:p>
          <a:p>
            <a:pPr marL="0" lvl="2" indent="0">
              <a:buNone/>
            </a:pPr>
            <a:endParaRPr lang="de-DE" sz="2000" dirty="0"/>
          </a:p>
        </p:txBody>
      </p:sp>
    </p:spTree>
    <p:extLst>
      <p:ext uri="{BB962C8B-B14F-4D97-AF65-F5344CB8AC3E}">
        <p14:creationId xmlns:p14="http://schemas.microsoft.com/office/powerpoint/2010/main" val="10583583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F7FD52-9D38-A3B8-A4A4-32019158E1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1C193D-5024-292E-179B-1B39AE3277B7}"/>
              </a:ext>
            </a:extLst>
          </p:cNvPr>
          <p:cNvSpPr>
            <a:spLocks noGrp="1"/>
          </p:cNvSpPr>
          <p:nvPr>
            <p:ph type="title"/>
          </p:nvPr>
        </p:nvSpPr>
        <p:spPr bwMode="gray">
          <a:xfrm>
            <a:off x="531655" y="371905"/>
            <a:ext cx="10512000" cy="498598"/>
          </a:xfrm>
        </p:spPr>
        <p:txBody>
          <a:bodyPr/>
          <a:lstStyle/>
          <a:p>
            <a:r>
              <a:rPr lang="de-DE" dirty="0"/>
              <a:t>2. </a:t>
            </a:r>
            <a:r>
              <a:rPr lang="de-DE" dirty="0" err="1"/>
              <a:t>What</a:t>
            </a:r>
            <a:r>
              <a:rPr lang="de-DE" dirty="0"/>
              <a:t> </a:t>
            </a:r>
            <a:r>
              <a:rPr lang="de-DE" dirty="0" err="1"/>
              <a:t>is</a:t>
            </a:r>
            <a:r>
              <a:rPr lang="de-DE" dirty="0"/>
              <a:t> Software Quality?</a:t>
            </a:r>
          </a:p>
        </p:txBody>
      </p:sp>
      <p:sp>
        <p:nvSpPr>
          <p:cNvPr id="3" name="Footer Placeholder 2">
            <a:extLst>
              <a:ext uri="{FF2B5EF4-FFF2-40B4-BE49-F238E27FC236}">
                <a16:creationId xmlns:a16="http://schemas.microsoft.com/office/drawing/2014/main" id="{5A106FA7-C216-49D3-4415-995E9920F36A}"/>
              </a:ext>
            </a:extLst>
          </p:cNvPr>
          <p:cNvSpPr>
            <a:spLocks noGrp="1"/>
          </p:cNvSpPr>
          <p:nvPr>
            <p:ph type="ftr" sz="quarter" idx="10"/>
          </p:nvPr>
        </p:nvSpPr>
        <p:spPr bwMode="gray"/>
        <p:txBody>
          <a:bodyPr/>
          <a:lstStyle/>
          <a:p>
            <a:r>
              <a:rPr lang="de-DE" dirty="0"/>
              <a:t>Hier steht der übergeordnete Präsentationstitel (Einfügen → Kopf- und Fußzeile)</a:t>
            </a:r>
          </a:p>
        </p:txBody>
      </p:sp>
      <p:sp>
        <p:nvSpPr>
          <p:cNvPr id="4" name="Slide Number Placeholder 3">
            <a:extLst>
              <a:ext uri="{FF2B5EF4-FFF2-40B4-BE49-F238E27FC236}">
                <a16:creationId xmlns:a16="http://schemas.microsoft.com/office/drawing/2014/main" id="{94043007-1D77-A981-8AF9-E60FF96DA957}"/>
              </a:ext>
            </a:extLst>
          </p:cNvPr>
          <p:cNvSpPr>
            <a:spLocks noGrp="1"/>
          </p:cNvSpPr>
          <p:nvPr>
            <p:ph type="sldNum" sz="quarter" idx="11"/>
          </p:nvPr>
        </p:nvSpPr>
        <p:spPr bwMode="gray"/>
        <p:txBody>
          <a:bodyPr/>
          <a:lstStyle/>
          <a:p>
            <a:fld id="{5438FF58-A5B1-455A-BA0C-D8E0E4C71076}" type="slidenum">
              <a:rPr lang="de-DE" smtClean="0"/>
              <a:pPr/>
              <a:t>5</a:t>
            </a:fld>
            <a:endParaRPr lang="de-DE" dirty="0"/>
          </a:p>
        </p:txBody>
      </p:sp>
      <p:sp>
        <p:nvSpPr>
          <p:cNvPr id="5" name="Text Placeholder 4">
            <a:extLst>
              <a:ext uri="{FF2B5EF4-FFF2-40B4-BE49-F238E27FC236}">
                <a16:creationId xmlns:a16="http://schemas.microsoft.com/office/drawing/2014/main" id="{0268F624-9A7A-9B72-3B4F-FAE50C9709B0}"/>
              </a:ext>
            </a:extLst>
          </p:cNvPr>
          <p:cNvSpPr>
            <a:spLocks noGrp="1"/>
          </p:cNvSpPr>
          <p:nvPr>
            <p:ph type="body" sz="quarter" idx="12"/>
          </p:nvPr>
        </p:nvSpPr>
        <p:spPr bwMode="gray">
          <a:xfrm>
            <a:off x="798990" y="1136342"/>
            <a:ext cx="10440140" cy="4846004"/>
          </a:xfrm>
        </p:spPr>
        <p:txBody>
          <a:bodyPr/>
          <a:lstStyle/>
          <a:p>
            <a:pPr lvl="2"/>
            <a:r>
              <a:rPr lang="en-GB" dirty="0"/>
              <a:t>The first definition of quality in recorded history is from Shewhart at the beginning of the 20th century: </a:t>
            </a:r>
          </a:p>
          <a:p>
            <a:pPr marL="0" lvl="2" indent="0">
              <a:buNone/>
            </a:pPr>
            <a:r>
              <a:rPr lang="en-GB" i="1" dirty="0"/>
              <a:t>"There are two common aspects of quality: one of them has to do with the consideration of the quality of a thing as an objective reality independent of the existence of man. The other has to do with what we think, feel or sense as a result of the objective reality. In other words, there is a subjective side of quality.”[1]</a:t>
            </a:r>
          </a:p>
          <a:p>
            <a:pPr marL="0" lvl="2" indent="0">
              <a:buNone/>
            </a:pPr>
            <a:r>
              <a:rPr lang="en-GB" sz="1800" i="1" dirty="0"/>
              <a:t>“</a:t>
            </a:r>
            <a:r>
              <a:rPr lang="en-GB" i="1" dirty="0"/>
              <a:t>Quality is a customer determination, not an engineer's determination, not a marketing determination, nor a general management determination. It is based on the customer's actual experience with the product or service, measured against his or her requirements -- stated or unstated, conscious or merely sensed, technically operational or entirely subjective -- and always representing a moving target in a competitive market.”[2]</a:t>
            </a:r>
          </a:p>
          <a:p>
            <a:pPr marL="0" lvl="2" indent="0">
              <a:buNone/>
            </a:pPr>
            <a:r>
              <a:rPr lang="en-GB" i="1" dirty="0"/>
              <a:t>“Quality is value to some person.”[3][4]</a:t>
            </a:r>
          </a:p>
        </p:txBody>
      </p:sp>
    </p:spTree>
    <p:extLst>
      <p:ext uri="{BB962C8B-B14F-4D97-AF65-F5344CB8AC3E}">
        <p14:creationId xmlns:p14="http://schemas.microsoft.com/office/powerpoint/2010/main" val="1571336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BFDFF-58F8-8165-27F8-2DC1721D4851}"/>
              </a:ext>
            </a:extLst>
          </p:cNvPr>
          <p:cNvSpPr>
            <a:spLocks noGrp="1"/>
          </p:cNvSpPr>
          <p:nvPr>
            <p:ph type="title"/>
          </p:nvPr>
        </p:nvSpPr>
        <p:spPr bwMode="gray">
          <a:xfrm>
            <a:off x="531655" y="371905"/>
            <a:ext cx="10512000" cy="498598"/>
          </a:xfrm>
        </p:spPr>
        <p:txBody>
          <a:bodyPr/>
          <a:lstStyle/>
          <a:p>
            <a:r>
              <a:rPr lang="de-DE" dirty="0"/>
              <a:t>2. </a:t>
            </a:r>
            <a:r>
              <a:rPr lang="de-DE" dirty="0" err="1"/>
              <a:t>What</a:t>
            </a:r>
            <a:r>
              <a:rPr lang="de-DE" dirty="0"/>
              <a:t> </a:t>
            </a:r>
            <a:r>
              <a:rPr lang="de-DE" dirty="0" err="1"/>
              <a:t>is</a:t>
            </a:r>
            <a:r>
              <a:rPr lang="de-DE" dirty="0"/>
              <a:t> Software Quality?</a:t>
            </a:r>
          </a:p>
        </p:txBody>
      </p:sp>
      <p:sp>
        <p:nvSpPr>
          <p:cNvPr id="3" name="Footer Placeholder 2">
            <a:extLst>
              <a:ext uri="{FF2B5EF4-FFF2-40B4-BE49-F238E27FC236}">
                <a16:creationId xmlns:a16="http://schemas.microsoft.com/office/drawing/2014/main" id="{808D41D4-3B88-D9D4-3FD5-39C81EBFB923}"/>
              </a:ext>
            </a:extLst>
          </p:cNvPr>
          <p:cNvSpPr>
            <a:spLocks noGrp="1"/>
          </p:cNvSpPr>
          <p:nvPr>
            <p:ph type="ftr" sz="quarter" idx="10"/>
          </p:nvPr>
        </p:nvSpPr>
        <p:spPr bwMode="gray"/>
        <p:txBody>
          <a:bodyPr/>
          <a:lstStyle/>
          <a:p>
            <a:r>
              <a:rPr lang="de-DE" dirty="0"/>
              <a:t>Hier steht der übergeordnete Präsentationstitel (Einfügen → Kopf- und Fußzeile)</a:t>
            </a:r>
          </a:p>
        </p:txBody>
      </p:sp>
      <p:sp>
        <p:nvSpPr>
          <p:cNvPr id="4" name="Slide Number Placeholder 3">
            <a:extLst>
              <a:ext uri="{FF2B5EF4-FFF2-40B4-BE49-F238E27FC236}">
                <a16:creationId xmlns:a16="http://schemas.microsoft.com/office/drawing/2014/main" id="{4FBF9FA6-0FB3-D725-43FE-7CFFA7DC7AC7}"/>
              </a:ext>
            </a:extLst>
          </p:cNvPr>
          <p:cNvSpPr>
            <a:spLocks noGrp="1"/>
          </p:cNvSpPr>
          <p:nvPr>
            <p:ph type="sldNum" sz="quarter" idx="11"/>
          </p:nvPr>
        </p:nvSpPr>
        <p:spPr bwMode="gray"/>
        <p:txBody>
          <a:bodyPr/>
          <a:lstStyle/>
          <a:p>
            <a:fld id="{5438FF58-A5B1-455A-BA0C-D8E0E4C71076}" type="slidenum">
              <a:rPr lang="de-DE" smtClean="0"/>
              <a:pPr/>
              <a:t>6</a:t>
            </a:fld>
            <a:endParaRPr lang="de-DE" dirty="0"/>
          </a:p>
        </p:txBody>
      </p:sp>
      <p:sp>
        <p:nvSpPr>
          <p:cNvPr id="5" name="Text Placeholder 4">
            <a:extLst>
              <a:ext uri="{FF2B5EF4-FFF2-40B4-BE49-F238E27FC236}">
                <a16:creationId xmlns:a16="http://schemas.microsoft.com/office/drawing/2014/main" id="{654DE9D1-5746-FABD-4A8B-0B8BC601E17F}"/>
              </a:ext>
            </a:extLst>
          </p:cNvPr>
          <p:cNvSpPr>
            <a:spLocks noGrp="1"/>
          </p:cNvSpPr>
          <p:nvPr>
            <p:ph type="body" sz="quarter" idx="12"/>
          </p:nvPr>
        </p:nvSpPr>
        <p:spPr bwMode="gray">
          <a:xfrm>
            <a:off x="798990" y="1136342"/>
            <a:ext cx="10440140" cy="4465512"/>
          </a:xfrm>
        </p:spPr>
        <p:txBody>
          <a:bodyPr/>
          <a:lstStyle/>
          <a:p>
            <a:pPr lvl="2"/>
            <a:r>
              <a:rPr lang="en-GB" sz="2000" dirty="0"/>
              <a:t>ISO 9126 and the subsequent ISO/IEC 25000:</a:t>
            </a:r>
          </a:p>
          <a:p>
            <a:pPr lvl="3"/>
            <a:r>
              <a:rPr lang="en-GB" sz="1800" dirty="0"/>
              <a:t>Functionality</a:t>
            </a:r>
          </a:p>
          <a:p>
            <a:pPr lvl="3"/>
            <a:r>
              <a:rPr lang="en-GB" sz="1800" dirty="0"/>
              <a:t>Reliability</a:t>
            </a:r>
          </a:p>
          <a:p>
            <a:pPr lvl="3"/>
            <a:r>
              <a:rPr lang="en-GB" sz="1800" dirty="0"/>
              <a:t>Usability</a:t>
            </a:r>
          </a:p>
          <a:p>
            <a:pPr lvl="3"/>
            <a:r>
              <a:rPr lang="en-GB" sz="1800" dirty="0"/>
              <a:t>Efficiency</a:t>
            </a:r>
          </a:p>
          <a:p>
            <a:pPr lvl="3"/>
            <a:r>
              <a:rPr lang="en-GB" sz="1800" dirty="0"/>
              <a:t>Maintainability</a:t>
            </a:r>
          </a:p>
          <a:p>
            <a:pPr lvl="3"/>
            <a:r>
              <a:rPr lang="en-GB" sz="1800" dirty="0"/>
              <a:t>Portability</a:t>
            </a:r>
          </a:p>
          <a:p>
            <a:pPr lvl="2"/>
            <a:r>
              <a:rPr lang="en-GB" sz="2000" dirty="0"/>
              <a:t>The </a:t>
            </a:r>
            <a:r>
              <a:rPr lang="en-GB" sz="2000" dirty="0">
                <a:hlinkClick r:id="rId2" tooltip="CISQ"/>
              </a:rPr>
              <a:t>Consortium for IT Software Quality</a:t>
            </a:r>
            <a:r>
              <a:rPr lang="en-GB" sz="2000" dirty="0"/>
              <a:t> (CISQ) has defined five major desirable structural characteristics needed for a piece of software to provide </a:t>
            </a:r>
            <a:r>
              <a:rPr lang="en-GB" sz="2000" dirty="0">
                <a:hlinkClick r:id="rId3" tooltip="Business value"/>
              </a:rPr>
              <a:t>business value</a:t>
            </a:r>
            <a:r>
              <a:rPr lang="en-GB" sz="2000" dirty="0"/>
              <a:t>: </a:t>
            </a:r>
          </a:p>
          <a:p>
            <a:pPr lvl="3"/>
            <a:r>
              <a:rPr lang="en-GB" sz="1800" dirty="0"/>
              <a:t> Reliability</a:t>
            </a:r>
          </a:p>
          <a:p>
            <a:pPr lvl="3"/>
            <a:r>
              <a:rPr lang="en-GB" sz="1800" dirty="0"/>
              <a:t> Efficiency</a:t>
            </a:r>
          </a:p>
          <a:p>
            <a:pPr lvl="3"/>
            <a:r>
              <a:rPr lang="en-GB" sz="1800" dirty="0"/>
              <a:t> Security</a:t>
            </a:r>
          </a:p>
          <a:p>
            <a:pPr lvl="3"/>
            <a:r>
              <a:rPr lang="en-GB" sz="1800" dirty="0"/>
              <a:t> Maintainability</a:t>
            </a:r>
          </a:p>
          <a:p>
            <a:pPr lvl="3"/>
            <a:r>
              <a:rPr lang="en-GB" sz="1800" dirty="0"/>
              <a:t> Size </a:t>
            </a:r>
          </a:p>
        </p:txBody>
      </p:sp>
      <p:sp>
        <p:nvSpPr>
          <p:cNvPr id="7" name="TextBox 6">
            <a:extLst>
              <a:ext uri="{FF2B5EF4-FFF2-40B4-BE49-F238E27FC236}">
                <a16:creationId xmlns:a16="http://schemas.microsoft.com/office/drawing/2014/main" id="{3E4ABFD2-7151-87FD-97A8-26F9BA2F37A3}"/>
              </a:ext>
            </a:extLst>
          </p:cNvPr>
          <p:cNvSpPr txBox="1"/>
          <p:nvPr/>
        </p:nvSpPr>
        <p:spPr>
          <a:xfrm>
            <a:off x="798990" y="5601854"/>
            <a:ext cx="10511999" cy="646331"/>
          </a:xfrm>
          <a:prstGeom prst="rect">
            <a:avLst/>
          </a:prstGeom>
          <a:noFill/>
        </p:spPr>
        <p:txBody>
          <a:bodyPr wrap="square">
            <a:spAutoFit/>
          </a:bodyPr>
          <a:lstStyle/>
          <a:p>
            <a:pPr marL="0" lvl="2" indent="0">
              <a:buNone/>
            </a:pPr>
            <a:r>
              <a:rPr lang="en-GB" dirty="0">
                <a:hlinkClick r:id="rId4" tooltip="Maintainability"/>
              </a:rPr>
              <a:t>Maintainability</a:t>
            </a:r>
            <a:r>
              <a:rPr lang="en-GB" dirty="0"/>
              <a:t> encompasses concepts such as modularity, understandability, changeability, testability, reusability, and transferability between development teams.</a:t>
            </a:r>
            <a:endParaRPr lang="de-DE" dirty="0"/>
          </a:p>
        </p:txBody>
      </p:sp>
    </p:spTree>
    <p:extLst>
      <p:ext uri="{BB962C8B-B14F-4D97-AF65-F5344CB8AC3E}">
        <p14:creationId xmlns:p14="http://schemas.microsoft.com/office/powerpoint/2010/main" val="19400960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6EAB9-6CDC-CE7D-9D97-CBA18AF594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910737-2234-51F3-8A8C-AABC0B718A89}"/>
              </a:ext>
            </a:extLst>
          </p:cNvPr>
          <p:cNvSpPr>
            <a:spLocks noGrp="1"/>
          </p:cNvSpPr>
          <p:nvPr>
            <p:ph type="title"/>
          </p:nvPr>
        </p:nvSpPr>
        <p:spPr bwMode="gray">
          <a:xfrm>
            <a:off x="549411" y="371905"/>
            <a:ext cx="10512000" cy="498598"/>
          </a:xfrm>
        </p:spPr>
        <p:txBody>
          <a:bodyPr/>
          <a:lstStyle/>
          <a:p>
            <a:r>
              <a:rPr lang="de-DE" dirty="0"/>
              <a:t>2 </a:t>
            </a:r>
            <a:r>
              <a:rPr lang="de-DE" dirty="0" err="1"/>
              <a:t>What</a:t>
            </a:r>
            <a:r>
              <a:rPr lang="de-DE" dirty="0"/>
              <a:t> </a:t>
            </a:r>
            <a:r>
              <a:rPr lang="de-DE" dirty="0" err="1"/>
              <a:t>is</a:t>
            </a:r>
            <a:r>
              <a:rPr lang="de-DE" dirty="0"/>
              <a:t> Software Quality - Size</a:t>
            </a:r>
          </a:p>
        </p:txBody>
      </p:sp>
      <p:sp>
        <p:nvSpPr>
          <p:cNvPr id="3" name="Footer Placeholder 2">
            <a:extLst>
              <a:ext uri="{FF2B5EF4-FFF2-40B4-BE49-F238E27FC236}">
                <a16:creationId xmlns:a16="http://schemas.microsoft.com/office/drawing/2014/main" id="{A9B3AB60-CE3D-85AB-D720-A1090F82E0AF}"/>
              </a:ext>
            </a:extLst>
          </p:cNvPr>
          <p:cNvSpPr>
            <a:spLocks noGrp="1"/>
          </p:cNvSpPr>
          <p:nvPr>
            <p:ph type="ftr" sz="quarter" idx="10"/>
          </p:nvPr>
        </p:nvSpPr>
        <p:spPr bwMode="gray"/>
        <p:txBody>
          <a:bodyPr/>
          <a:lstStyle/>
          <a:p>
            <a:r>
              <a:rPr lang="de-DE" dirty="0"/>
              <a:t>Hier steht der übergeordnete Präsentationstitel (Einfügen → Kopf- und Fußzeile)</a:t>
            </a:r>
          </a:p>
        </p:txBody>
      </p:sp>
      <p:sp>
        <p:nvSpPr>
          <p:cNvPr id="4" name="Slide Number Placeholder 3">
            <a:extLst>
              <a:ext uri="{FF2B5EF4-FFF2-40B4-BE49-F238E27FC236}">
                <a16:creationId xmlns:a16="http://schemas.microsoft.com/office/drawing/2014/main" id="{63BF2B92-EF4D-527F-975E-0B90F5E1C130}"/>
              </a:ext>
            </a:extLst>
          </p:cNvPr>
          <p:cNvSpPr>
            <a:spLocks noGrp="1"/>
          </p:cNvSpPr>
          <p:nvPr>
            <p:ph type="sldNum" sz="quarter" idx="11"/>
          </p:nvPr>
        </p:nvSpPr>
        <p:spPr bwMode="gray"/>
        <p:txBody>
          <a:bodyPr/>
          <a:lstStyle/>
          <a:p>
            <a:fld id="{5438FF58-A5B1-455A-BA0C-D8E0E4C71076}" type="slidenum">
              <a:rPr lang="de-DE" smtClean="0"/>
              <a:pPr/>
              <a:t>7</a:t>
            </a:fld>
            <a:endParaRPr lang="de-DE" dirty="0"/>
          </a:p>
        </p:txBody>
      </p:sp>
      <p:sp>
        <p:nvSpPr>
          <p:cNvPr id="5" name="Text Placeholder 4">
            <a:extLst>
              <a:ext uri="{FF2B5EF4-FFF2-40B4-BE49-F238E27FC236}">
                <a16:creationId xmlns:a16="http://schemas.microsoft.com/office/drawing/2014/main" id="{9857BC28-11D4-0D76-1AF8-16BD163CE926}"/>
              </a:ext>
            </a:extLst>
          </p:cNvPr>
          <p:cNvSpPr>
            <a:spLocks noGrp="1"/>
          </p:cNvSpPr>
          <p:nvPr>
            <p:ph type="body" sz="quarter" idx="12"/>
          </p:nvPr>
        </p:nvSpPr>
        <p:spPr bwMode="gray">
          <a:xfrm>
            <a:off x="840000" y="1150839"/>
            <a:ext cx="10512000" cy="4067974"/>
          </a:xfrm>
        </p:spPr>
        <p:txBody>
          <a:bodyPr/>
          <a:lstStyle/>
          <a:p>
            <a:pPr marL="342900" indent="-342900">
              <a:buFont typeface="Arial" panose="020B0604020202020204" pitchFamily="34" charset="0"/>
              <a:buChar char="•"/>
            </a:pPr>
            <a:r>
              <a:rPr lang="en-GB" sz="1800" b="0" dirty="0"/>
              <a:t>Several software technical sizing methods have been widely described. The most common technical sizing method is the number of </a:t>
            </a:r>
            <a:r>
              <a:rPr lang="en-GB" sz="1800" b="0" dirty="0">
                <a:hlinkClick r:id="rId2" tooltip="Lines of Code"/>
              </a:rPr>
              <a:t>Lines of Code</a:t>
            </a:r>
            <a:r>
              <a:rPr lang="en-GB" sz="1800" b="0" dirty="0"/>
              <a:t> (#LOC) per technology, number of files, functions, classes, tables, etc., from which backfiring Function Points can be computed;</a:t>
            </a:r>
          </a:p>
          <a:p>
            <a:pPr marL="342900" indent="-342900">
              <a:buFont typeface="Arial" panose="020B0604020202020204" pitchFamily="34" charset="0"/>
              <a:buChar char="•"/>
            </a:pPr>
            <a:r>
              <a:rPr lang="en-GB" sz="1800" b="0" dirty="0"/>
              <a:t>The most common method for measuring functional size is </a:t>
            </a:r>
            <a:r>
              <a:rPr lang="en-GB" sz="1800" b="0" dirty="0">
                <a:hlinkClick r:id="rId3" tooltip="Function point"/>
              </a:rPr>
              <a:t>function point</a:t>
            </a:r>
            <a:r>
              <a:rPr lang="en-GB" sz="1800" b="0" dirty="0"/>
              <a:t> analysis. Function point analysis measures the size of the software deliverable from a user's perspective. Function point sizing is performed based on user requirements. It provides an accurate representation of both size for the developer/estimator and value (i.e., the functionality to be delivered), reflecting the business functionality being delivered to the customer. The method includes the identification and weighting of user-recognisable inputs, outputs, and data stores. The size value is then available for use in conjunction with numerous measures to quantify and evaluate software delivery and performance (development cost per function point; delivered defects per function point; function points per staff month).</a:t>
            </a:r>
          </a:p>
          <a:p>
            <a:pPr lvl="2"/>
            <a:endParaRPr lang="de-DE" dirty="0"/>
          </a:p>
        </p:txBody>
      </p:sp>
    </p:spTree>
    <p:extLst>
      <p:ext uri="{BB962C8B-B14F-4D97-AF65-F5344CB8AC3E}">
        <p14:creationId xmlns:p14="http://schemas.microsoft.com/office/powerpoint/2010/main" val="37348686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BFDFF-58F8-8165-27F8-2DC1721D4851}"/>
              </a:ext>
            </a:extLst>
          </p:cNvPr>
          <p:cNvSpPr>
            <a:spLocks noGrp="1"/>
          </p:cNvSpPr>
          <p:nvPr>
            <p:ph type="title"/>
          </p:nvPr>
        </p:nvSpPr>
        <p:spPr bwMode="gray">
          <a:xfrm>
            <a:off x="549411" y="371905"/>
            <a:ext cx="10512000" cy="498598"/>
          </a:xfrm>
        </p:spPr>
        <p:txBody>
          <a:bodyPr/>
          <a:lstStyle/>
          <a:p>
            <a:r>
              <a:rPr lang="de-DE" dirty="0"/>
              <a:t>3 </a:t>
            </a:r>
            <a:r>
              <a:rPr lang="de-DE" dirty="0" err="1"/>
              <a:t>How</a:t>
            </a:r>
            <a:r>
              <a:rPr lang="de-DE" dirty="0"/>
              <a:t> </a:t>
            </a:r>
            <a:r>
              <a:rPr lang="de-DE" dirty="0" err="1"/>
              <a:t>to</a:t>
            </a:r>
            <a:r>
              <a:rPr lang="de-DE" dirty="0"/>
              <a:t> High Quality? - </a:t>
            </a:r>
            <a:r>
              <a:rPr lang="de-DE" dirty="0" err="1"/>
              <a:t>Reliability</a:t>
            </a:r>
            <a:endParaRPr lang="de-DE" dirty="0"/>
          </a:p>
        </p:txBody>
      </p:sp>
      <p:sp>
        <p:nvSpPr>
          <p:cNvPr id="3" name="Footer Placeholder 2">
            <a:extLst>
              <a:ext uri="{FF2B5EF4-FFF2-40B4-BE49-F238E27FC236}">
                <a16:creationId xmlns:a16="http://schemas.microsoft.com/office/drawing/2014/main" id="{808D41D4-3B88-D9D4-3FD5-39C81EBFB923}"/>
              </a:ext>
            </a:extLst>
          </p:cNvPr>
          <p:cNvSpPr>
            <a:spLocks noGrp="1"/>
          </p:cNvSpPr>
          <p:nvPr>
            <p:ph type="ftr" sz="quarter" idx="10"/>
          </p:nvPr>
        </p:nvSpPr>
        <p:spPr bwMode="gray"/>
        <p:txBody>
          <a:bodyPr/>
          <a:lstStyle/>
          <a:p>
            <a:r>
              <a:rPr lang="de-DE" dirty="0"/>
              <a:t>Hier steht der übergeordnete Präsentationstitel (Einfügen → Kopf- und Fußzeile)</a:t>
            </a:r>
          </a:p>
        </p:txBody>
      </p:sp>
      <p:sp>
        <p:nvSpPr>
          <p:cNvPr id="4" name="Slide Number Placeholder 3">
            <a:extLst>
              <a:ext uri="{FF2B5EF4-FFF2-40B4-BE49-F238E27FC236}">
                <a16:creationId xmlns:a16="http://schemas.microsoft.com/office/drawing/2014/main" id="{4FBF9FA6-0FB3-D725-43FE-7CFFA7DC7AC7}"/>
              </a:ext>
            </a:extLst>
          </p:cNvPr>
          <p:cNvSpPr>
            <a:spLocks noGrp="1"/>
          </p:cNvSpPr>
          <p:nvPr>
            <p:ph type="sldNum" sz="quarter" idx="11"/>
          </p:nvPr>
        </p:nvSpPr>
        <p:spPr bwMode="gray"/>
        <p:txBody>
          <a:bodyPr/>
          <a:lstStyle/>
          <a:p>
            <a:fld id="{5438FF58-A5B1-455A-BA0C-D8E0E4C71076}" type="slidenum">
              <a:rPr lang="de-DE" smtClean="0"/>
              <a:pPr/>
              <a:t>8</a:t>
            </a:fld>
            <a:endParaRPr lang="de-DE" dirty="0"/>
          </a:p>
        </p:txBody>
      </p:sp>
      <p:sp>
        <p:nvSpPr>
          <p:cNvPr id="5" name="Text Placeholder 4">
            <a:extLst>
              <a:ext uri="{FF2B5EF4-FFF2-40B4-BE49-F238E27FC236}">
                <a16:creationId xmlns:a16="http://schemas.microsoft.com/office/drawing/2014/main" id="{654DE9D1-5746-FABD-4A8B-0B8BC601E17F}"/>
              </a:ext>
            </a:extLst>
          </p:cNvPr>
          <p:cNvSpPr>
            <a:spLocks noGrp="1"/>
          </p:cNvSpPr>
          <p:nvPr>
            <p:ph type="body" sz="quarter" idx="12"/>
          </p:nvPr>
        </p:nvSpPr>
        <p:spPr bwMode="gray">
          <a:xfrm>
            <a:off x="790113" y="1107000"/>
            <a:ext cx="10512000" cy="4644000"/>
          </a:xfrm>
        </p:spPr>
        <p:txBody>
          <a:bodyPr/>
          <a:lstStyle/>
          <a:p>
            <a:pPr lvl="2"/>
            <a:r>
              <a:rPr lang="en-GB" dirty="0"/>
              <a:t>Application Architecture Practices</a:t>
            </a:r>
          </a:p>
          <a:p>
            <a:pPr lvl="2"/>
            <a:r>
              <a:rPr lang="en-GB" dirty="0"/>
              <a:t>Coding Practices</a:t>
            </a:r>
          </a:p>
          <a:p>
            <a:pPr lvl="2"/>
            <a:r>
              <a:rPr lang="en-GB" dirty="0"/>
              <a:t>Complexity of algorithms</a:t>
            </a:r>
          </a:p>
          <a:p>
            <a:pPr lvl="2"/>
            <a:r>
              <a:rPr lang="en-GB" dirty="0"/>
              <a:t>Complexity of programming practices</a:t>
            </a:r>
          </a:p>
          <a:p>
            <a:pPr lvl="2"/>
            <a:r>
              <a:rPr lang="en-GB" dirty="0"/>
              <a:t>Compliance with Object-Oriented and Structured Programming best practices (when applicable)</a:t>
            </a:r>
          </a:p>
          <a:p>
            <a:pPr lvl="2"/>
            <a:r>
              <a:rPr lang="en-GB" dirty="0"/>
              <a:t>Component or pattern re-use ratio</a:t>
            </a:r>
          </a:p>
          <a:p>
            <a:pPr lvl="2"/>
            <a:r>
              <a:rPr lang="en-GB" dirty="0"/>
              <a:t>Dirty programming</a:t>
            </a:r>
          </a:p>
          <a:p>
            <a:pPr lvl="2"/>
            <a:r>
              <a:rPr lang="en-GB" dirty="0"/>
              <a:t>Error &amp; Exception handling (for all layers – GUI, Logic &amp; Data)</a:t>
            </a:r>
          </a:p>
          <a:p>
            <a:pPr lvl="2"/>
            <a:r>
              <a:rPr lang="en-GB" dirty="0"/>
              <a:t>Multi-layer design compliance</a:t>
            </a:r>
          </a:p>
          <a:p>
            <a:pPr lvl="2"/>
            <a:r>
              <a:rPr lang="en-GB" dirty="0"/>
              <a:t>Resource bounds management</a:t>
            </a:r>
          </a:p>
          <a:p>
            <a:pPr lvl="2"/>
            <a:r>
              <a:rPr lang="en-GB" dirty="0"/>
              <a:t>Software avoids patterns that will lead to unexpected behaviours</a:t>
            </a:r>
          </a:p>
          <a:p>
            <a:pPr lvl="2"/>
            <a:r>
              <a:rPr lang="en-GB" dirty="0"/>
              <a:t>Software manages data integrity and consistency</a:t>
            </a:r>
          </a:p>
          <a:p>
            <a:pPr lvl="2"/>
            <a:r>
              <a:rPr lang="en-GB" dirty="0"/>
              <a:t>Transaction complexity level</a:t>
            </a:r>
            <a:endParaRPr lang="de-DE" dirty="0"/>
          </a:p>
        </p:txBody>
      </p:sp>
    </p:spTree>
    <p:extLst>
      <p:ext uri="{BB962C8B-B14F-4D97-AF65-F5344CB8AC3E}">
        <p14:creationId xmlns:p14="http://schemas.microsoft.com/office/powerpoint/2010/main" val="24701885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9515DD-C4B8-E521-9D42-E1E6265F65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64BE6E-8C65-9957-DD47-5A15EB9FAF5A}"/>
              </a:ext>
            </a:extLst>
          </p:cNvPr>
          <p:cNvSpPr>
            <a:spLocks noGrp="1"/>
          </p:cNvSpPr>
          <p:nvPr>
            <p:ph type="title"/>
          </p:nvPr>
        </p:nvSpPr>
        <p:spPr bwMode="gray">
          <a:xfrm>
            <a:off x="549411" y="371905"/>
            <a:ext cx="10512000" cy="498598"/>
          </a:xfrm>
        </p:spPr>
        <p:txBody>
          <a:bodyPr/>
          <a:lstStyle/>
          <a:p>
            <a:r>
              <a:rPr lang="de-DE" dirty="0"/>
              <a:t>3 </a:t>
            </a:r>
            <a:r>
              <a:rPr lang="de-DE" dirty="0" err="1"/>
              <a:t>How</a:t>
            </a:r>
            <a:r>
              <a:rPr lang="de-DE" dirty="0"/>
              <a:t> </a:t>
            </a:r>
            <a:r>
              <a:rPr lang="de-DE" dirty="0" err="1"/>
              <a:t>to</a:t>
            </a:r>
            <a:r>
              <a:rPr lang="de-DE" dirty="0"/>
              <a:t> High Quality? - Efficiency</a:t>
            </a:r>
          </a:p>
        </p:txBody>
      </p:sp>
      <p:sp>
        <p:nvSpPr>
          <p:cNvPr id="3" name="Footer Placeholder 2">
            <a:extLst>
              <a:ext uri="{FF2B5EF4-FFF2-40B4-BE49-F238E27FC236}">
                <a16:creationId xmlns:a16="http://schemas.microsoft.com/office/drawing/2014/main" id="{E470F34F-7B71-6ADC-A3AB-18B97205033D}"/>
              </a:ext>
            </a:extLst>
          </p:cNvPr>
          <p:cNvSpPr>
            <a:spLocks noGrp="1"/>
          </p:cNvSpPr>
          <p:nvPr>
            <p:ph type="ftr" sz="quarter" idx="10"/>
          </p:nvPr>
        </p:nvSpPr>
        <p:spPr bwMode="gray"/>
        <p:txBody>
          <a:bodyPr/>
          <a:lstStyle/>
          <a:p>
            <a:r>
              <a:rPr lang="de-DE" dirty="0"/>
              <a:t>Hier steht der übergeordnete Präsentationstitel (Einfügen → Kopf- und Fußzeile)</a:t>
            </a:r>
          </a:p>
        </p:txBody>
      </p:sp>
      <p:sp>
        <p:nvSpPr>
          <p:cNvPr id="4" name="Slide Number Placeholder 3">
            <a:extLst>
              <a:ext uri="{FF2B5EF4-FFF2-40B4-BE49-F238E27FC236}">
                <a16:creationId xmlns:a16="http://schemas.microsoft.com/office/drawing/2014/main" id="{B9069EBE-497D-23C3-F44D-111138253A90}"/>
              </a:ext>
            </a:extLst>
          </p:cNvPr>
          <p:cNvSpPr>
            <a:spLocks noGrp="1"/>
          </p:cNvSpPr>
          <p:nvPr>
            <p:ph type="sldNum" sz="quarter" idx="11"/>
          </p:nvPr>
        </p:nvSpPr>
        <p:spPr bwMode="gray"/>
        <p:txBody>
          <a:bodyPr/>
          <a:lstStyle/>
          <a:p>
            <a:fld id="{5438FF58-A5B1-455A-BA0C-D8E0E4C71076}" type="slidenum">
              <a:rPr lang="de-DE" smtClean="0"/>
              <a:pPr/>
              <a:t>9</a:t>
            </a:fld>
            <a:endParaRPr lang="de-DE" dirty="0"/>
          </a:p>
        </p:txBody>
      </p:sp>
      <p:sp>
        <p:nvSpPr>
          <p:cNvPr id="5" name="Text Placeholder 4">
            <a:extLst>
              <a:ext uri="{FF2B5EF4-FFF2-40B4-BE49-F238E27FC236}">
                <a16:creationId xmlns:a16="http://schemas.microsoft.com/office/drawing/2014/main" id="{0BAE8740-D807-1786-FC6E-2D287DC75533}"/>
              </a:ext>
            </a:extLst>
          </p:cNvPr>
          <p:cNvSpPr>
            <a:spLocks noGrp="1"/>
          </p:cNvSpPr>
          <p:nvPr>
            <p:ph type="body" sz="quarter" idx="12"/>
          </p:nvPr>
        </p:nvSpPr>
        <p:spPr bwMode="gray">
          <a:xfrm>
            <a:off x="790113" y="1107000"/>
            <a:ext cx="10512000" cy="4644000"/>
          </a:xfrm>
        </p:spPr>
        <p:txBody>
          <a:bodyPr/>
          <a:lstStyle/>
          <a:p>
            <a:pPr lvl="2"/>
            <a:r>
              <a:rPr lang="de-DE" dirty="0" err="1"/>
              <a:t>Application</a:t>
            </a:r>
            <a:r>
              <a:rPr lang="de-DE" dirty="0"/>
              <a:t> Architecture Practices</a:t>
            </a:r>
          </a:p>
          <a:p>
            <a:pPr lvl="2"/>
            <a:r>
              <a:rPr lang="de-DE" dirty="0" err="1"/>
              <a:t>Appropriate</a:t>
            </a:r>
            <a:r>
              <a:rPr lang="de-DE" dirty="0"/>
              <a:t> </a:t>
            </a:r>
            <a:r>
              <a:rPr lang="de-DE" dirty="0" err="1"/>
              <a:t>interactions</a:t>
            </a:r>
            <a:r>
              <a:rPr lang="de-DE" dirty="0"/>
              <a:t> </a:t>
            </a:r>
            <a:r>
              <a:rPr lang="de-DE" dirty="0" err="1"/>
              <a:t>with</a:t>
            </a:r>
            <a:r>
              <a:rPr lang="de-DE" dirty="0"/>
              <a:t> expensive and /</a:t>
            </a:r>
            <a:r>
              <a:rPr lang="de-DE" dirty="0" err="1"/>
              <a:t>or</a:t>
            </a:r>
            <a:r>
              <a:rPr lang="de-DE" dirty="0"/>
              <a:t> remote </a:t>
            </a:r>
            <a:r>
              <a:rPr lang="de-DE" dirty="0" err="1"/>
              <a:t>resources</a:t>
            </a:r>
            <a:endParaRPr lang="de-DE" dirty="0"/>
          </a:p>
          <a:p>
            <a:pPr lvl="2"/>
            <a:r>
              <a:rPr lang="de-DE" dirty="0"/>
              <a:t>Data </a:t>
            </a:r>
            <a:r>
              <a:rPr lang="de-DE" dirty="0" err="1"/>
              <a:t>access</a:t>
            </a:r>
            <a:r>
              <a:rPr lang="de-DE" dirty="0"/>
              <a:t> </a:t>
            </a:r>
            <a:r>
              <a:rPr lang="de-DE" dirty="0" err="1"/>
              <a:t>performance</a:t>
            </a:r>
            <a:r>
              <a:rPr lang="de-DE" dirty="0"/>
              <a:t> and </a:t>
            </a:r>
            <a:r>
              <a:rPr lang="de-DE" dirty="0" err="1"/>
              <a:t>data</a:t>
            </a:r>
            <a:r>
              <a:rPr lang="de-DE" dirty="0"/>
              <a:t> </a:t>
            </a:r>
            <a:r>
              <a:rPr lang="de-DE" dirty="0" err="1"/>
              <a:t>management</a:t>
            </a:r>
            <a:endParaRPr lang="de-DE" dirty="0"/>
          </a:p>
          <a:p>
            <a:pPr lvl="2"/>
            <a:r>
              <a:rPr lang="de-DE" dirty="0"/>
              <a:t>Memory, network and </a:t>
            </a:r>
            <a:r>
              <a:rPr lang="de-DE" dirty="0" err="1"/>
              <a:t>disk</a:t>
            </a:r>
            <a:r>
              <a:rPr lang="de-DE" dirty="0"/>
              <a:t> </a:t>
            </a:r>
            <a:r>
              <a:rPr lang="de-DE" dirty="0" err="1"/>
              <a:t>space</a:t>
            </a:r>
            <a:r>
              <a:rPr lang="de-DE" dirty="0"/>
              <a:t> </a:t>
            </a:r>
            <a:r>
              <a:rPr lang="de-DE" dirty="0" err="1"/>
              <a:t>management</a:t>
            </a:r>
            <a:endParaRPr lang="de-DE" dirty="0"/>
          </a:p>
          <a:p>
            <a:pPr lvl="2"/>
            <a:r>
              <a:rPr lang="de-DE" dirty="0"/>
              <a:t>Compliance </a:t>
            </a:r>
            <a:r>
              <a:rPr lang="de-DE" dirty="0" err="1"/>
              <a:t>with</a:t>
            </a:r>
            <a:r>
              <a:rPr lang="de-DE" dirty="0"/>
              <a:t> Coding Practices(Best </a:t>
            </a:r>
            <a:r>
              <a:rPr lang="de-DE" dirty="0" err="1"/>
              <a:t>coding</a:t>
            </a:r>
            <a:r>
              <a:rPr lang="de-DE" dirty="0"/>
              <a:t> </a:t>
            </a:r>
            <a:r>
              <a:rPr lang="de-DE" dirty="0" err="1"/>
              <a:t>practices</a:t>
            </a:r>
            <a:r>
              <a:rPr lang="de-DE" dirty="0"/>
              <a:t>)</a:t>
            </a:r>
          </a:p>
        </p:txBody>
      </p:sp>
    </p:spTree>
    <p:extLst>
      <p:ext uri="{BB962C8B-B14F-4D97-AF65-F5344CB8AC3E}">
        <p14:creationId xmlns:p14="http://schemas.microsoft.com/office/powerpoint/2010/main" val="817527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26AFC-5195-7BF1-7805-F22C4DD7D6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F7847F-F28A-58E0-6443-A34A0E4D498B}"/>
              </a:ext>
            </a:extLst>
          </p:cNvPr>
          <p:cNvSpPr>
            <a:spLocks noGrp="1"/>
          </p:cNvSpPr>
          <p:nvPr>
            <p:ph type="title"/>
          </p:nvPr>
        </p:nvSpPr>
        <p:spPr bwMode="gray">
          <a:xfrm>
            <a:off x="549411" y="371905"/>
            <a:ext cx="10512000" cy="498598"/>
          </a:xfrm>
        </p:spPr>
        <p:txBody>
          <a:bodyPr/>
          <a:lstStyle/>
          <a:p>
            <a:r>
              <a:rPr lang="de-DE" dirty="0"/>
              <a:t>3 </a:t>
            </a:r>
            <a:r>
              <a:rPr lang="de-DE" dirty="0" err="1"/>
              <a:t>How</a:t>
            </a:r>
            <a:r>
              <a:rPr lang="de-DE" dirty="0"/>
              <a:t> </a:t>
            </a:r>
            <a:r>
              <a:rPr lang="de-DE" dirty="0" err="1"/>
              <a:t>to</a:t>
            </a:r>
            <a:r>
              <a:rPr lang="de-DE" dirty="0"/>
              <a:t> High Quality? - Security</a:t>
            </a:r>
          </a:p>
        </p:txBody>
      </p:sp>
      <p:sp>
        <p:nvSpPr>
          <p:cNvPr id="3" name="Footer Placeholder 2">
            <a:extLst>
              <a:ext uri="{FF2B5EF4-FFF2-40B4-BE49-F238E27FC236}">
                <a16:creationId xmlns:a16="http://schemas.microsoft.com/office/drawing/2014/main" id="{A616A062-346E-56CA-E968-D8EA1B3BD77B}"/>
              </a:ext>
            </a:extLst>
          </p:cNvPr>
          <p:cNvSpPr>
            <a:spLocks noGrp="1"/>
          </p:cNvSpPr>
          <p:nvPr>
            <p:ph type="ftr" sz="quarter" idx="10"/>
          </p:nvPr>
        </p:nvSpPr>
        <p:spPr bwMode="gray"/>
        <p:txBody>
          <a:bodyPr/>
          <a:lstStyle/>
          <a:p>
            <a:r>
              <a:rPr lang="de-DE" dirty="0"/>
              <a:t>Hier steht der übergeordnete Präsentationstitel (Einfügen → Kopf- und Fußzeile)</a:t>
            </a:r>
          </a:p>
        </p:txBody>
      </p:sp>
      <p:sp>
        <p:nvSpPr>
          <p:cNvPr id="4" name="Slide Number Placeholder 3">
            <a:extLst>
              <a:ext uri="{FF2B5EF4-FFF2-40B4-BE49-F238E27FC236}">
                <a16:creationId xmlns:a16="http://schemas.microsoft.com/office/drawing/2014/main" id="{B0F8AD5D-3E91-0074-4E19-4F6599D12CF5}"/>
              </a:ext>
            </a:extLst>
          </p:cNvPr>
          <p:cNvSpPr>
            <a:spLocks noGrp="1"/>
          </p:cNvSpPr>
          <p:nvPr>
            <p:ph type="sldNum" sz="quarter" idx="11"/>
          </p:nvPr>
        </p:nvSpPr>
        <p:spPr bwMode="gray"/>
        <p:txBody>
          <a:bodyPr/>
          <a:lstStyle/>
          <a:p>
            <a:fld id="{5438FF58-A5B1-455A-BA0C-D8E0E4C71076}" type="slidenum">
              <a:rPr lang="de-DE" smtClean="0"/>
              <a:pPr/>
              <a:t>10</a:t>
            </a:fld>
            <a:endParaRPr lang="de-DE" dirty="0"/>
          </a:p>
        </p:txBody>
      </p:sp>
      <p:sp>
        <p:nvSpPr>
          <p:cNvPr id="5" name="Text Placeholder 4">
            <a:extLst>
              <a:ext uri="{FF2B5EF4-FFF2-40B4-BE49-F238E27FC236}">
                <a16:creationId xmlns:a16="http://schemas.microsoft.com/office/drawing/2014/main" id="{2346687A-BF3A-ADF2-DC55-B113778BFD6C}"/>
              </a:ext>
            </a:extLst>
          </p:cNvPr>
          <p:cNvSpPr>
            <a:spLocks noGrp="1"/>
          </p:cNvSpPr>
          <p:nvPr>
            <p:ph type="body" sz="quarter" idx="12"/>
          </p:nvPr>
        </p:nvSpPr>
        <p:spPr bwMode="gray">
          <a:xfrm>
            <a:off x="790113" y="1107000"/>
            <a:ext cx="10512000" cy="4644000"/>
          </a:xfrm>
        </p:spPr>
        <p:txBody>
          <a:bodyPr/>
          <a:lstStyle/>
          <a:p>
            <a:pPr lvl="2"/>
            <a:r>
              <a:rPr lang="de-DE" dirty="0"/>
              <a:t>Implementation, Management </a:t>
            </a:r>
            <a:r>
              <a:rPr lang="de-DE" dirty="0" err="1"/>
              <a:t>of</a:t>
            </a:r>
            <a:r>
              <a:rPr lang="de-DE" dirty="0"/>
              <a:t> a </a:t>
            </a:r>
            <a:r>
              <a:rPr lang="de-DE" dirty="0" err="1"/>
              <a:t>security</a:t>
            </a:r>
            <a:r>
              <a:rPr lang="de-DE" dirty="0"/>
              <a:t>-aware and </a:t>
            </a:r>
            <a:r>
              <a:rPr lang="de-DE" dirty="0" err="1"/>
              <a:t>hardening</a:t>
            </a:r>
            <a:r>
              <a:rPr lang="de-DE" dirty="0"/>
              <a:t> </a:t>
            </a:r>
            <a:r>
              <a:rPr lang="de-DE" dirty="0" err="1"/>
              <a:t>development</a:t>
            </a:r>
            <a:r>
              <a:rPr lang="de-DE" dirty="0"/>
              <a:t> </a:t>
            </a:r>
            <a:r>
              <a:rPr lang="de-DE" dirty="0" err="1"/>
              <a:t>process</a:t>
            </a:r>
            <a:r>
              <a:rPr lang="de-DE" dirty="0"/>
              <a:t>, e.g. </a:t>
            </a:r>
            <a:r>
              <a:rPr lang="de-DE" dirty="0" err="1"/>
              <a:t>Seecurity</a:t>
            </a:r>
            <a:r>
              <a:rPr lang="de-DE" dirty="0"/>
              <a:t> Development Lifecycle (Microsoft) </a:t>
            </a:r>
            <a:r>
              <a:rPr lang="de-DE" dirty="0" err="1"/>
              <a:t>or</a:t>
            </a:r>
            <a:r>
              <a:rPr lang="de-DE" dirty="0"/>
              <a:t> </a:t>
            </a:r>
            <a:r>
              <a:rPr lang="de-DE" dirty="0" err="1"/>
              <a:t>IBM‘s</a:t>
            </a:r>
            <a:r>
              <a:rPr lang="de-DE" dirty="0"/>
              <a:t> Secure Engineering Framework.</a:t>
            </a:r>
          </a:p>
          <a:p>
            <a:pPr lvl="2"/>
            <a:r>
              <a:rPr lang="de-DE" dirty="0"/>
              <a:t>Secure </a:t>
            </a:r>
            <a:r>
              <a:rPr lang="de-DE" dirty="0" err="1"/>
              <a:t>Application</a:t>
            </a:r>
            <a:r>
              <a:rPr lang="de-DE" dirty="0"/>
              <a:t> Architecture Practices</a:t>
            </a:r>
          </a:p>
          <a:p>
            <a:pPr lvl="2"/>
            <a:r>
              <a:rPr lang="de-DE" dirty="0"/>
              <a:t>Multi-</a:t>
            </a:r>
            <a:r>
              <a:rPr lang="de-DE" dirty="0" err="1"/>
              <a:t>layer</a:t>
            </a:r>
            <a:r>
              <a:rPr lang="de-DE" dirty="0"/>
              <a:t> design </a:t>
            </a:r>
            <a:r>
              <a:rPr lang="de-DE" dirty="0" err="1"/>
              <a:t>compliance</a:t>
            </a:r>
            <a:endParaRPr lang="de-DE" dirty="0"/>
          </a:p>
          <a:p>
            <a:pPr lvl="2"/>
            <a:r>
              <a:rPr lang="de-DE" dirty="0"/>
              <a:t>Security </a:t>
            </a:r>
            <a:r>
              <a:rPr lang="de-DE" dirty="0" err="1"/>
              <a:t>best</a:t>
            </a:r>
            <a:r>
              <a:rPr lang="de-DE" dirty="0"/>
              <a:t> </a:t>
            </a:r>
            <a:r>
              <a:rPr lang="de-DE" dirty="0" err="1"/>
              <a:t>practices</a:t>
            </a:r>
            <a:r>
              <a:rPr lang="de-DE" dirty="0"/>
              <a:t> (Input Validation, SQL </a:t>
            </a:r>
            <a:r>
              <a:rPr lang="de-DE" dirty="0" err="1"/>
              <a:t>Injection</a:t>
            </a:r>
            <a:r>
              <a:rPr lang="de-DE" dirty="0"/>
              <a:t>, Cross-Site Scripting, Access </a:t>
            </a:r>
            <a:r>
              <a:rPr lang="de-DE" dirty="0" err="1"/>
              <a:t>control</a:t>
            </a:r>
            <a:r>
              <a:rPr lang="de-DE" dirty="0"/>
              <a:t> etc.)</a:t>
            </a:r>
          </a:p>
          <a:p>
            <a:pPr lvl="2"/>
            <a:r>
              <a:rPr lang="de-DE" dirty="0"/>
              <a:t>Secure and </a:t>
            </a:r>
            <a:r>
              <a:rPr lang="de-DE" dirty="0" err="1"/>
              <a:t>good</a:t>
            </a:r>
            <a:r>
              <a:rPr lang="de-DE" dirty="0"/>
              <a:t> </a:t>
            </a:r>
            <a:r>
              <a:rPr lang="de-DE" dirty="0" err="1"/>
              <a:t>Programming</a:t>
            </a:r>
            <a:r>
              <a:rPr lang="de-DE" dirty="0"/>
              <a:t> Practices</a:t>
            </a:r>
          </a:p>
          <a:p>
            <a:pPr lvl="2"/>
            <a:r>
              <a:rPr lang="de-DE" dirty="0"/>
              <a:t>Error &amp; </a:t>
            </a:r>
            <a:r>
              <a:rPr lang="de-DE" dirty="0" err="1"/>
              <a:t>Exception</a:t>
            </a:r>
            <a:r>
              <a:rPr lang="de-DE" dirty="0"/>
              <a:t> </a:t>
            </a:r>
            <a:r>
              <a:rPr lang="de-DE" dirty="0" err="1"/>
              <a:t>handling</a:t>
            </a:r>
            <a:endParaRPr lang="de-DE" dirty="0"/>
          </a:p>
        </p:txBody>
      </p:sp>
    </p:spTree>
    <p:extLst>
      <p:ext uri="{BB962C8B-B14F-4D97-AF65-F5344CB8AC3E}">
        <p14:creationId xmlns:p14="http://schemas.microsoft.com/office/powerpoint/2010/main" val="12817664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4C9E8-44EC-4562-E749-B9DB42FE75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9367B6-50DB-2B28-C8F3-5FB5423634EE}"/>
              </a:ext>
            </a:extLst>
          </p:cNvPr>
          <p:cNvSpPr>
            <a:spLocks noGrp="1"/>
          </p:cNvSpPr>
          <p:nvPr>
            <p:ph type="title"/>
          </p:nvPr>
        </p:nvSpPr>
        <p:spPr bwMode="gray">
          <a:xfrm>
            <a:off x="549411" y="371905"/>
            <a:ext cx="10512000" cy="498598"/>
          </a:xfrm>
        </p:spPr>
        <p:txBody>
          <a:bodyPr/>
          <a:lstStyle/>
          <a:p>
            <a:r>
              <a:rPr lang="de-DE" dirty="0"/>
              <a:t>3 </a:t>
            </a:r>
            <a:r>
              <a:rPr lang="de-DE" dirty="0" err="1"/>
              <a:t>How</a:t>
            </a:r>
            <a:r>
              <a:rPr lang="de-DE" dirty="0"/>
              <a:t> </a:t>
            </a:r>
            <a:r>
              <a:rPr lang="de-DE" dirty="0" err="1"/>
              <a:t>to</a:t>
            </a:r>
            <a:r>
              <a:rPr lang="de-DE" dirty="0"/>
              <a:t> High Quality? - </a:t>
            </a:r>
            <a:r>
              <a:rPr lang="de-DE" dirty="0" err="1"/>
              <a:t>Maintainability</a:t>
            </a:r>
            <a:endParaRPr lang="de-DE" dirty="0"/>
          </a:p>
        </p:txBody>
      </p:sp>
      <p:sp>
        <p:nvSpPr>
          <p:cNvPr id="3" name="Footer Placeholder 2">
            <a:extLst>
              <a:ext uri="{FF2B5EF4-FFF2-40B4-BE49-F238E27FC236}">
                <a16:creationId xmlns:a16="http://schemas.microsoft.com/office/drawing/2014/main" id="{6172F2D3-A427-F788-CCF7-F4AF96F3C943}"/>
              </a:ext>
            </a:extLst>
          </p:cNvPr>
          <p:cNvSpPr>
            <a:spLocks noGrp="1"/>
          </p:cNvSpPr>
          <p:nvPr>
            <p:ph type="ftr" sz="quarter" idx="10"/>
          </p:nvPr>
        </p:nvSpPr>
        <p:spPr bwMode="gray"/>
        <p:txBody>
          <a:bodyPr/>
          <a:lstStyle/>
          <a:p>
            <a:r>
              <a:rPr lang="de-DE" dirty="0"/>
              <a:t>Hier steht der übergeordnete Präsentationstitel (Einfügen → Kopf- und Fußzeile)</a:t>
            </a:r>
          </a:p>
        </p:txBody>
      </p:sp>
      <p:sp>
        <p:nvSpPr>
          <p:cNvPr id="4" name="Slide Number Placeholder 3">
            <a:extLst>
              <a:ext uri="{FF2B5EF4-FFF2-40B4-BE49-F238E27FC236}">
                <a16:creationId xmlns:a16="http://schemas.microsoft.com/office/drawing/2014/main" id="{7E305AEC-A9E0-18C9-6FEC-13CC9C21F715}"/>
              </a:ext>
            </a:extLst>
          </p:cNvPr>
          <p:cNvSpPr>
            <a:spLocks noGrp="1"/>
          </p:cNvSpPr>
          <p:nvPr>
            <p:ph type="sldNum" sz="quarter" idx="11"/>
          </p:nvPr>
        </p:nvSpPr>
        <p:spPr bwMode="gray"/>
        <p:txBody>
          <a:bodyPr/>
          <a:lstStyle/>
          <a:p>
            <a:fld id="{5438FF58-A5B1-455A-BA0C-D8E0E4C71076}" type="slidenum">
              <a:rPr lang="de-DE" smtClean="0"/>
              <a:pPr/>
              <a:t>11</a:t>
            </a:fld>
            <a:endParaRPr lang="de-DE" dirty="0"/>
          </a:p>
        </p:txBody>
      </p:sp>
      <p:sp>
        <p:nvSpPr>
          <p:cNvPr id="5" name="Text Placeholder 4">
            <a:extLst>
              <a:ext uri="{FF2B5EF4-FFF2-40B4-BE49-F238E27FC236}">
                <a16:creationId xmlns:a16="http://schemas.microsoft.com/office/drawing/2014/main" id="{050DA467-D35A-1A42-60D0-550077BDAA46}"/>
              </a:ext>
            </a:extLst>
          </p:cNvPr>
          <p:cNvSpPr>
            <a:spLocks noGrp="1"/>
          </p:cNvSpPr>
          <p:nvPr>
            <p:ph type="body" sz="quarter" idx="12"/>
          </p:nvPr>
        </p:nvSpPr>
        <p:spPr bwMode="gray">
          <a:xfrm>
            <a:off x="790112" y="1166191"/>
            <a:ext cx="4855313" cy="4728483"/>
          </a:xfrm>
        </p:spPr>
        <p:txBody>
          <a:bodyPr/>
          <a:lstStyle/>
          <a:p>
            <a:pPr lvl="2"/>
            <a:r>
              <a:rPr lang="de-DE" dirty="0" err="1"/>
              <a:t>Application</a:t>
            </a:r>
            <a:r>
              <a:rPr lang="de-DE" dirty="0"/>
              <a:t> Architecture Practices</a:t>
            </a:r>
          </a:p>
          <a:p>
            <a:pPr lvl="2"/>
            <a:r>
              <a:rPr lang="de-DE" dirty="0"/>
              <a:t>Architecture, </a:t>
            </a:r>
            <a:r>
              <a:rPr lang="de-DE" dirty="0" err="1"/>
              <a:t>Programs</a:t>
            </a:r>
            <a:r>
              <a:rPr lang="de-DE" dirty="0"/>
              <a:t> and Code </a:t>
            </a:r>
            <a:r>
              <a:rPr lang="de-DE" dirty="0" err="1"/>
              <a:t>documentation</a:t>
            </a:r>
            <a:r>
              <a:rPr lang="de-DE" dirty="0"/>
              <a:t> </a:t>
            </a:r>
            <a:r>
              <a:rPr lang="de-DE" dirty="0" err="1"/>
              <a:t>embedded</a:t>
            </a:r>
            <a:r>
              <a:rPr lang="de-DE" dirty="0"/>
              <a:t> in source code</a:t>
            </a:r>
          </a:p>
          <a:p>
            <a:pPr lvl="2"/>
            <a:r>
              <a:rPr lang="de-DE" dirty="0"/>
              <a:t>Code </a:t>
            </a:r>
            <a:r>
              <a:rPr lang="de-DE" dirty="0" err="1"/>
              <a:t>readability</a:t>
            </a:r>
            <a:endParaRPr lang="de-DE" dirty="0"/>
          </a:p>
          <a:p>
            <a:pPr lvl="2"/>
            <a:r>
              <a:rPr lang="de-DE" dirty="0"/>
              <a:t>Code </a:t>
            </a:r>
            <a:r>
              <a:rPr lang="de-DE" dirty="0" err="1"/>
              <a:t>smells</a:t>
            </a:r>
            <a:endParaRPr lang="de-DE" dirty="0"/>
          </a:p>
          <a:p>
            <a:pPr lvl="2"/>
            <a:r>
              <a:rPr lang="de-DE" dirty="0" err="1"/>
              <a:t>Complexity</a:t>
            </a:r>
            <a:r>
              <a:rPr lang="de-DE" dirty="0"/>
              <a:t> </a:t>
            </a:r>
            <a:r>
              <a:rPr lang="de-DE" dirty="0" err="1"/>
              <a:t>level</a:t>
            </a:r>
            <a:r>
              <a:rPr lang="de-DE" dirty="0"/>
              <a:t> </a:t>
            </a:r>
            <a:r>
              <a:rPr lang="de-DE" dirty="0" err="1"/>
              <a:t>of</a:t>
            </a:r>
            <a:r>
              <a:rPr lang="de-DE" dirty="0"/>
              <a:t> </a:t>
            </a:r>
            <a:r>
              <a:rPr lang="de-DE" dirty="0" err="1"/>
              <a:t>transactions</a:t>
            </a:r>
            <a:endParaRPr lang="de-DE" dirty="0"/>
          </a:p>
          <a:p>
            <a:pPr lvl="2"/>
            <a:r>
              <a:rPr lang="de-DE" dirty="0" err="1"/>
              <a:t>Complexity</a:t>
            </a:r>
            <a:r>
              <a:rPr lang="de-DE" dirty="0"/>
              <a:t> </a:t>
            </a:r>
            <a:r>
              <a:rPr lang="de-DE" dirty="0" err="1"/>
              <a:t>of</a:t>
            </a:r>
            <a:r>
              <a:rPr lang="de-DE" dirty="0"/>
              <a:t> </a:t>
            </a:r>
            <a:r>
              <a:rPr lang="de-DE" dirty="0" err="1"/>
              <a:t>algorithms</a:t>
            </a:r>
            <a:endParaRPr lang="de-DE" dirty="0"/>
          </a:p>
          <a:p>
            <a:pPr lvl="2"/>
            <a:r>
              <a:rPr lang="de-DE" dirty="0" err="1"/>
              <a:t>Complexity</a:t>
            </a:r>
            <a:r>
              <a:rPr lang="de-DE" dirty="0"/>
              <a:t> </a:t>
            </a:r>
            <a:r>
              <a:rPr lang="de-DE" dirty="0" err="1"/>
              <a:t>of</a:t>
            </a:r>
            <a:r>
              <a:rPr lang="de-DE" dirty="0"/>
              <a:t> </a:t>
            </a:r>
            <a:r>
              <a:rPr lang="de-DE" dirty="0" err="1"/>
              <a:t>programming</a:t>
            </a:r>
            <a:r>
              <a:rPr lang="de-DE" dirty="0"/>
              <a:t> </a:t>
            </a:r>
            <a:r>
              <a:rPr lang="de-DE" dirty="0" err="1"/>
              <a:t>practices</a:t>
            </a:r>
            <a:endParaRPr lang="de-DE" dirty="0"/>
          </a:p>
          <a:p>
            <a:pPr lvl="2"/>
            <a:r>
              <a:rPr lang="de-DE" dirty="0"/>
              <a:t>Compliance </a:t>
            </a:r>
            <a:r>
              <a:rPr lang="de-DE" dirty="0" err="1"/>
              <a:t>with</a:t>
            </a:r>
            <a:r>
              <a:rPr lang="de-DE" dirty="0"/>
              <a:t> </a:t>
            </a:r>
            <a:r>
              <a:rPr lang="de-DE" dirty="0" err="1"/>
              <a:t>Object-Oriented</a:t>
            </a:r>
            <a:r>
              <a:rPr lang="de-DE" dirty="0"/>
              <a:t> and Structured </a:t>
            </a:r>
            <a:r>
              <a:rPr lang="de-DE" dirty="0" err="1"/>
              <a:t>Programming</a:t>
            </a:r>
            <a:r>
              <a:rPr lang="de-DE" dirty="0"/>
              <a:t> </a:t>
            </a:r>
            <a:r>
              <a:rPr lang="de-DE" dirty="0" err="1"/>
              <a:t>best</a:t>
            </a:r>
            <a:r>
              <a:rPr lang="de-DE" dirty="0"/>
              <a:t> </a:t>
            </a:r>
            <a:r>
              <a:rPr lang="de-DE" dirty="0" err="1"/>
              <a:t>practices</a:t>
            </a:r>
            <a:r>
              <a:rPr lang="de-DE" dirty="0"/>
              <a:t> (</a:t>
            </a:r>
            <a:r>
              <a:rPr lang="de-DE" dirty="0" err="1"/>
              <a:t>when</a:t>
            </a:r>
            <a:r>
              <a:rPr lang="de-DE" dirty="0"/>
              <a:t> </a:t>
            </a:r>
            <a:r>
              <a:rPr lang="de-DE" dirty="0" err="1"/>
              <a:t>applicable</a:t>
            </a:r>
            <a:r>
              <a:rPr lang="de-DE" dirty="0"/>
              <a:t>)</a:t>
            </a:r>
          </a:p>
          <a:p>
            <a:pPr lvl="2"/>
            <a:r>
              <a:rPr lang="de-DE" dirty="0" err="1"/>
              <a:t>Component</a:t>
            </a:r>
            <a:r>
              <a:rPr lang="de-DE" dirty="0"/>
              <a:t> </a:t>
            </a:r>
            <a:r>
              <a:rPr lang="de-DE" dirty="0" err="1"/>
              <a:t>or</a:t>
            </a:r>
            <a:r>
              <a:rPr lang="de-DE" dirty="0"/>
              <a:t> </a:t>
            </a:r>
            <a:r>
              <a:rPr lang="de-DE" dirty="0" err="1"/>
              <a:t>pattern</a:t>
            </a:r>
            <a:r>
              <a:rPr lang="de-DE" dirty="0"/>
              <a:t> </a:t>
            </a:r>
            <a:r>
              <a:rPr lang="de-DE" dirty="0" err="1"/>
              <a:t>re-use</a:t>
            </a:r>
            <a:r>
              <a:rPr lang="de-DE" dirty="0"/>
              <a:t> </a:t>
            </a:r>
            <a:r>
              <a:rPr lang="de-DE" dirty="0" err="1"/>
              <a:t>ratio</a:t>
            </a:r>
            <a:endParaRPr lang="de-DE" dirty="0"/>
          </a:p>
          <a:p>
            <a:pPr lvl="2"/>
            <a:r>
              <a:rPr lang="de-DE" dirty="0" err="1"/>
              <a:t>Controlled</a:t>
            </a:r>
            <a:r>
              <a:rPr lang="de-DE" dirty="0"/>
              <a:t> </a:t>
            </a:r>
            <a:r>
              <a:rPr lang="de-DE" dirty="0" err="1"/>
              <a:t>level</a:t>
            </a:r>
            <a:r>
              <a:rPr lang="de-DE" dirty="0"/>
              <a:t> </a:t>
            </a:r>
            <a:r>
              <a:rPr lang="de-DE" dirty="0" err="1"/>
              <a:t>of</a:t>
            </a:r>
            <a:r>
              <a:rPr lang="de-DE" dirty="0"/>
              <a:t> </a:t>
            </a:r>
            <a:r>
              <a:rPr lang="de-DE" dirty="0" err="1"/>
              <a:t>dynamic</a:t>
            </a:r>
            <a:r>
              <a:rPr lang="de-DE" dirty="0"/>
              <a:t> </a:t>
            </a:r>
            <a:r>
              <a:rPr lang="de-DE" dirty="0" err="1"/>
              <a:t>coding</a:t>
            </a:r>
            <a:endParaRPr lang="de-DE" dirty="0"/>
          </a:p>
          <a:p>
            <a:pPr lvl="2"/>
            <a:endParaRPr lang="de-DE" dirty="0"/>
          </a:p>
        </p:txBody>
      </p:sp>
      <p:sp>
        <p:nvSpPr>
          <p:cNvPr id="6" name="Text Placeholder 4">
            <a:extLst>
              <a:ext uri="{FF2B5EF4-FFF2-40B4-BE49-F238E27FC236}">
                <a16:creationId xmlns:a16="http://schemas.microsoft.com/office/drawing/2014/main" id="{8477D26E-4819-B55C-C8E6-80FF9D9E7F4D}"/>
              </a:ext>
            </a:extLst>
          </p:cNvPr>
          <p:cNvSpPr txBox="1">
            <a:spLocks/>
          </p:cNvSpPr>
          <p:nvPr/>
        </p:nvSpPr>
        <p:spPr bwMode="gray">
          <a:xfrm>
            <a:off x="6206098" y="1265582"/>
            <a:ext cx="4855313" cy="4728483"/>
          </a:xfrm>
          <a:prstGeom prst="rect">
            <a:avLst/>
          </a:prstGeom>
        </p:spPr>
        <p:txBody>
          <a:bodyPr vert="horz" lIns="0" tIns="0" rIns="0" bIns="0" rtlCol="0">
            <a:noAutofit/>
          </a:bodyPr>
          <a:lstStyle>
            <a:lvl1pPr marL="0" indent="0" algn="l" defTabSz="914400" rtl="0" eaLnBrk="1" latinLnBrk="0" hangingPunct="1">
              <a:lnSpc>
                <a:spcPct val="100000"/>
              </a:lnSpc>
              <a:spcBef>
                <a:spcPts val="1600"/>
              </a:spcBef>
              <a:buFont typeface="Skeena" panose="020B0604020202020204" pitchFamily="34" charset="0"/>
              <a:buNone/>
              <a:defRPr sz="2000" b="1" kern="1200">
                <a:solidFill>
                  <a:schemeClr val="tx1"/>
                </a:solidFill>
                <a:latin typeface="+mn-lt"/>
                <a:ea typeface="+mn-ea"/>
                <a:cs typeface="+mn-cs"/>
              </a:defRPr>
            </a:lvl1pPr>
            <a:lvl2pPr marL="0" indent="0" algn="l" defTabSz="914400" rtl="0" eaLnBrk="1" latinLnBrk="0" hangingPunct="1">
              <a:lnSpc>
                <a:spcPct val="100000"/>
              </a:lnSpc>
              <a:spcBef>
                <a:spcPts val="600"/>
              </a:spcBef>
              <a:buFont typeface="Skeena" panose="020B0604020202020204" pitchFamily="34" charset="0"/>
              <a:buNone/>
              <a:defRPr sz="1800" kern="1200">
                <a:solidFill>
                  <a:schemeClr val="tx1"/>
                </a:solidFill>
                <a:latin typeface="+mn-lt"/>
                <a:ea typeface="+mn-ea"/>
                <a:cs typeface="+mn-cs"/>
              </a:defRPr>
            </a:lvl2pPr>
            <a:lvl3pPr marL="180000" indent="-180000" algn="l" defTabSz="914400" rtl="0" eaLnBrk="1" latinLnBrk="0" hangingPunct="1">
              <a:lnSpc>
                <a:spcPct val="100000"/>
              </a:lnSpc>
              <a:spcBef>
                <a:spcPts val="600"/>
              </a:spcBef>
              <a:buFont typeface="Wingdings" panose="05000000000000000000" pitchFamily="2" charset="2"/>
              <a:buChar char="§"/>
              <a:defRPr sz="1800" kern="1200">
                <a:solidFill>
                  <a:schemeClr val="tx1"/>
                </a:solidFill>
                <a:latin typeface="+mn-lt"/>
                <a:ea typeface="+mn-ea"/>
                <a:cs typeface="+mn-cs"/>
              </a:defRPr>
            </a:lvl3pPr>
            <a:lvl4pPr marL="360000" indent="-180000" algn="l" defTabSz="914400" rtl="0" eaLnBrk="1" latinLnBrk="0" hangingPunct="1">
              <a:lnSpc>
                <a:spcPct val="100000"/>
              </a:lnSpc>
              <a:spcBef>
                <a:spcPts val="300"/>
              </a:spcBef>
              <a:buFont typeface="Symbol" panose="05050102010706020507" pitchFamily="18" charset="2"/>
              <a:buChar char=""/>
              <a:defRPr sz="1600" kern="1200">
                <a:solidFill>
                  <a:schemeClr val="tx1"/>
                </a:solidFill>
                <a:latin typeface="+mn-lt"/>
                <a:ea typeface="+mn-ea"/>
                <a:cs typeface="+mn-cs"/>
              </a:defRPr>
            </a:lvl4pPr>
            <a:lvl5pPr marL="360000" indent="-180000" algn="l" defTabSz="914400" rtl="0" eaLnBrk="1" latinLnBrk="0" hangingPunct="1">
              <a:lnSpc>
                <a:spcPct val="100000"/>
              </a:lnSpc>
              <a:spcBef>
                <a:spcPts val="300"/>
              </a:spcBef>
              <a:buFont typeface="Symbol" panose="05050102010706020507" pitchFamily="18" charset="2"/>
              <a:buChar char=""/>
              <a:defRPr sz="1600" kern="1200">
                <a:solidFill>
                  <a:schemeClr val="tx1"/>
                </a:solidFill>
                <a:latin typeface="+mn-lt"/>
                <a:ea typeface="+mn-ea"/>
                <a:cs typeface="+mn-cs"/>
              </a:defRPr>
            </a:lvl5pPr>
            <a:lvl6pPr marL="360000" indent="-180000" algn="l" defTabSz="914400" rtl="0" eaLnBrk="1" latinLnBrk="0" hangingPunct="1">
              <a:lnSpc>
                <a:spcPct val="100000"/>
              </a:lnSpc>
              <a:spcBef>
                <a:spcPts val="300"/>
              </a:spcBef>
              <a:buFont typeface="Symbol" panose="05050102010706020507" pitchFamily="18" charset="2"/>
              <a:buChar char=""/>
              <a:defRPr sz="1600" kern="1200">
                <a:solidFill>
                  <a:schemeClr val="tx1"/>
                </a:solidFill>
                <a:latin typeface="+mn-lt"/>
                <a:ea typeface="+mn-ea"/>
                <a:cs typeface="+mn-cs"/>
              </a:defRPr>
            </a:lvl6pPr>
            <a:lvl7pPr marL="360000" indent="-180000" algn="l" defTabSz="914400" rtl="0" eaLnBrk="1" latinLnBrk="0" hangingPunct="1">
              <a:lnSpc>
                <a:spcPct val="100000"/>
              </a:lnSpc>
              <a:spcBef>
                <a:spcPts val="300"/>
              </a:spcBef>
              <a:buFont typeface="Symbol" panose="05050102010706020507" pitchFamily="18" charset="2"/>
              <a:buChar char=""/>
              <a:defRPr sz="1600" kern="1200">
                <a:solidFill>
                  <a:schemeClr val="tx1"/>
                </a:solidFill>
                <a:latin typeface="+mn-lt"/>
                <a:ea typeface="+mn-ea"/>
                <a:cs typeface="+mn-cs"/>
              </a:defRPr>
            </a:lvl7pPr>
            <a:lvl8pPr marL="360000" indent="-180000" algn="l" defTabSz="914400" rtl="0" eaLnBrk="1" latinLnBrk="0" hangingPunct="1">
              <a:lnSpc>
                <a:spcPct val="100000"/>
              </a:lnSpc>
              <a:spcBef>
                <a:spcPts val="300"/>
              </a:spcBef>
              <a:buFont typeface="Symbol" panose="05050102010706020507" pitchFamily="18" charset="2"/>
              <a:buChar char=""/>
              <a:defRPr sz="1600" kern="1200">
                <a:solidFill>
                  <a:schemeClr val="tx1"/>
                </a:solidFill>
                <a:latin typeface="+mn-lt"/>
                <a:ea typeface="+mn-ea"/>
                <a:cs typeface="+mn-cs"/>
              </a:defRPr>
            </a:lvl8pPr>
            <a:lvl9pPr marL="360000" indent="-180000" algn="l" defTabSz="914400" rtl="0" eaLnBrk="1" latinLnBrk="0" hangingPunct="1">
              <a:lnSpc>
                <a:spcPct val="100000"/>
              </a:lnSpc>
              <a:spcBef>
                <a:spcPts val="300"/>
              </a:spcBef>
              <a:buFont typeface="Symbol" panose="05050102010706020507" pitchFamily="18" charset="2"/>
              <a:buChar char=""/>
              <a:defRPr sz="1600" kern="1200">
                <a:solidFill>
                  <a:schemeClr val="tx1"/>
                </a:solidFill>
                <a:latin typeface="+mn-lt"/>
                <a:ea typeface="+mn-ea"/>
                <a:cs typeface="+mn-cs"/>
              </a:defRPr>
            </a:lvl9pPr>
          </a:lstStyle>
          <a:p>
            <a:pPr lvl="2"/>
            <a:r>
              <a:rPr lang="de-DE" dirty="0"/>
              <a:t>Coupling </a:t>
            </a:r>
            <a:r>
              <a:rPr lang="de-DE" dirty="0" err="1"/>
              <a:t>ratio</a:t>
            </a:r>
            <a:endParaRPr lang="de-DE" dirty="0"/>
          </a:p>
          <a:p>
            <a:pPr lvl="2"/>
            <a:r>
              <a:rPr lang="de-DE" dirty="0" err="1"/>
              <a:t>Dirty</a:t>
            </a:r>
            <a:r>
              <a:rPr lang="de-DE" dirty="0"/>
              <a:t> </a:t>
            </a:r>
            <a:r>
              <a:rPr lang="de-DE" dirty="0" err="1"/>
              <a:t>programming</a:t>
            </a:r>
            <a:endParaRPr lang="de-DE" dirty="0"/>
          </a:p>
          <a:p>
            <a:pPr lvl="2"/>
            <a:r>
              <a:rPr lang="de-DE" dirty="0" err="1"/>
              <a:t>Documentation</a:t>
            </a:r>
            <a:endParaRPr lang="de-DE" dirty="0"/>
          </a:p>
          <a:p>
            <a:pPr lvl="2"/>
            <a:r>
              <a:rPr lang="de-DE" dirty="0"/>
              <a:t>Hardware, OS, </a:t>
            </a:r>
            <a:r>
              <a:rPr lang="de-DE" dirty="0" err="1"/>
              <a:t>middleware</a:t>
            </a:r>
            <a:r>
              <a:rPr lang="de-DE" dirty="0"/>
              <a:t>, </a:t>
            </a:r>
            <a:r>
              <a:rPr lang="de-DE" dirty="0" err="1"/>
              <a:t>software</a:t>
            </a:r>
            <a:r>
              <a:rPr lang="de-DE" dirty="0"/>
              <a:t> </a:t>
            </a:r>
            <a:r>
              <a:rPr lang="de-DE" dirty="0" err="1"/>
              <a:t>components</a:t>
            </a:r>
            <a:r>
              <a:rPr lang="de-DE" dirty="0"/>
              <a:t> and </a:t>
            </a:r>
            <a:r>
              <a:rPr lang="de-DE" dirty="0" err="1"/>
              <a:t>database</a:t>
            </a:r>
            <a:r>
              <a:rPr lang="de-DE" dirty="0"/>
              <a:t> </a:t>
            </a:r>
            <a:r>
              <a:rPr lang="de-DE" dirty="0" err="1"/>
              <a:t>independence</a:t>
            </a:r>
            <a:endParaRPr lang="de-DE" dirty="0"/>
          </a:p>
          <a:p>
            <a:pPr lvl="2"/>
            <a:r>
              <a:rPr lang="de-DE" dirty="0"/>
              <a:t>Multi-</a:t>
            </a:r>
            <a:r>
              <a:rPr lang="de-DE" dirty="0" err="1"/>
              <a:t>layer</a:t>
            </a:r>
            <a:r>
              <a:rPr lang="de-DE" dirty="0"/>
              <a:t> design </a:t>
            </a:r>
            <a:r>
              <a:rPr lang="de-DE" dirty="0" err="1"/>
              <a:t>compliance</a:t>
            </a:r>
            <a:endParaRPr lang="de-DE" dirty="0"/>
          </a:p>
          <a:p>
            <a:pPr lvl="2"/>
            <a:r>
              <a:rPr lang="de-DE" dirty="0" err="1"/>
              <a:t>Portability</a:t>
            </a:r>
            <a:endParaRPr lang="de-DE" dirty="0"/>
          </a:p>
          <a:p>
            <a:pPr lvl="2"/>
            <a:r>
              <a:rPr lang="de-DE" dirty="0" err="1"/>
              <a:t>Programming</a:t>
            </a:r>
            <a:r>
              <a:rPr lang="de-DE" dirty="0"/>
              <a:t> Practices (code </a:t>
            </a:r>
            <a:r>
              <a:rPr lang="de-DE" dirty="0" err="1"/>
              <a:t>level</a:t>
            </a:r>
            <a:r>
              <a:rPr lang="de-DE" dirty="0"/>
              <a:t>)</a:t>
            </a:r>
          </a:p>
          <a:p>
            <a:pPr lvl="2"/>
            <a:r>
              <a:rPr lang="de-DE" dirty="0" err="1"/>
              <a:t>Reduced</a:t>
            </a:r>
            <a:r>
              <a:rPr lang="de-DE" dirty="0"/>
              <a:t> </a:t>
            </a:r>
            <a:r>
              <a:rPr lang="de-DE" dirty="0" err="1"/>
              <a:t>duplicate</a:t>
            </a:r>
            <a:r>
              <a:rPr lang="de-DE" dirty="0"/>
              <a:t> code and </a:t>
            </a:r>
            <a:r>
              <a:rPr lang="de-DE" dirty="0" err="1"/>
              <a:t>functions</a:t>
            </a:r>
            <a:endParaRPr lang="de-DE" dirty="0"/>
          </a:p>
          <a:p>
            <a:pPr lvl="2"/>
            <a:r>
              <a:rPr lang="de-DE" dirty="0"/>
              <a:t>Source code </a:t>
            </a:r>
            <a:r>
              <a:rPr lang="de-DE" dirty="0" err="1"/>
              <a:t>file</a:t>
            </a:r>
            <a:r>
              <a:rPr lang="de-DE" dirty="0"/>
              <a:t> </a:t>
            </a:r>
            <a:r>
              <a:rPr lang="de-DE" dirty="0" err="1"/>
              <a:t>organisation</a:t>
            </a:r>
            <a:r>
              <a:rPr lang="de-DE" dirty="0"/>
              <a:t> </a:t>
            </a:r>
            <a:r>
              <a:rPr lang="de-DE" dirty="0" err="1"/>
              <a:t>cleanliness</a:t>
            </a:r>
            <a:endParaRPr lang="de-DE" dirty="0"/>
          </a:p>
        </p:txBody>
      </p:sp>
    </p:spTree>
    <p:extLst>
      <p:ext uri="{BB962C8B-B14F-4D97-AF65-F5344CB8AC3E}">
        <p14:creationId xmlns:p14="http://schemas.microsoft.com/office/powerpoint/2010/main" val="15968907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B76770-870B-6B71-9149-B68F10D73D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49B6C5-F4FB-C6B1-C3F1-7374393ADEDF}"/>
              </a:ext>
            </a:extLst>
          </p:cNvPr>
          <p:cNvSpPr>
            <a:spLocks noGrp="1"/>
          </p:cNvSpPr>
          <p:nvPr>
            <p:ph type="title"/>
          </p:nvPr>
        </p:nvSpPr>
        <p:spPr bwMode="gray">
          <a:xfrm>
            <a:off x="549411" y="371905"/>
            <a:ext cx="10512000" cy="499689"/>
          </a:xfrm>
        </p:spPr>
        <p:txBody>
          <a:bodyPr/>
          <a:lstStyle/>
          <a:p>
            <a:r>
              <a:rPr lang="de-DE" dirty="0"/>
              <a:t>3 </a:t>
            </a:r>
            <a:r>
              <a:rPr lang="de-DE" dirty="0" err="1"/>
              <a:t>How</a:t>
            </a:r>
            <a:r>
              <a:rPr lang="de-DE" dirty="0"/>
              <a:t> </a:t>
            </a:r>
            <a:r>
              <a:rPr lang="de-DE" dirty="0" err="1"/>
              <a:t>to</a:t>
            </a:r>
            <a:r>
              <a:rPr lang="de-DE" dirty="0"/>
              <a:t> High Quality? – </a:t>
            </a:r>
            <a:r>
              <a:rPr lang="de-DE" dirty="0" err="1"/>
              <a:t>Programming</a:t>
            </a:r>
            <a:r>
              <a:rPr lang="de-DE" dirty="0"/>
              <a:t> </a:t>
            </a:r>
            <a:r>
              <a:rPr lang="de-DE" dirty="0" err="1"/>
              <a:t>errors</a:t>
            </a:r>
            <a:endParaRPr lang="de-DE" dirty="0"/>
          </a:p>
        </p:txBody>
      </p:sp>
      <p:sp>
        <p:nvSpPr>
          <p:cNvPr id="3" name="Footer Placeholder 2">
            <a:extLst>
              <a:ext uri="{FF2B5EF4-FFF2-40B4-BE49-F238E27FC236}">
                <a16:creationId xmlns:a16="http://schemas.microsoft.com/office/drawing/2014/main" id="{AB06BE09-750C-5944-3E31-51A74ADDB9B0}"/>
              </a:ext>
            </a:extLst>
          </p:cNvPr>
          <p:cNvSpPr>
            <a:spLocks noGrp="1"/>
          </p:cNvSpPr>
          <p:nvPr>
            <p:ph type="ftr" sz="quarter" idx="10"/>
          </p:nvPr>
        </p:nvSpPr>
        <p:spPr bwMode="gray"/>
        <p:txBody>
          <a:bodyPr/>
          <a:lstStyle/>
          <a:p>
            <a:r>
              <a:rPr lang="de-DE" dirty="0"/>
              <a:t>Hier steht der übergeordnete Präsentationstitel (Einfügen → Kopf- und Fußzeile)</a:t>
            </a:r>
          </a:p>
        </p:txBody>
      </p:sp>
      <p:sp>
        <p:nvSpPr>
          <p:cNvPr id="4" name="Slide Number Placeholder 3">
            <a:extLst>
              <a:ext uri="{FF2B5EF4-FFF2-40B4-BE49-F238E27FC236}">
                <a16:creationId xmlns:a16="http://schemas.microsoft.com/office/drawing/2014/main" id="{D62FDD46-6AC3-E265-514F-AC2F9B5B34FB}"/>
              </a:ext>
            </a:extLst>
          </p:cNvPr>
          <p:cNvSpPr>
            <a:spLocks noGrp="1"/>
          </p:cNvSpPr>
          <p:nvPr>
            <p:ph type="sldNum" sz="quarter" idx="11"/>
          </p:nvPr>
        </p:nvSpPr>
        <p:spPr bwMode="gray"/>
        <p:txBody>
          <a:bodyPr/>
          <a:lstStyle/>
          <a:p>
            <a:fld id="{5438FF58-A5B1-455A-BA0C-D8E0E4C71076}" type="slidenum">
              <a:rPr lang="de-DE" smtClean="0"/>
              <a:pPr/>
              <a:t>12</a:t>
            </a:fld>
            <a:endParaRPr lang="de-DE" dirty="0"/>
          </a:p>
        </p:txBody>
      </p:sp>
      <p:sp>
        <p:nvSpPr>
          <p:cNvPr id="5" name="Text Placeholder 4">
            <a:extLst>
              <a:ext uri="{FF2B5EF4-FFF2-40B4-BE49-F238E27FC236}">
                <a16:creationId xmlns:a16="http://schemas.microsoft.com/office/drawing/2014/main" id="{6968C045-1E0D-FC27-386F-7B2A40F98AF7}"/>
              </a:ext>
            </a:extLst>
          </p:cNvPr>
          <p:cNvSpPr>
            <a:spLocks noGrp="1"/>
          </p:cNvSpPr>
          <p:nvPr>
            <p:ph type="body" sz="quarter" idx="12"/>
          </p:nvPr>
        </p:nvSpPr>
        <p:spPr bwMode="gray">
          <a:xfrm>
            <a:off x="840000" y="1150838"/>
            <a:ext cx="10512000" cy="5130692"/>
          </a:xfrm>
        </p:spPr>
        <p:txBody>
          <a:bodyPr/>
          <a:lstStyle/>
          <a:p>
            <a:pPr lvl="2"/>
            <a:r>
              <a:rPr lang="en-GB" dirty="0"/>
              <a:t>Reliability</a:t>
            </a:r>
          </a:p>
          <a:p>
            <a:pPr lvl="3"/>
            <a:r>
              <a:rPr lang="en-GB" dirty="0"/>
              <a:t>Avoid software patterns that will lead to unexpected </a:t>
            </a:r>
            <a:r>
              <a:rPr lang="en-GB" dirty="0" err="1"/>
              <a:t>behavior</a:t>
            </a:r>
            <a:r>
              <a:rPr lang="en-GB" dirty="0"/>
              <a:t> (</a:t>
            </a:r>
            <a:r>
              <a:rPr lang="en-GB" dirty="0">
                <a:hlinkClick r:id="rId2" tooltip="Uninitialized variable"/>
              </a:rPr>
              <a:t>Uninitialized variable</a:t>
            </a:r>
            <a:r>
              <a:rPr lang="en-GB" dirty="0"/>
              <a:t>, null pointers, etc.)</a:t>
            </a:r>
          </a:p>
          <a:p>
            <a:pPr lvl="3"/>
            <a:r>
              <a:rPr lang="en-GB" dirty="0"/>
              <a:t>Methods, procedures and functions doing Insert, Update, Delete, Create Table or Select must include error management</a:t>
            </a:r>
          </a:p>
          <a:p>
            <a:pPr lvl="3"/>
            <a:r>
              <a:rPr lang="en-GB" dirty="0"/>
              <a:t>Multi-thread functions should be made thread safe, for instance servlets or </a:t>
            </a:r>
            <a:r>
              <a:rPr lang="en-GB" dirty="0">
                <a:hlinkClick r:id="rId3" tooltip="Apache Struts">
                  <a:extLst>
                    <a:ext uri="{A12FA001-AC4F-418D-AE19-62706E023703}">
                      <ahyp:hlinkClr xmlns:ahyp="http://schemas.microsoft.com/office/drawing/2018/hyperlinkcolor" val="tx"/>
                    </a:ext>
                  </a:extLst>
                </a:hlinkClick>
              </a:rPr>
              <a:t>struts</a:t>
            </a:r>
            <a:r>
              <a:rPr lang="en-GB" dirty="0"/>
              <a:t> action classes must not have instance/non-final static fields</a:t>
            </a:r>
          </a:p>
          <a:p>
            <a:pPr lvl="2"/>
            <a:r>
              <a:rPr lang="en-GB" dirty="0"/>
              <a:t>Efficiency</a:t>
            </a:r>
          </a:p>
          <a:p>
            <a:pPr lvl="3"/>
            <a:r>
              <a:rPr lang="en-GB" dirty="0"/>
              <a:t>Ensure centralization of client requests (incoming and data) to reduce network traffic</a:t>
            </a:r>
          </a:p>
          <a:p>
            <a:pPr lvl="3"/>
            <a:r>
              <a:rPr lang="en-GB" dirty="0"/>
              <a:t>Avoid SQL queries that don't use an index against large tables in a loop</a:t>
            </a:r>
          </a:p>
          <a:p>
            <a:pPr lvl="2"/>
            <a:r>
              <a:rPr lang="en-GB" dirty="0"/>
              <a:t>Security</a:t>
            </a:r>
          </a:p>
          <a:p>
            <a:pPr lvl="3"/>
            <a:r>
              <a:rPr lang="en-GB" dirty="0"/>
              <a:t>Avoid fields in servlet classes that are not final static</a:t>
            </a:r>
          </a:p>
          <a:p>
            <a:pPr lvl="3"/>
            <a:r>
              <a:rPr lang="en-GB" dirty="0"/>
              <a:t>Avoid data access without including error management</a:t>
            </a:r>
          </a:p>
          <a:p>
            <a:pPr lvl="3"/>
            <a:r>
              <a:rPr lang="en-GB" dirty="0"/>
              <a:t>Check control return codes and implement error handling mechanisms</a:t>
            </a:r>
          </a:p>
          <a:p>
            <a:pPr lvl="3"/>
            <a:r>
              <a:rPr lang="en-GB" dirty="0"/>
              <a:t>Ensure input validation to avoid cross-site scripting flaws or SQL injections flaws</a:t>
            </a:r>
          </a:p>
          <a:p>
            <a:pPr lvl="2"/>
            <a:r>
              <a:rPr lang="en-GB" dirty="0"/>
              <a:t>Maintainability</a:t>
            </a:r>
          </a:p>
          <a:p>
            <a:pPr lvl="3"/>
            <a:r>
              <a:rPr lang="en-GB" dirty="0"/>
              <a:t>Deep inheritance trees and nesting should be avoided to improve comprehensibility</a:t>
            </a:r>
          </a:p>
          <a:p>
            <a:pPr lvl="3"/>
            <a:r>
              <a:rPr lang="en-GB" dirty="0"/>
              <a:t>Modules should be loosely coupled (fanout, intermediaries) to avoid propagation of modifications</a:t>
            </a:r>
          </a:p>
          <a:p>
            <a:pPr lvl="3"/>
            <a:r>
              <a:rPr lang="en-GB" dirty="0"/>
              <a:t>Enforce homogeneous naming conventions</a:t>
            </a:r>
          </a:p>
          <a:p>
            <a:pPr lvl="2"/>
            <a:endParaRPr lang="de-DE" dirty="0"/>
          </a:p>
        </p:txBody>
      </p:sp>
    </p:spTree>
    <p:extLst>
      <p:ext uri="{BB962C8B-B14F-4D97-AF65-F5344CB8AC3E}">
        <p14:creationId xmlns:p14="http://schemas.microsoft.com/office/powerpoint/2010/main" val="38742954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BFDFF-58F8-8165-27F8-2DC1721D4851}"/>
              </a:ext>
            </a:extLst>
          </p:cNvPr>
          <p:cNvSpPr>
            <a:spLocks noGrp="1"/>
          </p:cNvSpPr>
          <p:nvPr>
            <p:ph type="title"/>
          </p:nvPr>
        </p:nvSpPr>
        <p:spPr bwMode="gray">
          <a:xfrm>
            <a:off x="496145" y="371905"/>
            <a:ext cx="10512000" cy="498598"/>
          </a:xfrm>
        </p:spPr>
        <p:txBody>
          <a:bodyPr/>
          <a:lstStyle/>
          <a:p>
            <a:r>
              <a:rPr lang="de-DE" dirty="0"/>
              <a:t>3 </a:t>
            </a:r>
            <a:r>
              <a:rPr lang="de-DE" dirty="0" err="1"/>
              <a:t>How</a:t>
            </a:r>
            <a:r>
              <a:rPr lang="de-DE" dirty="0"/>
              <a:t> </a:t>
            </a:r>
            <a:r>
              <a:rPr lang="de-DE" dirty="0" err="1"/>
              <a:t>to</a:t>
            </a:r>
            <a:r>
              <a:rPr lang="de-DE" dirty="0"/>
              <a:t> High Quality? – Web </a:t>
            </a:r>
            <a:r>
              <a:rPr lang="de-DE" dirty="0" err="1"/>
              <a:t>site</a:t>
            </a:r>
            <a:endParaRPr lang="de-DE" dirty="0"/>
          </a:p>
        </p:txBody>
      </p:sp>
      <p:sp>
        <p:nvSpPr>
          <p:cNvPr id="3" name="Footer Placeholder 2">
            <a:extLst>
              <a:ext uri="{FF2B5EF4-FFF2-40B4-BE49-F238E27FC236}">
                <a16:creationId xmlns:a16="http://schemas.microsoft.com/office/drawing/2014/main" id="{808D41D4-3B88-D9D4-3FD5-39C81EBFB923}"/>
              </a:ext>
            </a:extLst>
          </p:cNvPr>
          <p:cNvSpPr>
            <a:spLocks noGrp="1"/>
          </p:cNvSpPr>
          <p:nvPr>
            <p:ph type="ftr" sz="quarter" idx="10"/>
          </p:nvPr>
        </p:nvSpPr>
        <p:spPr bwMode="gray"/>
        <p:txBody>
          <a:bodyPr/>
          <a:lstStyle/>
          <a:p>
            <a:r>
              <a:rPr lang="de-DE" dirty="0"/>
              <a:t>Hier steht der übergeordnete Präsentationstitel (Einfügen → Kopf- und Fußzeile)</a:t>
            </a:r>
          </a:p>
        </p:txBody>
      </p:sp>
      <p:sp>
        <p:nvSpPr>
          <p:cNvPr id="4" name="Slide Number Placeholder 3">
            <a:extLst>
              <a:ext uri="{FF2B5EF4-FFF2-40B4-BE49-F238E27FC236}">
                <a16:creationId xmlns:a16="http://schemas.microsoft.com/office/drawing/2014/main" id="{4FBF9FA6-0FB3-D725-43FE-7CFFA7DC7AC7}"/>
              </a:ext>
            </a:extLst>
          </p:cNvPr>
          <p:cNvSpPr>
            <a:spLocks noGrp="1"/>
          </p:cNvSpPr>
          <p:nvPr>
            <p:ph type="sldNum" sz="quarter" idx="11"/>
          </p:nvPr>
        </p:nvSpPr>
        <p:spPr bwMode="gray"/>
        <p:txBody>
          <a:bodyPr/>
          <a:lstStyle/>
          <a:p>
            <a:fld id="{5438FF58-A5B1-455A-BA0C-D8E0E4C71076}" type="slidenum">
              <a:rPr lang="de-DE" smtClean="0"/>
              <a:pPr/>
              <a:t>13</a:t>
            </a:fld>
            <a:endParaRPr lang="de-DE" dirty="0"/>
          </a:p>
        </p:txBody>
      </p:sp>
      <p:sp>
        <p:nvSpPr>
          <p:cNvPr id="5" name="Text Placeholder 4">
            <a:extLst>
              <a:ext uri="{FF2B5EF4-FFF2-40B4-BE49-F238E27FC236}">
                <a16:creationId xmlns:a16="http://schemas.microsoft.com/office/drawing/2014/main" id="{654DE9D1-5746-FABD-4A8B-0B8BC601E17F}"/>
              </a:ext>
            </a:extLst>
          </p:cNvPr>
          <p:cNvSpPr>
            <a:spLocks noGrp="1"/>
          </p:cNvSpPr>
          <p:nvPr>
            <p:ph type="body" sz="quarter" idx="12"/>
          </p:nvPr>
        </p:nvSpPr>
        <p:spPr bwMode="gray">
          <a:xfrm>
            <a:off x="735842" y="1107000"/>
            <a:ext cx="10512000" cy="4644000"/>
          </a:xfrm>
        </p:spPr>
        <p:txBody>
          <a:bodyPr/>
          <a:lstStyle/>
          <a:p>
            <a:pPr marL="0" lvl="2" indent="0">
              <a:buNone/>
            </a:pPr>
            <a:r>
              <a:rPr lang="en-GB" dirty="0">
                <a:hlinkClick r:id="rId2"/>
              </a:rPr>
              <a:t>https://riverty.atlassian.net/wiki/spaces/IKAROS/pages/105530230452/High+Quality+Software+System+HQSS</a:t>
            </a:r>
            <a:endParaRPr lang="en-GB" dirty="0"/>
          </a:p>
          <a:p>
            <a:pPr lvl="2"/>
            <a:endParaRPr lang="en-GB" dirty="0"/>
          </a:p>
          <a:p>
            <a:pPr lvl="2"/>
            <a:r>
              <a:rPr lang="en-GB" dirty="0"/>
              <a:t>High Quality Software Requirement Analysis</a:t>
            </a:r>
          </a:p>
          <a:p>
            <a:pPr lvl="2"/>
            <a:r>
              <a:rPr lang="en-GB" dirty="0"/>
              <a:t>High Quality Software Design</a:t>
            </a:r>
          </a:p>
          <a:p>
            <a:pPr lvl="2"/>
            <a:r>
              <a:rPr lang="en-GB" dirty="0"/>
              <a:t>High Quality Software Implementation</a:t>
            </a:r>
          </a:p>
          <a:p>
            <a:pPr lvl="2"/>
            <a:r>
              <a:rPr lang="en-GB" dirty="0"/>
              <a:t>High Quality Software Testing</a:t>
            </a:r>
          </a:p>
          <a:p>
            <a:pPr lvl="2"/>
            <a:r>
              <a:rPr lang="en-GB" dirty="0"/>
              <a:t>High Quality Continuous Integration and Continuous Deployment</a:t>
            </a:r>
          </a:p>
          <a:p>
            <a:pPr lvl="2"/>
            <a:r>
              <a:rPr lang="en-GB" dirty="0"/>
              <a:t>High Quality Software Documentation</a:t>
            </a:r>
          </a:p>
          <a:p>
            <a:pPr lvl="2"/>
            <a:r>
              <a:rPr lang="en-GB" dirty="0"/>
              <a:t>High Quality Software Project Management</a:t>
            </a:r>
          </a:p>
          <a:p>
            <a:pPr marL="180000" lvl="3" indent="0">
              <a:buNone/>
            </a:pPr>
            <a:endParaRPr lang="de-DE" dirty="0"/>
          </a:p>
        </p:txBody>
      </p:sp>
    </p:spTree>
    <p:extLst>
      <p:ext uri="{BB962C8B-B14F-4D97-AF65-F5344CB8AC3E}">
        <p14:creationId xmlns:p14="http://schemas.microsoft.com/office/powerpoint/2010/main" val="10174970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BFDFF-58F8-8165-27F8-2DC1721D4851}"/>
              </a:ext>
            </a:extLst>
          </p:cNvPr>
          <p:cNvSpPr>
            <a:spLocks noGrp="1"/>
          </p:cNvSpPr>
          <p:nvPr>
            <p:ph type="title"/>
          </p:nvPr>
        </p:nvSpPr>
        <p:spPr bwMode="gray">
          <a:xfrm>
            <a:off x="522777" y="371905"/>
            <a:ext cx="10512000" cy="998287"/>
          </a:xfrm>
        </p:spPr>
        <p:txBody>
          <a:bodyPr/>
          <a:lstStyle/>
          <a:p>
            <a:r>
              <a:rPr lang="de-DE" dirty="0"/>
              <a:t>4 Case </a:t>
            </a:r>
            <a:r>
              <a:rPr lang="de-DE" dirty="0" err="1"/>
              <a:t>studies</a:t>
            </a:r>
            <a:r>
              <a:rPr lang="de-DE" dirty="0"/>
              <a:t> in </a:t>
            </a:r>
            <a:r>
              <a:rPr lang="de-DE" dirty="0" err="1"/>
              <a:t>Object-Oriented</a:t>
            </a:r>
            <a:r>
              <a:rPr lang="de-DE" dirty="0"/>
              <a:t> Analysis &amp; Design</a:t>
            </a:r>
          </a:p>
        </p:txBody>
      </p:sp>
      <p:sp>
        <p:nvSpPr>
          <p:cNvPr id="3" name="Footer Placeholder 2">
            <a:extLst>
              <a:ext uri="{FF2B5EF4-FFF2-40B4-BE49-F238E27FC236}">
                <a16:creationId xmlns:a16="http://schemas.microsoft.com/office/drawing/2014/main" id="{808D41D4-3B88-D9D4-3FD5-39C81EBFB923}"/>
              </a:ext>
            </a:extLst>
          </p:cNvPr>
          <p:cNvSpPr>
            <a:spLocks noGrp="1"/>
          </p:cNvSpPr>
          <p:nvPr>
            <p:ph type="ftr" sz="quarter" idx="10"/>
          </p:nvPr>
        </p:nvSpPr>
        <p:spPr bwMode="gray"/>
        <p:txBody>
          <a:bodyPr/>
          <a:lstStyle/>
          <a:p>
            <a:r>
              <a:rPr lang="de-DE" dirty="0"/>
              <a:t>Hier steht der übergeordnete Präsentationstitel (Einfügen → Kopf- und Fußzeile)</a:t>
            </a:r>
          </a:p>
        </p:txBody>
      </p:sp>
      <p:sp>
        <p:nvSpPr>
          <p:cNvPr id="4" name="Slide Number Placeholder 3">
            <a:extLst>
              <a:ext uri="{FF2B5EF4-FFF2-40B4-BE49-F238E27FC236}">
                <a16:creationId xmlns:a16="http://schemas.microsoft.com/office/drawing/2014/main" id="{4FBF9FA6-0FB3-D725-43FE-7CFFA7DC7AC7}"/>
              </a:ext>
            </a:extLst>
          </p:cNvPr>
          <p:cNvSpPr>
            <a:spLocks noGrp="1"/>
          </p:cNvSpPr>
          <p:nvPr>
            <p:ph type="sldNum" sz="quarter" idx="11"/>
          </p:nvPr>
        </p:nvSpPr>
        <p:spPr bwMode="gray"/>
        <p:txBody>
          <a:bodyPr/>
          <a:lstStyle/>
          <a:p>
            <a:fld id="{5438FF58-A5B1-455A-BA0C-D8E0E4C71076}" type="slidenum">
              <a:rPr lang="de-DE" smtClean="0"/>
              <a:pPr/>
              <a:t>14</a:t>
            </a:fld>
            <a:endParaRPr lang="de-DE" dirty="0"/>
          </a:p>
        </p:txBody>
      </p:sp>
      <p:sp>
        <p:nvSpPr>
          <p:cNvPr id="5" name="TextBox 4">
            <a:extLst>
              <a:ext uri="{FF2B5EF4-FFF2-40B4-BE49-F238E27FC236}">
                <a16:creationId xmlns:a16="http://schemas.microsoft.com/office/drawing/2014/main" id="{5B8CCAC6-FA5E-374D-826D-D00A3BD32AE8}"/>
              </a:ext>
            </a:extLst>
          </p:cNvPr>
          <p:cNvSpPr txBox="1"/>
          <p:nvPr/>
        </p:nvSpPr>
        <p:spPr>
          <a:xfrm>
            <a:off x="2524125" y="6198884"/>
            <a:ext cx="7172325" cy="138499"/>
          </a:xfrm>
          <a:prstGeom prst="rect">
            <a:avLst/>
          </a:prstGeom>
          <a:noFill/>
        </p:spPr>
        <p:txBody>
          <a:bodyPr wrap="square" lIns="0" tIns="0" rIns="0" bIns="0" rtlCol="0">
            <a:spAutoFit/>
          </a:bodyPr>
          <a:lstStyle/>
          <a:p>
            <a:pPr algn="l">
              <a:spcBef>
                <a:spcPts val="600"/>
              </a:spcBef>
            </a:pPr>
            <a:r>
              <a:rPr lang="en-GB" sz="900" dirty="0"/>
              <a:t>By </a:t>
            </a:r>
            <a:r>
              <a:rPr lang="en-GB" sz="900" dirty="0" err="1"/>
              <a:t>Devansvd</a:t>
            </a:r>
            <a:r>
              <a:rPr lang="en-GB" sz="900" dirty="0"/>
              <a:t> - Own work, CC BY-SA 4.0, https://commons.wikimedia.org/w/index.php?curid=109591026</a:t>
            </a:r>
          </a:p>
        </p:txBody>
      </p:sp>
      <p:sp>
        <p:nvSpPr>
          <p:cNvPr id="7" name="TextBox 6">
            <a:extLst>
              <a:ext uri="{FF2B5EF4-FFF2-40B4-BE49-F238E27FC236}">
                <a16:creationId xmlns:a16="http://schemas.microsoft.com/office/drawing/2014/main" id="{0F9CFA37-1044-8A85-4FB6-B33AFF963CDC}"/>
              </a:ext>
            </a:extLst>
          </p:cNvPr>
          <p:cNvSpPr txBox="1"/>
          <p:nvPr/>
        </p:nvSpPr>
        <p:spPr>
          <a:xfrm>
            <a:off x="4938777" y="1527218"/>
            <a:ext cx="6096000" cy="923330"/>
          </a:xfrm>
          <a:prstGeom prst="rect">
            <a:avLst/>
          </a:prstGeom>
          <a:noFill/>
        </p:spPr>
        <p:txBody>
          <a:bodyPr wrap="square">
            <a:spAutoFit/>
          </a:bodyPr>
          <a:lstStyle/>
          <a:p>
            <a:r>
              <a:rPr lang="en-DE" dirty="0">
                <a:hlinkClick r:id="rId2"/>
              </a:rPr>
              <a:t>https://riverty.atlassian.net/wiki/spaces/IKAROS/pages/105530231254/Case+Studies+in+Object-Oriented+Analysis+and+Design</a:t>
            </a:r>
            <a:r>
              <a:rPr lang="en-DE" dirty="0"/>
              <a:t> </a:t>
            </a:r>
          </a:p>
        </p:txBody>
      </p:sp>
      <p:sp>
        <p:nvSpPr>
          <p:cNvPr id="9" name="TextBox 8">
            <a:extLst>
              <a:ext uri="{FF2B5EF4-FFF2-40B4-BE49-F238E27FC236}">
                <a16:creationId xmlns:a16="http://schemas.microsoft.com/office/drawing/2014/main" id="{00B7F320-ED20-E739-5C56-5E969D14F6B7}"/>
              </a:ext>
            </a:extLst>
          </p:cNvPr>
          <p:cNvSpPr txBox="1"/>
          <p:nvPr/>
        </p:nvSpPr>
        <p:spPr>
          <a:xfrm>
            <a:off x="4938777" y="2782669"/>
            <a:ext cx="6096000" cy="646331"/>
          </a:xfrm>
          <a:prstGeom prst="rect">
            <a:avLst/>
          </a:prstGeom>
          <a:noFill/>
        </p:spPr>
        <p:txBody>
          <a:bodyPr wrap="square">
            <a:spAutoFit/>
          </a:bodyPr>
          <a:lstStyle/>
          <a:p>
            <a:r>
              <a:rPr lang="en-DE" dirty="0"/>
              <a:t>https://www.amazon.de/-/en/Studies-Object-Oriented-Analysis-Yourdon-Computing/dp/0133051374</a:t>
            </a:r>
          </a:p>
        </p:txBody>
      </p:sp>
      <p:pic>
        <p:nvPicPr>
          <p:cNvPr id="1026" name="Picture 2">
            <a:extLst>
              <a:ext uri="{FF2B5EF4-FFF2-40B4-BE49-F238E27FC236}">
                <a16:creationId xmlns:a16="http://schemas.microsoft.com/office/drawing/2014/main" id="{371EF37B-8F73-40AB-E78E-F0EC14B4BF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2841" y="1370192"/>
            <a:ext cx="3502254" cy="46696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40717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BFDFF-58F8-8165-27F8-2DC1721D4851}"/>
              </a:ext>
            </a:extLst>
          </p:cNvPr>
          <p:cNvSpPr>
            <a:spLocks noGrp="1"/>
          </p:cNvSpPr>
          <p:nvPr>
            <p:ph type="title"/>
          </p:nvPr>
        </p:nvSpPr>
        <p:spPr bwMode="gray">
          <a:xfrm>
            <a:off x="557975" y="423802"/>
            <a:ext cx="10512000" cy="998287"/>
          </a:xfrm>
        </p:spPr>
        <p:txBody>
          <a:bodyPr/>
          <a:lstStyle/>
          <a:p>
            <a:r>
              <a:rPr lang="de-DE" dirty="0"/>
              <a:t>4 Case </a:t>
            </a:r>
            <a:r>
              <a:rPr lang="de-DE" dirty="0" err="1"/>
              <a:t>studies</a:t>
            </a:r>
            <a:r>
              <a:rPr lang="de-DE" dirty="0"/>
              <a:t> in </a:t>
            </a:r>
            <a:r>
              <a:rPr lang="de-DE" dirty="0" err="1"/>
              <a:t>Object-Oriented</a:t>
            </a:r>
            <a:r>
              <a:rPr lang="de-DE" dirty="0"/>
              <a:t> Analysis &amp; Design – Software </a:t>
            </a:r>
            <a:r>
              <a:rPr lang="de-DE" dirty="0" err="1"/>
              <a:t>development</a:t>
            </a:r>
            <a:r>
              <a:rPr lang="de-DE" dirty="0"/>
              <a:t> </a:t>
            </a:r>
            <a:r>
              <a:rPr lang="de-DE" dirty="0" err="1"/>
              <a:t>history</a:t>
            </a:r>
            <a:endParaRPr lang="de-DE" dirty="0"/>
          </a:p>
        </p:txBody>
      </p:sp>
      <p:sp>
        <p:nvSpPr>
          <p:cNvPr id="3" name="Footer Placeholder 2">
            <a:extLst>
              <a:ext uri="{FF2B5EF4-FFF2-40B4-BE49-F238E27FC236}">
                <a16:creationId xmlns:a16="http://schemas.microsoft.com/office/drawing/2014/main" id="{808D41D4-3B88-D9D4-3FD5-39C81EBFB923}"/>
              </a:ext>
            </a:extLst>
          </p:cNvPr>
          <p:cNvSpPr>
            <a:spLocks noGrp="1"/>
          </p:cNvSpPr>
          <p:nvPr>
            <p:ph type="ftr" sz="quarter" idx="10"/>
          </p:nvPr>
        </p:nvSpPr>
        <p:spPr bwMode="gray"/>
        <p:txBody>
          <a:bodyPr/>
          <a:lstStyle/>
          <a:p>
            <a:r>
              <a:rPr lang="de-DE" dirty="0"/>
              <a:t>Hier steht der übergeordnete Präsentationstitel (Einfügen → Kopf- und Fußzeile)</a:t>
            </a:r>
          </a:p>
        </p:txBody>
      </p:sp>
      <p:sp>
        <p:nvSpPr>
          <p:cNvPr id="4" name="Slide Number Placeholder 3">
            <a:extLst>
              <a:ext uri="{FF2B5EF4-FFF2-40B4-BE49-F238E27FC236}">
                <a16:creationId xmlns:a16="http://schemas.microsoft.com/office/drawing/2014/main" id="{4FBF9FA6-0FB3-D725-43FE-7CFFA7DC7AC7}"/>
              </a:ext>
            </a:extLst>
          </p:cNvPr>
          <p:cNvSpPr>
            <a:spLocks noGrp="1"/>
          </p:cNvSpPr>
          <p:nvPr>
            <p:ph type="sldNum" sz="quarter" idx="11"/>
          </p:nvPr>
        </p:nvSpPr>
        <p:spPr bwMode="gray"/>
        <p:txBody>
          <a:bodyPr/>
          <a:lstStyle/>
          <a:p>
            <a:fld id="{5438FF58-A5B1-455A-BA0C-D8E0E4C71076}" type="slidenum">
              <a:rPr lang="de-DE" smtClean="0"/>
              <a:pPr/>
              <a:t>15</a:t>
            </a:fld>
            <a:endParaRPr lang="de-DE" dirty="0"/>
          </a:p>
        </p:txBody>
      </p:sp>
      <p:sp>
        <p:nvSpPr>
          <p:cNvPr id="5" name="Text Placeholder 4">
            <a:extLst>
              <a:ext uri="{FF2B5EF4-FFF2-40B4-BE49-F238E27FC236}">
                <a16:creationId xmlns:a16="http://schemas.microsoft.com/office/drawing/2014/main" id="{654DE9D1-5746-FABD-4A8B-0B8BC601E17F}"/>
              </a:ext>
            </a:extLst>
          </p:cNvPr>
          <p:cNvSpPr>
            <a:spLocks noGrp="1"/>
          </p:cNvSpPr>
          <p:nvPr>
            <p:ph type="body" sz="quarter" idx="12"/>
          </p:nvPr>
        </p:nvSpPr>
        <p:spPr bwMode="gray">
          <a:xfrm>
            <a:off x="860612" y="1575976"/>
            <a:ext cx="10512000" cy="4660820"/>
          </a:xfrm>
        </p:spPr>
        <p:txBody>
          <a:bodyPr/>
          <a:lstStyle/>
          <a:p>
            <a:pPr marL="442913" lvl="2" indent="-442913">
              <a:buFont typeface="+mj-lt"/>
              <a:buAutoNum type="arabicPeriod"/>
            </a:pPr>
            <a:r>
              <a:rPr lang="en-GB" dirty="0"/>
              <a:t>In the 1950’s, programs were created using a ad hoc software development approach; each system was a unique, custom-built intellectual product. These software system were difficult to maintain and enhance.</a:t>
            </a:r>
          </a:p>
          <a:p>
            <a:pPr marL="442913" lvl="2" indent="-442913">
              <a:buFont typeface="+mj-lt"/>
              <a:buAutoNum type="arabicPeriod"/>
            </a:pPr>
            <a:r>
              <a:rPr lang="en-GB" dirty="0"/>
              <a:t>In the 1960’s, waterfall approach, Phases such as requirements analysis, high-level design, detailed design etc. had to be completed before a subsequent phase could begin. The completion of each phase was marked by the delivery of one or more milestone documents. However,  despite the more formal approach, large complex software systems were still being delivered over budget, over schedule and not meeting user requirements.</a:t>
            </a:r>
          </a:p>
          <a:p>
            <a:pPr marL="442913" lvl="2" indent="-442913">
              <a:buFont typeface="+mj-lt"/>
              <a:buAutoNum type="arabicPeriod"/>
            </a:pPr>
            <a:r>
              <a:rPr lang="de-DE" dirty="0"/>
              <a:t>The 1970‘s, model-</a:t>
            </a:r>
            <a:r>
              <a:rPr lang="de-DE" dirty="0" err="1"/>
              <a:t>based</a:t>
            </a:r>
            <a:r>
              <a:rPr lang="de-DE" dirty="0"/>
              <a:t> </a:t>
            </a:r>
            <a:r>
              <a:rPr lang="de-DE" dirty="0" err="1"/>
              <a:t>software</a:t>
            </a:r>
            <a:r>
              <a:rPr lang="de-DE" dirty="0"/>
              <a:t> </a:t>
            </a:r>
            <a:r>
              <a:rPr lang="de-DE" dirty="0" err="1"/>
              <a:t>engineering</a:t>
            </a:r>
            <a:r>
              <a:rPr lang="de-DE" dirty="0"/>
              <a:t>. A </a:t>
            </a:r>
            <a:r>
              <a:rPr lang="de-DE" dirty="0" err="1"/>
              <a:t>complex</a:t>
            </a:r>
            <a:r>
              <a:rPr lang="de-DE" dirty="0"/>
              <a:t> </a:t>
            </a:r>
            <a:r>
              <a:rPr lang="de-DE" dirty="0" err="1"/>
              <a:t>software</a:t>
            </a:r>
            <a:r>
              <a:rPr lang="de-DE" dirty="0"/>
              <a:t> </a:t>
            </a:r>
            <a:r>
              <a:rPr lang="de-DE" dirty="0" err="1"/>
              <a:t>system</a:t>
            </a:r>
            <a:r>
              <a:rPr lang="de-DE" dirty="0"/>
              <a:t> </a:t>
            </a:r>
            <a:r>
              <a:rPr lang="de-DE" dirty="0" err="1"/>
              <a:t>should</a:t>
            </a:r>
            <a:r>
              <a:rPr lang="de-DE" dirty="0"/>
              <a:t> </a:t>
            </a:r>
            <a:r>
              <a:rPr lang="de-DE" dirty="0" err="1"/>
              <a:t>be</a:t>
            </a:r>
            <a:r>
              <a:rPr lang="de-DE" dirty="0"/>
              <a:t> </a:t>
            </a:r>
            <a:r>
              <a:rPr lang="de-DE" dirty="0" err="1"/>
              <a:t>built</a:t>
            </a:r>
            <a:r>
              <a:rPr lang="de-DE" dirty="0"/>
              <a:t> like </a:t>
            </a:r>
            <a:r>
              <a:rPr lang="de-DE" dirty="0" err="1"/>
              <a:t>any</a:t>
            </a:r>
            <a:r>
              <a:rPr lang="de-DE" dirty="0"/>
              <a:t> large, </a:t>
            </a:r>
            <a:r>
              <a:rPr lang="de-DE" dirty="0" err="1"/>
              <a:t>complex</a:t>
            </a:r>
            <a:r>
              <a:rPr lang="de-DE" dirty="0"/>
              <a:t> </a:t>
            </a:r>
            <a:r>
              <a:rPr lang="de-DE" dirty="0" err="1"/>
              <a:t>engineering</a:t>
            </a:r>
            <a:r>
              <a:rPr lang="de-DE" dirty="0"/>
              <a:t> </a:t>
            </a:r>
            <a:r>
              <a:rPr lang="de-DE" dirty="0" err="1"/>
              <a:t>system</a:t>
            </a:r>
            <a:r>
              <a:rPr lang="de-DE" dirty="0"/>
              <a:t> – </a:t>
            </a:r>
            <a:r>
              <a:rPr lang="de-DE" dirty="0" err="1"/>
              <a:t>by</a:t>
            </a:r>
            <a:r>
              <a:rPr lang="de-DE" dirty="0"/>
              <a:t> </a:t>
            </a:r>
            <a:r>
              <a:rPr lang="de-DE" dirty="0" err="1"/>
              <a:t>first</a:t>
            </a:r>
            <a:r>
              <a:rPr lang="de-DE" dirty="0"/>
              <a:t> </a:t>
            </a:r>
            <a:r>
              <a:rPr lang="de-DE" dirty="0" err="1"/>
              <a:t>building</a:t>
            </a:r>
            <a:r>
              <a:rPr lang="de-DE" dirty="0"/>
              <a:t> </a:t>
            </a:r>
            <a:r>
              <a:rPr lang="de-DE" dirty="0" err="1"/>
              <a:t>working</a:t>
            </a:r>
            <a:r>
              <a:rPr lang="de-DE" dirty="0"/>
              <a:t> </a:t>
            </a:r>
            <a:r>
              <a:rPr lang="de-DE" dirty="0" err="1"/>
              <a:t>paper</a:t>
            </a:r>
            <a:r>
              <a:rPr lang="de-DE" dirty="0"/>
              <a:t> </a:t>
            </a:r>
            <a:r>
              <a:rPr lang="de-DE" dirty="0" err="1"/>
              <a:t>models</a:t>
            </a:r>
            <a:r>
              <a:rPr lang="de-DE" dirty="0"/>
              <a:t> </a:t>
            </a:r>
            <a:r>
              <a:rPr lang="de-DE" dirty="0" err="1"/>
              <a:t>of</a:t>
            </a:r>
            <a:r>
              <a:rPr lang="de-DE" dirty="0"/>
              <a:t> </a:t>
            </a:r>
            <a:r>
              <a:rPr lang="de-DE" dirty="0" err="1"/>
              <a:t>the</a:t>
            </a:r>
            <a:r>
              <a:rPr lang="de-DE" dirty="0"/>
              <a:t> </a:t>
            </a:r>
            <a:r>
              <a:rPr lang="de-DE" dirty="0" err="1"/>
              <a:t>system</a:t>
            </a:r>
            <a:r>
              <a:rPr lang="de-DE" dirty="0"/>
              <a:t> </a:t>
            </a:r>
            <a:r>
              <a:rPr lang="de-DE" dirty="0" err="1"/>
              <a:t>before</a:t>
            </a:r>
            <a:r>
              <a:rPr lang="de-DE" dirty="0"/>
              <a:t> </a:t>
            </a:r>
            <a:r>
              <a:rPr lang="de-DE" dirty="0" err="1"/>
              <a:t>committing</a:t>
            </a:r>
            <a:r>
              <a:rPr lang="de-DE" dirty="0"/>
              <a:t> </a:t>
            </a:r>
            <a:r>
              <a:rPr lang="de-DE" dirty="0" err="1"/>
              <a:t>resources</a:t>
            </a:r>
            <a:r>
              <a:rPr lang="de-DE" dirty="0"/>
              <a:t> </a:t>
            </a:r>
            <a:r>
              <a:rPr lang="de-DE" dirty="0" err="1"/>
              <a:t>to</a:t>
            </a:r>
            <a:r>
              <a:rPr lang="de-DE" dirty="0"/>
              <a:t> </a:t>
            </a:r>
            <a:r>
              <a:rPr lang="de-DE" dirty="0" err="1"/>
              <a:t>implement</a:t>
            </a:r>
            <a:r>
              <a:rPr lang="de-DE" dirty="0"/>
              <a:t> it. Users </a:t>
            </a:r>
            <a:r>
              <a:rPr lang="de-DE" dirty="0" err="1"/>
              <a:t>should</a:t>
            </a:r>
            <a:r>
              <a:rPr lang="de-DE" dirty="0"/>
              <a:t> </a:t>
            </a:r>
            <a:r>
              <a:rPr lang="de-DE" dirty="0" err="1"/>
              <a:t>be</a:t>
            </a:r>
            <a:r>
              <a:rPr lang="de-DE" dirty="0"/>
              <a:t> </a:t>
            </a:r>
            <a:r>
              <a:rPr lang="de-DE" dirty="0" err="1"/>
              <a:t>able</a:t>
            </a:r>
            <a:r>
              <a:rPr lang="de-DE" dirty="0"/>
              <a:t> </a:t>
            </a:r>
            <a:r>
              <a:rPr lang="de-DE" dirty="0" err="1"/>
              <a:t>to</a:t>
            </a:r>
            <a:r>
              <a:rPr lang="de-DE" dirty="0"/>
              <a:t> „</a:t>
            </a:r>
            <a:r>
              <a:rPr lang="de-DE" dirty="0" err="1"/>
              <a:t>visualise</a:t>
            </a:r>
            <a:r>
              <a:rPr lang="de-DE" dirty="0"/>
              <a:t> </a:t>
            </a:r>
            <a:r>
              <a:rPr lang="de-DE" dirty="0" err="1"/>
              <a:t>living</a:t>
            </a:r>
            <a:r>
              <a:rPr lang="de-DE" dirty="0"/>
              <a:t> </a:t>
            </a:r>
            <a:r>
              <a:rPr lang="de-DE" dirty="0" err="1"/>
              <a:t>with</a:t>
            </a:r>
            <a:r>
              <a:rPr lang="de-DE" dirty="0"/>
              <a:t> </a:t>
            </a:r>
            <a:r>
              <a:rPr lang="de-DE" dirty="0" err="1"/>
              <a:t>the</a:t>
            </a:r>
            <a:r>
              <a:rPr lang="de-DE" dirty="0"/>
              <a:t> </a:t>
            </a:r>
            <a:r>
              <a:rPr lang="de-DE" dirty="0" err="1"/>
              <a:t>system</a:t>
            </a:r>
            <a:r>
              <a:rPr lang="de-DE" dirty="0"/>
              <a:t> </a:t>
            </a:r>
            <a:r>
              <a:rPr lang="de-DE" dirty="0" err="1"/>
              <a:t>of</a:t>
            </a:r>
            <a:r>
              <a:rPr lang="de-DE" dirty="0"/>
              <a:t> </a:t>
            </a:r>
            <a:r>
              <a:rPr lang="de-DE" dirty="0" err="1"/>
              <a:t>the</a:t>
            </a:r>
            <a:r>
              <a:rPr lang="de-DE" dirty="0"/>
              <a:t> </a:t>
            </a:r>
            <a:r>
              <a:rPr lang="de-DE" dirty="0" err="1"/>
              <a:t>future</a:t>
            </a:r>
            <a:r>
              <a:rPr lang="de-DE" dirty="0"/>
              <a:t>“ </a:t>
            </a:r>
            <a:r>
              <a:rPr lang="de-DE" dirty="0" err="1"/>
              <a:t>before</a:t>
            </a:r>
            <a:r>
              <a:rPr lang="de-DE" dirty="0"/>
              <a:t> </a:t>
            </a:r>
            <a:r>
              <a:rPr lang="de-DE" dirty="0" err="1"/>
              <a:t>actually</a:t>
            </a:r>
            <a:r>
              <a:rPr lang="de-DE" dirty="0"/>
              <a:t> </a:t>
            </a:r>
            <a:r>
              <a:rPr lang="de-DE" dirty="0" err="1"/>
              <a:t>going</a:t>
            </a:r>
            <a:r>
              <a:rPr lang="de-DE" dirty="0"/>
              <a:t> out and </a:t>
            </a:r>
            <a:r>
              <a:rPr lang="de-DE" dirty="0" err="1"/>
              <a:t>building</a:t>
            </a:r>
            <a:r>
              <a:rPr lang="de-DE" dirty="0"/>
              <a:t> </a:t>
            </a:r>
            <a:r>
              <a:rPr lang="de-DE" dirty="0" err="1"/>
              <a:t>the</a:t>
            </a:r>
            <a:r>
              <a:rPr lang="de-DE" dirty="0"/>
              <a:t> </a:t>
            </a:r>
            <a:r>
              <a:rPr lang="de-DE" dirty="0" err="1"/>
              <a:t>damned</a:t>
            </a:r>
            <a:r>
              <a:rPr lang="de-DE" dirty="0"/>
              <a:t> </a:t>
            </a:r>
            <a:r>
              <a:rPr lang="de-DE" dirty="0" err="1"/>
              <a:t>thing</a:t>
            </a:r>
            <a:r>
              <a:rPr lang="de-DE" dirty="0"/>
              <a:t>!</a:t>
            </a:r>
          </a:p>
        </p:txBody>
      </p:sp>
    </p:spTree>
    <p:extLst>
      <p:ext uri="{BB962C8B-B14F-4D97-AF65-F5344CB8AC3E}">
        <p14:creationId xmlns:p14="http://schemas.microsoft.com/office/powerpoint/2010/main" val="6688683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1C832-A185-6899-661C-C69B4EB9CC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8A9042-426D-1784-A7F4-2207DF84B687}"/>
              </a:ext>
            </a:extLst>
          </p:cNvPr>
          <p:cNvSpPr>
            <a:spLocks noGrp="1"/>
          </p:cNvSpPr>
          <p:nvPr>
            <p:ph type="title"/>
          </p:nvPr>
        </p:nvSpPr>
        <p:spPr bwMode="gray">
          <a:xfrm>
            <a:off x="557975" y="423802"/>
            <a:ext cx="10512000" cy="499689"/>
          </a:xfrm>
        </p:spPr>
        <p:txBody>
          <a:bodyPr/>
          <a:lstStyle/>
          <a:p>
            <a:r>
              <a:rPr lang="de-DE" dirty="0"/>
              <a:t>4 Case </a:t>
            </a:r>
            <a:r>
              <a:rPr lang="de-DE" dirty="0" err="1"/>
              <a:t>studies</a:t>
            </a:r>
            <a:r>
              <a:rPr lang="de-DE" dirty="0"/>
              <a:t> – Separation </a:t>
            </a:r>
            <a:r>
              <a:rPr lang="de-DE" dirty="0" err="1"/>
              <a:t>of</a:t>
            </a:r>
            <a:r>
              <a:rPr lang="de-DE" dirty="0"/>
              <a:t> </a:t>
            </a:r>
            <a:r>
              <a:rPr lang="de-DE" dirty="0" err="1"/>
              <a:t>Concerns</a:t>
            </a:r>
            <a:endParaRPr lang="de-DE" dirty="0"/>
          </a:p>
        </p:txBody>
      </p:sp>
      <p:sp>
        <p:nvSpPr>
          <p:cNvPr id="3" name="Footer Placeholder 2">
            <a:extLst>
              <a:ext uri="{FF2B5EF4-FFF2-40B4-BE49-F238E27FC236}">
                <a16:creationId xmlns:a16="http://schemas.microsoft.com/office/drawing/2014/main" id="{F5A885DB-D8EA-B337-4D17-1558D9716F48}"/>
              </a:ext>
            </a:extLst>
          </p:cNvPr>
          <p:cNvSpPr>
            <a:spLocks noGrp="1"/>
          </p:cNvSpPr>
          <p:nvPr>
            <p:ph type="ftr" sz="quarter" idx="10"/>
          </p:nvPr>
        </p:nvSpPr>
        <p:spPr bwMode="gray"/>
        <p:txBody>
          <a:bodyPr/>
          <a:lstStyle/>
          <a:p>
            <a:r>
              <a:rPr lang="de-DE" dirty="0"/>
              <a:t>Hier steht der übergeordnete Präsentationstitel (Einfügen → Kopf- und Fußzeile)</a:t>
            </a:r>
          </a:p>
        </p:txBody>
      </p:sp>
      <p:sp>
        <p:nvSpPr>
          <p:cNvPr id="4" name="Slide Number Placeholder 3">
            <a:extLst>
              <a:ext uri="{FF2B5EF4-FFF2-40B4-BE49-F238E27FC236}">
                <a16:creationId xmlns:a16="http://schemas.microsoft.com/office/drawing/2014/main" id="{E65B6F6E-D66E-E089-D4FC-4C41E3641323}"/>
              </a:ext>
            </a:extLst>
          </p:cNvPr>
          <p:cNvSpPr>
            <a:spLocks noGrp="1"/>
          </p:cNvSpPr>
          <p:nvPr>
            <p:ph type="sldNum" sz="quarter" idx="11"/>
          </p:nvPr>
        </p:nvSpPr>
        <p:spPr bwMode="gray"/>
        <p:txBody>
          <a:bodyPr/>
          <a:lstStyle/>
          <a:p>
            <a:fld id="{5438FF58-A5B1-455A-BA0C-D8E0E4C71076}" type="slidenum">
              <a:rPr lang="de-DE" smtClean="0"/>
              <a:pPr/>
              <a:t>16</a:t>
            </a:fld>
            <a:endParaRPr lang="de-DE" dirty="0"/>
          </a:p>
        </p:txBody>
      </p:sp>
      <p:sp>
        <p:nvSpPr>
          <p:cNvPr id="7" name="Text Placeholder 6">
            <a:extLst>
              <a:ext uri="{FF2B5EF4-FFF2-40B4-BE49-F238E27FC236}">
                <a16:creationId xmlns:a16="http://schemas.microsoft.com/office/drawing/2014/main" id="{6933A012-1F15-1883-0C48-A6A28358EA28}"/>
              </a:ext>
            </a:extLst>
          </p:cNvPr>
          <p:cNvSpPr>
            <a:spLocks noGrp="1"/>
          </p:cNvSpPr>
          <p:nvPr>
            <p:ph type="body" sz="quarter" idx="12"/>
          </p:nvPr>
        </p:nvSpPr>
        <p:spPr/>
        <p:txBody>
          <a:bodyPr/>
          <a:lstStyle/>
          <a:p>
            <a:endParaRPr lang="en-DE" dirty="0"/>
          </a:p>
        </p:txBody>
      </p:sp>
      <p:pic>
        <p:nvPicPr>
          <p:cNvPr id="8" name="Picture 7">
            <a:extLst>
              <a:ext uri="{FF2B5EF4-FFF2-40B4-BE49-F238E27FC236}">
                <a16:creationId xmlns:a16="http://schemas.microsoft.com/office/drawing/2014/main" id="{3A3FABE4-E79D-E7FF-8E97-8AB515D3571A}"/>
              </a:ext>
            </a:extLst>
          </p:cNvPr>
          <p:cNvPicPr>
            <a:picLocks noChangeAspect="1"/>
          </p:cNvPicPr>
          <p:nvPr/>
        </p:nvPicPr>
        <p:blipFill>
          <a:blip r:embed="rId2"/>
          <a:stretch>
            <a:fillRect/>
          </a:stretch>
        </p:blipFill>
        <p:spPr>
          <a:xfrm>
            <a:off x="3113487" y="1157395"/>
            <a:ext cx="5664024" cy="5081666"/>
          </a:xfrm>
          <a:prstGeom prst="rect">
            <a:avLst/>
          </a:prstGeom>
        </p:spPr>
      </p:pic>
    </p:spTree>
    <p:extLst>
      <p:ext uri="{BB962C8B-B14F-4D97-AF65-F5344CB8AC3E}">
        <p14:creationId xmlns:p14="http://schemas.microsoft.com/office/powerpoint/2010/main" val="27369639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325E1-9F16-A365-C0C0-32DFF71474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1FE196-4CEC-B64F-26AE-224CF88B82D5}"/>
              </a:ext>
            </a:extLst>
          </p:cNvPr>
          <p:cNvSpPr>
            <a:spLocks noGrp="1"/>
          </p:cNvSpPr>
          <p:nvPr>
            <p:ph type="title"/>
          </p:nvPr>
        </p:nvSpPr>
        <p:spPr bwMode="gray">
          <a:xfrm>
            <a:off x="557975" y="423802"/>
            <a:ext cx="10512000" cy="499689"/>
          </a:xfrm>
        </p:spPr>
        <p:txBody>
          <a:bodyPr/>
          <a:lstStyle/>
          <a:p>
            <a:r>
              <a:rPr lang="de-DE" dirty="0"/>
              <a:t>4 Case </a:t>
            </a:r>
            <a:r>
              <a:rPr lang="de-DE" dirty="0" err="1"/>
              <a:t>studies</a:t>
            </a:r>
            <a:r>
              <a:rPr lang="de-DE" dirty="0"/>
              <a:t> – Separation </a:t>
            </a:r>
            <a:r>
              <a:rPr lang="de-DE" dirty="0" err="1"/>
              <a:t>of</a:t>
            </a:r>
            <a:r>
              <a:rPr lang="de-DE" dirty="0"/>
              <a:t> </a:t>
            </a:r>
            <a:r>
              <a:rPr lang="de-DE" dirty="0" err="1"/>
              <a:t>Concerns</a:t>
            </a:r>
            <a:endParaRPr lang="de-DE" dirty="0"/>
          </a:p>
        </p:txBody>
      </p:sp>
      <p:sp>
        <p:nvSpPr>
          <p:cNvPr id="3" name="Footer Placeholder 2">
            <a:extLst>
              <a:ext uri="{FF2B5EF4-FFF2-40B4-BE49-F238E27FC236}">
                <a16:creationId xmlns:a16="http://schemas.microsoft.com/office/drawing/2014/main" id="{13BFAD34-5C81-72DF-D529-A5F385D43508}"/>
              </a:ext>
            </a:extLst>
          </p:cNvPr>
          <p:cNvSpPr>
            <a:spLocks noGrp="1"/>
          </p:cNvSpPr>
          <p:nvPr>
            <p:ph type="ftr" sz="quarter" idx="10"/>
          </p:nvPr>
        </p:nvSpPr>
        <p:spPr bwMode="gray"/>
        <p:txBody>
          <a:bodyPr/>
          <a:lstStyle/>
          <a:p>
            <a:r>
              <a:rPr lang="de-DE" dirty="0"/>
              <a:t>Hier steht der übergeordnete Präsentationstitel (Einfügen → Kopf- und Fußzeile)</a:t>
            </a:r>
          </a:p>
        </p:txBody>
      </p:sp>
      <p:sp>
        <p:nvSpPr>
          <p:cNvPr id="4" name="Slide Number Placeholder 3">
            <a:extLst>
              <a:ext uri="{FF2B5EF4-FFF2-40B4-BE49-F238E27FC236}">
                <a16:creationId xmlns:a16="http://schemas.microsoft.com/office/drawing/2014/main" id="{102A44D4-ACD5-9D65-2D25-0C4F52CE1F4A}"/>
              </a:ext>
            </a:extLst>
          </p:cNvPr>
          <p:cNvSpPr>
            <a:spLocks noGrp="1"/>
          </p:cNvSpPr>
          <p:nvPr>
            <p:ph type="sldNum" sz="quarter" idx="11"/>
          </p:nvPr>
        </p:nvSpPr>
        <p:spPr bwMode="gray"/>
        <p:txBody>
          <a:bodyPr/>
          <a:lstStyle/>
          <a:p>
            <a:fld id="{5438FF58-A5B1-455A-BA0C-D8E0E4C71076}" type="slidenum">
              <a:rPr lang="de-DE" smtClean="0"/>
              <a:pPr/>
              <a:t>17</a:t>
            </a:fld>
            <a:endParaRPr lang="de-DE" dirty="0"/>
          </a:p>
        </p:txBody>
      </p:sp>
      <p:sp>
        <p:nvSpPr>
          <p:cNvPr id="7" name="Text Placeholder 6">
            <a:extLst>
              <a:ext uri="{FF2B5EF4-FFF2-40B4-BE49-F238E27FC236}">
                <a16:creationId xmlns:a16="http://schemas.microsoft.com/office/drawing/2014/main" id="{ACE8B9CE-3EF3-838F-A2C6-05D42CFE7E0A}"/>
              </a:ext>
            </a:extLst>
          </p:cNvPr>
          <p:cNvSpPr>
            <a:spLocks noGrp="1"/>
          </p:cNvSpPr>
          <p:nvPr>
            <p:ph type="body" sz="quarter" idx="12"/>
          </p:nvPr>
        </p:nvSpPr>
        <p:spPr>
          <a:xfrm>
            <a:off x="557976" y="1313584"/>
            <a:ext cx="5045655" cy="4727451"/>
          </a:xfrm>
        </p:spPr>
        <p:txBody>
          <a:bodyPr/>
          <a:lstStyle/>
          <a:p>
            <a:pPr marL="342900" indent="-342900">
              <a:buFont typeface="Arial" panose="020B0604020202020204" pitchFamily="34" charset="0"/>
              <a:buChar char="•"/>
            </a:pPr>
            <a:r>
              <a:rPr lang="en-DE" sz="1800" b="0" dirty="0"/>
              <a:t>Analysis models capture software system </a:t>
            </a:r>
            <a:r>
              <a:rPr lang="en-GB" sz="1800" b="0" dirty="0"/>
              <a:t>requirements,</a:t>
            </a:r>
            <a:r>
              <a:rPr lang="en-DE" sz="1800" b="0" dirty="0"/>
              <a:t> which are essential or “logic”, as opposed to </a:t>
            </a:r>
            <a:r>
              <a:rPr lang="en-GB" sz="1800" b="0" dirty="0"/>
              <a:t>implementation-based</a:t>
            </a:r>
            <a:r>
              <a:rPr lang="en-DE" sz="1800" b="0" dirty="0"/>
              <a:t> or “physical” requirements. Analysis models describe what a system will do, independent of any particular implementation approach or </a:t>
            </a:r>
            <a:r>
              <a:rPr lang="en-GB" sz="1800" b="0" dirty="0"/>
              <a:t>technology. Analysis models serve as vehicles of communication between customers, users and developers.</a:t>
            </a:r>
            <a:endParaRPr lang="en-DE" sz="1800" b="0" dirty="0"/>
          </a:p>
          <a:p>
            <a:pPr marL="342900" indent="-342900">
              <a:buFont typeface="Arial" panose="020B0604020202020204" pitchFamily="34" charset="0"/>
              <a:buChar char="•"/>
            </a:pPr>
            <a:r>
              <a:rPr lang="en-DE" sz="1800" b="0" dirty="0"/>
              <a:t>Design models specify how a particular system will be built within the context of a given implementation environment (platform, network, operating system, database, user interface, etc.). Design models serve as vehicles of communication between developers, implementers, testers, etc. </a:t>
            </a:r>
          </a:p>
        </p:txBody>
      </p:sp>
      <p:pic>
        <p:nvPicPr>
          <p:cNvPr id="8" name="Picture 7">
            <a:extLst>
              <a:ext uri="{FF2B5EF4-FFF2-40B4-BE49-F238E27FC236}">
                <a16:creationId xmlns:a16="http://schemas.microsoft.com/office/drawing/2014/main" id="{0016BA8F-3D5A-EB47-8F92-1DA189FBDF2C}"/>
              </a:ext>
            </a:extLst>
          </p:cNvPr>
          <p:cNvPicPr>
            <a:picLocks noChangeAspect="1"/>
          </p:cNvPicPr>
          <p:nvPr/>
        </p:nvPicPr>
        <p:blipFill>
          <a:blip r:embed="rId2"/>
          <a:stretch>
            <a:fillRect/>
          </a:stretch>
        </p:blipFill>
        <p:spPr>
          <a:xfrm>
            <a:off x="5813975" y="1467473"/>
            <a:ext cx="5775225" cy="4459244"/>
          </a:xfrm>
          <a:prstGeom prst="rect">
            <a:avLst/>
          </a:prstGeom>
        </p:spPr>
      </p:pic>
    </p:spTree>
    <p:extLst>
      <p:ext uri="{BB962C8B-B14F-4D97-AF65-F5344CB8AC3E}">
        <p14:creationId xmlns:p14="http://schemas.microsoft.com/office/powerpoint/2010/main" val="9741490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52AE1-ACF1-9A5C-4955-3D72039612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4604F5-36F4-FB04-05CC-35225DAAA47A}"/>
              </a:ext>
            </a:extLst>
          </p:cNvPr>
          <p:cNvSpPr>
            <a:spLocks noGrp="1"/>
          </p:cNvSpPr>
          <p:nvPr>
            <p:ph type="title"/>
          </p:nvPr>
        </p:nvSpPr>
        <p:spPr bwMode="gray">
          <a:xfrm>
            <a:off x="557975" y="423802"/>
            <a:ext cx="10512000" cy="499689"/>
          </a:xfrm>
        </p:spPr>
        <p:txBody>
          <a:bodyPr/>
          <a:lstStyle/>
          <a:p>
            <a:r>
              <a:rPr lang="de-DE" dirty="0"/>
              <a:t>4 Case </a:t>
            </a:r>
            <a:r>
              <a:rPr lang="de-DE" dirty="0" err="1"/>
              <a:t>studies</a:t>
            </a:r>
            <a:r>
              <a:rPr lang="de-DE" dirty="0"/>
              <a:t> – </a:t>
            </a:r>
            <a:r>
              <a:rPr lang="de-DE" dirty="0" err="1"/>
              <a:t>Object</a:t>
            </a:r>
            <a:r>
              <a:rPr lang="de-DE" dirty="0"/>
              <a:t>-Orientation</a:t>
            </a:r>
          </a:p>
        </p:txBody>
      </p:sp>
      <p:sp>
        <p:nvSpPr>
          <p:cNvPr id="3" name="Footer Placeholder 2">
            <a:extLst>
              <a:ext uri="{FF2B5EF4-FFF2-40B4-BE49-F238E27FC236}">
                <a16:creationId xmlns:a16="http://schemas.microsoft.com/office/drawing/2014/main" id="{1D617716-0AFC-3E6F-0298-680470B912CF}"/>
              </a:ext>
            </a:extLst>
          </p:cNvPr>
          <p:cNvSpPr>
            <a:spLocks noGrp="1"/>
          </p:cNvSpPr>
          <p:nvPr>
            <p:ph type="ftr" sz="quarter" idx="10"/>
          </p:nvPr>
        </p:nvSpPr>
        <p:spPr bwMode="gray"/>
        <p:txBody>
          <a:bodyPr/>
          <a:lstStyle/>
          <a:p>
            <a:r>
              <a:rPr lang="de-DE" dirty="0"/>
              <a:t>Hier steht der übergeordnete Präsentationstitel (Einfügen → Kopf- und Fußzeile)</a:t>
            </a:r>
          </a:p>
        </p:txBody>
      </p:sp>
      <p:sp>
        <p:nvSpPr>
          <p:cNvPr id="4" name="Slide Number Placeholder 3">
            <a:extLst>
              <a:ext uri="{FF2B5EF4-FFF2-40B4-BE49-F238E27FC236}">
                <a16:creationId xmlns:a16="http://schemas.microsoft.com/office/drawing/2014/main" id="{3EC48922-61C8-1D46-1D0D-7974627AB81A}"/>
              </a:ext>
            </a:extLst>
          </p:cNvPr>
          <p:cNvSpPr>
            <a:spLocks noGrp="1"/>
          </p:cNvSpPr>
          <p:nvPr>
            <p:ph type="sldNum" sz="quarter" idx="11"/>
          </p:nvPr>
        </p:nvSpPr>
        <p:spPr bwMode="gray"/>
        <p:txBody>
          <a:bodyPr/>
          <a:lstStyle/>
          <a:p>
            <a:fld id="{5438FF58-A5B1-455A-BA0C-D8E0E4C71076}" type="slidenum">
              <a:rPr lang="de-DE" smtClean="0"/>
              <a:pPr/>
              <a:t>18</a:t>
            </a:fld>
            <a:endParaRPr lang="de-DE" dirty="0"/>
          </a:p>
        </p:txBody>
      </p:sp>
      <p:sp>
        <p:nvSpPr>
          <p:cNvPr id="5" name="Text Placeholder 4">
            <a:extLst>
              <a:ext uri="{FF2B5EF4-FFF2-40B4-BE49-F238E27FC236}">
                <a16:creationId xmlns:a16="http://schemas.microsoft.com/office/drawing/2014/main" id="{BEB635E8-4437-3529-CC4E-A16E10AEC90F}"/>
              </a:ext>
            </a:extLst>
          </p:cNvPr>
          <p:cNvSpPr>
            <a:spLocks noGrp="1"/>
          </p:cNvSpPr>
          <p:nvPr>
            <p:ph type="body" sz="quarter" idx="12"/>
          </p:nvPr>
        </p:nvSpPr>
        <p:spPr bwMode="gray">
          <a:xfrm>
            <a:off x="860612" y="1148862"/>
            <a:ext cx="10512000" cy="5087934"/>
          </a:xfrm>
        </p:spPr>
        <p:txBody>
          <a:bodyPr/>
          <a:lstStyle/>
          <a:p>
            <a:pPr marL="442913" lvl="2" indent="-442913">
              <a:buFont typeface="+mj-lt"/>
              <a:buAutoNum type="arabicPeriod"/>
            </a:pPr>
            <a:r>
              <a:rPr lang="de-DE" dirty="0" err="1"/>
              <a:t>Understandable</a:t>
            </a:r>
            <a:r>
              <a:rPr lang="de-DE" dirty="0"/>
              <a:t>, so </a:t>
            </a:r>
            <a:r>
              <a:rPr lang="de-DE" dirty="0" err="1"/>
              <a:t>that</a:t>
            </a:r>
            <a:r>
              <a:rPr lang="de-DE" dirty="0"/>
              <a:t> such a </a:t>
            </a:r>
            <a:r>
              <a:rPr lang="de-DE" dirty="0" err="1"/>
              <a:t>computer</a:t>
            </a:r>
            <a:r>
              <a:rPr lang="de-DE" dirty="0"/>
              <a:t> </a:t>
            </a:r>
            <a:r>
              <a:rPr lang="de-DE" dirty="0" err="1"/>
              <a:t>program</a:t>
            </a:r>
            <a:r>
              <a:rPr lang="de-DE" dirty="0"/>
              <a:t> </a:t>
            </a:r>
            <a:r>
              <a:rPr lang="de-DE" dirty="0" err="1"/>
              <a:t>could</a:t>
            </a:r>
            <a:r>
              <a:rPr lang="de-DE" dirty="0"/>
              <a:t> </a:t>
            </a:r>
            <a:r>
              <a:rPr lang="de-DE" dirty="0" err="1"/>
              <a:t>actually</a:t>
            </a:r>
            <a:r>
              <a:rPr lang="de-DE" dirty="0"/>
              <a:t> </a:t>
            </a:r>
            <a:r>
              <a:rPr lang="de-DE" dirty="0" err="1"/>
              <a:t>be</a:t>
            </a:r>
            <a:r>
              <a:rPr lang="de-DE" dirty="0"/>
              <a:t> </a:t>
            </a:r>
            <a:r>
              <a:rPr lang="de-DE" dirty="0" err="1"/>
              <a:t>maintained</a:t>
            </a:r>
            <a:r>
              <a:rPr lang="de-DE" dirty="0"/>
              <a:t> and </a:t>
            </a:r>
            <a:r>
              <a:rPr lang="de-DE" dirty="0" err="1"/>
              <a:t>enhanced</a:t>
            </a:r>
            <a:r>
              <a:rPr lang="de-DE" dirty="0"/>
              <a:t>.</a:t>
            </a:r>
          </a:p>
          <a:p>
            <a:pPr marL="442913" lvl="2" indent="-442913">
              <a:buFont typeface="+mj-lt"/>
              <a:buAutoNum type="arabicPeriod"/>
            </a:pPr>
            <a:r>
              <a:rPr lang="de-DE" dirty="0" err="1"/>
              <a:t>Modularised</a:t>
            </a:r>
            <a:r>
              <a:rPr lang="de-DE" dirty="0"/>
              <a:t> </a:t>
            </a:r>
            <a:r>
              <a:rPr lang="de-DE" dirty="0" err="1"/>
              <a:t>computer</a:t>
            </a:r>
            <a:r>
              <a:rPr lang="de-DE" dirty="0"/>
              <a:t> </a:t>
            </a:r>
            <a:r>
              <a:rPr lang="de-DE" dirty="0" err="1"/>
              <a:t>programs</a:t>
            </a:r>
            <a:r>
              <a:rPr lang="de-DE" dirty="0"/>
              <a:t> </a:t>
            </a:r>
            <a:r>
              <a:rPr lang="de-DE" dirty="0" err="1"/>
              <a:t>were</a:t>
            </a:r>
            <a:r>
              <a:rPr lang="de-DE" dirty="0"/>
              <a:t>, </a:t>
            </a:r>
            <a:r>
              <a:rPr lang="de-DE" dirty="0" err="1"/>
              <a:t>though</a:t>
            </a:r>
            <a:r>
              <a:rPr lang="de-DE" dirty="0"/>
              <a:t> </a:t>
            </a:r>
            <a:r>
              <a:rPr lang="de-DE" dirty="0" err="1"/>
              <a:t>less</a:t>
            </a:r>
            <a:r>
              <a:rPr lang="de-DE" dirty="0"/>
              <a:t> </a:t>
            </a:r>
            <a:r>
              <a:rPr lang="de-DE" dirty="0" err="1"/>
              <a:t>efficient</a:t>
            </a:r>
            <a:r>
              <a:rPr lang="de-DE" dirty="0"/>
              <a:t>, </a:t>
            </a:r>
            <a:r>
              <a:rPr lang="de-DE" dirty="0" err="1"/>
              <a:t>more</a:t>
            </a:r>
            <a:r>
              <a:rPr lang="de-DE" dirty="0"/>
              <a:t> </a:t>
            </a:r>
            <a:r>
              <a:rPr lang="de-DE" dirty="0" err="1"/>
              <a:t>understandable</a:t>
            </a:r>
            <a:r>
              <a:rPr lang="de-DE" dirty="0"/>
              <a:t>, extensible and maintainable </a:t>
            </a:r>
            <a:r>
              <a:rPr lang="de-DE" dirty="0" err="1"/>
              <a:t>than</a:t>
            </a:r>
            <a:r>
              <a:rPr lang="de-DE" dirty="0"/>
              <a:t> large, </a:t>
            </a:r>
            <a:r>
              <a:rPr lang="de-DE" dirty="0" err="1"/>
              <a:t>monolithic</a:t>
            </a:r>
            <a:r>
              <a:rPr lang="de-DE" dirty="0"/>
              <a:t> </a:t>
            </a:r>
            <a:r>
              <a:rPr lang="de-DE" dirty="0" err="1"/>
              <a:t>computer</a:t>
            </a:r>
            <a:r>
              <a:rPr lang="de-DE" dirty="0"/>
              <a:t> </a:t>
            </a:r>
            <a:r>
              <a:rPr lang="de-DE" dirty="0" err="1"/>
              <a:t>programs</a:t>
            </a:r>
            <a:r>
              <a:rPr lang="de-DE" dirty="0"/>
              <a:t>.</a:t>
            </a:r>
          </a:p>
          <a:p>
            <a:pPr marL="442913" lvl="2" indent="-442913">
              <a:buFont typeface="+mj-lt"/>
              <a:buAutoNum type="arabicPeriod"/>
            </a:pPr>
            <a:r>
              <a:rPr lang="de-DE" dirty="0"/>
              <a:t>Every </a:t>
            </a:r>
            <a:r>
              <a:rPr lang="de-DE" dirty="0" err="1"/>
              <a:t>module</a:t>
            </a:r>
            <a:r>
              <a:rPr lang="de-DE" dirty="0"/>
              <a:t> </a:t>
            </a:r>
            <a:r>
              <a:rPr lang="de-DE" dirty="0" err="1"/>
              <a:t>corresponds</a:t>
            </a:r>
            <a:r>
              <a:rPr lang="de-DE" dirty="0"/>
              <a:t> </a:t>
            </a:r>
            <a:r>
              <a:rPr lang="de-DE" dirty="0" err="1"/>
              <a:t>to</a:t>
            </a:r>
            <a:r>
              <a:rPr lang="de-DE" dirty="0"/>
              <a:t> </a:t>
            </a:r>
            <a:r>
              <a:rPr lang="de-DE" dirty="0" err="1"/>
              <a:t>one</a:t>
            </a:r>
            <a:r>
              <a:rPr lang="de-DE" dirty="0"/>
              <a:t> and </a:t>
            </a:r>
            <a:r>
              <a:rPr lang="de-DE" dirty="0" err="1"/>
              <a:t>only</a:t>
            </a:r>
            <a:r>
              <a:rPr lang="de-DE" dirty="0"/>
              <a:t> </a:t>
            </a:r>
            <a:r>
              <a:rPr lang="de-DE" dirty="0" err="1"/>
              <a:t>one</a:t>
            </a:r>
            <a:r>
              <a:rPr lang="de-DE" dirty="0"/>
              <a:t> </a:t>
            </a:r>
            <a:r>
              <a:rPr lang="de-DE" dirty="0" err="1"/>
              <a:t>thing</a:t>
            </a:r>
            <a:r>
              <a:rPr lang="de-DE" dirty="0"/>
              <a:t> in </a:t>
            </a:r>
            <a:r>
              <a:rPr lang="de-DE" dirty="0" err="1"/>
              <a:t>the</a:t>
            </a:r>
            <a:r>
              <a:rPr lang="de-DE" dirty="0"/>
              <a:t> real </a:t>
            </a:r>
            <a:r>
              <a:rPr lang="de-DE" dirty="0" err="1"/>
              <a:t>world</a:t>
            </a:r>
            <a:r>
              <a:rPr lang="de-DE" dirty="0"/>
              <a:t>.</a:t>
            </a:r>
          </a:p>
          <a:p>
            <a:pPr marL="442913" lvl="2" indent="-442913">
              <a:buFont typeface="+mj-lt"/>
              <a:buAutoNum type="arabicPeriod"/>
            </a:pPr>
            <a:r>
              <a:rPr lang="de-DE" dirty="0"/>
              <a:t>An </a:t>
            </a:r>
            <a:r>
              <a:rPr lang="de-DE" dirty="0" err="1"/>
              <a:t>object</a:t>
            </a:r>
            <a:r>
              <a:rPr lang="de-DE" dirty="0"/>
              <a:t> </a:t>
            </a:r>
            <a:r>
              <a:rPr lang="de-DE" dirty="0" err="1"/>
              <a:t>is</a:t>
            </a:r>
            <a:r>
              <a:rPr lang="de-DE" dirty="0"/>
              <a:t> an </a:t>
            </a:r>
            <a:r>
              <a:rPr lang="de-DE" dirty="0" err="1"/>
              <a:t>independent</a:t>
            </a:r>
            <a:r>
              <a:rPr lang="de-DE" dirty="0"/>
              <a:t>, </a:t>
            </a:r>
            <a:r>
              <a:rPr lang="de-DE" dirty="0" err="1"/>
              <a:t>asynchronous</a:t>
            </a:r>
            <a:r>
              <a:rPr lang="de-DE" dirty="0"/>
              <a:t>, </a:t>
            </a:r>
            <a:r>
              <a:rPr lang="de-DE" dirty="0" err="1"/>
              <a:t>concurrent</a:t>
            </a:r>
            <a:r>
              <a:rPr lang="de-DE" dirty="0"/>
              <a:t> </a:t>
            </a:r>
            <a:r>
              <a:rPr lang="de-DE" dirty="0" err="1"/>
              <a:t>entity</a:t>
            </a:r>
            <a:r>
              <a:rPr lang="de-DE" dirty="0"/>
              <a:t> </a:t>
            </a:r>
            <a:r>
              <a:rPr lang="de-DE" dirty="0" err="1"/>
              <a:t>which</a:t>
            </a:r>
            <a:r>
              <a:rPr lang="de-DE" dirty="0"/>
              <a:t> „</a:t>
            </a:r>
            <a:r>
              <a:rPr lang="de-DE" dirty="0" err="1"/>
              <a:t>knows</a:t>
            </a:r>
            <a:r>
              <a:rPr lang="de-DE" dirty="0"/>
              <a:t> </a:t>
            </a:r>
            <a:r>
              <a:rPr lang="de-DE" dirty="0" err="1"/>
              <a:t>things</a:t>
            </a:r>
            <a:r>
              <a:rPr lang="de-DE" dirty="0"/>
              <a:t>“(i.e., </a:t>
            </a:r>
            <a:r>
              <a:rPr lang="de-DE" dirty="0" err="1"/>
              <a:t>stores</a:t>
            </a:r>
            <a:r>
              <a:rPr lang="de-DE" dirty="0"/>
              <a:t> </a:t>
            </a:r>
            <a:r>
              <a:rPr lang="de-DE" dirty="0" err="1"/>
              <a:t>data</a:t>
            </a:r>
            <a:r>
              <a:rPr lang="de-DE" dirty="0"/>
              <a:t>), „</a:t>
            </a:r>
            <a:r>
              <a:rPr lang="de-DE" dirty="0" err="1"/>
              <a:t>does</a:t>
            </a:r>
            <a:r>
              <a:rPr lang="de-DE" dirty="0"/>
              <a:t> </a:t>
            </a:r>
            <a:r>
              <a:rPr lang="de-DE" dirty="0" err="1"/>
              <a:t>work</a:t>
            </a:r>
            <a:r>
              <a:rPr lang="de-DE" dirty="0"/>
              <a:t>“(i.e., </a:t>
            </a:r>
            <a:r>
              <a:rPr lang="de-DE" dirty="0" err="1"/>
              <a:t>encapsulates</a:t>
            </a:r>
            <a:r>
              <a:rPr lang="de-DE" dirty="0"/>
              <a:t> </a:t>
            </a:r>
            <a:r>
              <a:rPr lang="de-DE" dirty="0" err="1"/>
              <a:t>services</a:t>
            </a:r>
            <a:r>
              <a:rPr lang="de-DE" dirty="0"/>
              <a:t>) and “</a:t>
            </a:r>
            <a:r>
              <a:rPr lang="de-DE" dirty="0" err="1"/>
              <a:t>collaborates</a:t>
            </a:r>
            <a:r>
              <a:rPr lang="de-DE" dirty="0"/>
              <a:t> </a:t>
            </a:r>
            <a:r>
              <a:rPr lang="de-DE" dirty="0" err="1"/>
              <a:t>with</a:t>
            </a:r>
            <a:r>
              <a:rPr lang="de-DE" dirty="0"/>
              <a:t> </a:t>
            </a:r>
            <a:r>
              <a:rPr lang="de-DE" dirty="0" err="1"/>
              <a:t>other</a:t>
            </a:r>
            <a:r>
              <a:rPr lang="de-DE" dirty="0"/>
              <a:t> </a:t>
            </a:r>
            <a:r>
              <a:rPr lang="de-DE" dirty="0" err="1"/>
              <a:t>objects</a:t>
            </a:r>
            <a:r>
              <a:rPr lang="de-DE" dirty="0"/>
              <a:t>“(</a:t>
            </a:r>
            <a:r>
              <a:rPr lang="de-DE" dirty="0" err="1"/>
              <a:t>by</a:t>
            </a:r>
            <a:r>
              <a:rPr lang="de-DE" dirty="0"/>
              <a:t> </a:t>
            </a:r>
            <a:r>
              <a:rPr lang="de-DE" dirty="0" err="1"/>
              <a:t>exchanging</a:t>
            </a:r>
            <a:r>
              <a:rPr lang="de-DE" dirty="0"/>
              <a:t> </a:t>
            </a:r>
            <a:r>
              <a:rPr lang="de-DE" dirty="0" err="1"/>
              <a:t>messages</a:t>
            </a:r>
            <a:r>
              <a:rPr lang="de-DE" dirty="0"/>
              <a:t>) </a:t>
            </a:r>
            <a:r>
              <a:rPr lang="de-DE" dirty="0" err="1"/>
              <a:t>to</a:t>
            </a:r>
            <a:r>
              <a:rPr lang="de-DE" dirty="0"/>
              <a:t> perform </a:t>
            </a:r>
            <a:r>
              <a:rPr lang="de-DE" dirty="0" err="1"/>
              <a:t>the</a:t>
            </a:r>
            <a:r>
              <a:rPr lang="de-DE" dirty="0"/>
              <a:t> </a:t>
            </a:r>
            <a:r>
              <a:rPr lang="de-DE" dirty="0" err="1"/>
              <a:t>overall</a:t>
            </a:r>
            <a:r>
              <a:rPr lang="de-DE" dirty="0"/>
              <a:t> </a:t>
            </a:r>
            <a:r>
              <a:rPr lang="de-DE" dirty="0" err="1"/>
              <a:t>functions</a:t>
            </a:r>
            <a:r>
              <a:rPr lang="de-DE" dirty="0"/>
              <a:t> </a:t>
            </a:r>
            <a:r>
              <a:rPr lang="de-DE" dirty="0" err="1"/>
              <a:t>of</a:t>
            </a:r>
            <a:r>
              <a:rPr lang="de-DE" dirty="0"/>
              <a:t> </a:t>
            </a:r>
            <a:r>
              <a:rPr lang="de-DE" dirty="0" err="1"/>
              <a:t>the</a:t>
            </a:r>
            <a:r>
              <a:rPr lang="de-DE" dirty="0"/>
              <a:t> </a:t>
            </a:r>
            <a:r>
              <a:rPr lang="de-DE" dirty="0" err="1"/>
              <a:t>system</a:t>
            </a:r>
            <a:r>
              <a:rPr lang="de-DE" dirty="0"/>
              <a:t> (</a:t>
            </a:r>
            <a:r>
              <a:rPr lang="de-DE" dirty="0" err="1"/>
              <a:t>being</a:t>
            </a:r>
            <a:r>
              <a:rPr lang="de-DE" dirty="0"/>
              <a:t> </a:t>
            </a:r>
            <a:r>
              <a:rPr lang="de-DE" dirty="0" err="1"/>
              <a:t>modelled</a:t>
            </a:r>
            <a:r>
              <a:rPr lang="de-DE" dirty="0"/>
              <a:t>).</a:t>
            </a:r>
          </a:p>
          <a:p>
            <a:pPr marL="442913" lvl="2" indent="-442913">
              <a:buFont typeface="+mj-lt"/>
              <a:buAutoNum type="arabicPeriod"/>
            </a:pPr>
            <a:r>
              <a:rPr lang="de-DE" dirty="0" err="1"/>
              <a:t>Why</a:t>
            </a:r>
            <a:r>
              <a:rPr lang="de-DE" dirty="0"/>
              <a:t> </a:t>
            </a:r>
            <a:r>
              <a:rPr lang="de-DE" dirty="0" err="1"/>
              <a:t>should</a:t>
            </a:r>
            <a:r>
              <a:rPr lang="de-DE" dirty="0"/>
              <a:t> I care </a:t>
            </a:r>
            <a:r>
              <a:rPr lang="de-DE" dirty="0" err="1"/>
              <a:t>about</a:t>
            </a:r>
            <a:r>
              <a:rPr lang="de-DE" dirty="0"/>
              <a:t> </a:t>
            </a:r>
            <a:r>
              <a:rPr lang="de-DE" dirty="0" err="1"/>
              <a:t>objects</a:t>
            </a:r>
            <a:r>
              <a:rPr lang="de-DE" dirty="0"/>
              <a:t>? The </a:t>
            </a:r>
            <a:r>
              <a:rPr lang="de-DE" dirty="0" err="1"/>
              <a:t>answer</a:t>
            </a:r>
            <a:r>
              <a:rPr lang="de-DE" dirty="0"/>
              <a:t> </a:t>
            </a:r>
            <a:r>
              <a:rPr lang="de-DE" dirty="0" err="1"/>
              <a:t>is</a:t>
            </a:r>
            <a:r>
              <a:rPr lang="de-DE" dirty="0"/>
              <a:t> simple- </a:t>
            </a:r>
            <a:r>
              <a:rPr lang="de-DE" dirty="0" err="1"/>
              <a:t>reuse</a:t>
            </a:r>
            <a:r>
              <a:rPr lang="de-DE" dirty="0"/>
              <a:t>. </a:t>
            </a:r>
            <a:r>
              <a:rPr lang="de-DE" dirty="0" err="1"/>
              <a:t>Although</a:t>
            </a:r>
            <a:r>
              <a:rPr lang="de-DE" dirty="0"/>
              <a:t> </a:t>
            </a:r>
            <a:r>
              <a:rPr lang="de-DE" dirty="0" err="1"/>
              <a:t>we</a:t>
            </a:r>
            <a:r>
              <a:rPr lang="de-DE" dirty="0"/>
              <a:t> </a:t>
            </a:r>
            <a:r>
              <a:rPr lang="de-DE" dirty="0" err="1"/>
              <a:t>have</a:t>
            </a:r>
            <a:r>
              <a:rPr lang="de-DE" dirty="0"/>
              <a:t> </a:t>
            </a:r>
            <a:r>
              <a:rPr lang="de-DE" dirty="0" err="1"/>
              <a:t>been</a:t>
            </a:r>
            <a:r>
              <a:rPr lang="de-DE" dirty="0"/>
              <a:t> </a:t>
            </a:r>
            <a:r>
              <a:rPr lang="de-DE" dirty="0" err="1"/>
              <a:t>reusing</a:t>
            </a:r>
            <a:r>
              <a:rPr lang="de-DE" dirty="0"/>
              <a:t> code </a:t>
            </a:r>
            <a:r>
              <a:rPr lang="de-DE" dirty="0" err="1"/>
              <a:t>since</a:t>
            </a:r>
            <a:r>
              <a:rPr lang="de-DE" dirty="0"/>
              <a:t> </a:t>
            </a:r>
            <a:r>
              <a:rPr lang="de-DE" dirty="0" err="1"/>
              <a:t>the</a:t>
            </a:r>
            <a:r>
              <a:rPr lang="de-DE" dirty="0"/>
              <a:t> </a:t>
            </a:r>
            <a:r>
              <a:rPr lang="de-DE" dirty="0" err="1"/>
              <a:t>dawn</a:t>
            </a:r>
            <a:r>
              <a:rPr lang="de-DE" dirty="0"/>
              <a:t> </a:t>
            </a:r>
            <a:r>
              <a:rPr lang="de-DE" dirty="0" err="1"/>
              <a:t>of</a:t>
            </a:r>
            <a:r>
              <a:rPr lang="de-DE" dirty="0"/>
              <a:t> </a:t>
            </a:r>
            <a:r>
              <a:rPr lang="de-DE" dirty="0" err="1"/>
              <a:t>computers</a:t>
            </a:r>
            <a:r>
              <a:rPr lang="de-DE" dirty="0"/>
              <a:t>, </a:t>
            </a:r>
            <a:r>
              <a:rPr lang="de-DE" dirty="0" err="1"/>
              <a:t>object-oriented</a:t>
            </a:r>
            <a:r>
              <a:rPr lang="de-DE" dirty="0"/>
              <a:t> </a:t>
            </a:r>
            <a:r>
              <a:rPr lang="de-DE" dirty="0" err="1"/>
              <a:t>techniques</a:t>
            </a:r>
            <a:r>
              <a:rPr lang="de-DE" dirty="0"/>
              <a:t> </a:t>
            </a:r>
            <a:r>
              <a:rPr lang="de-DE" dirty="0" err="1"/>
              <a:t>allow</a:t>
            </a:r>
            <a:r>
              <a:rPr lang="de-DE" dirty="0"/>
              <a:t> </a:t>
            </a:r>
            <a:r>
              <a:rPr lang="de-DE" dirty="0" err="1"/>
              <a:t>us</a:t>
            </a:r>
            <a:r>
              <a:rPr lang="de-DE" dirty="0"/>
              <a:t> </a:t>
            </a:r>
            <a:r>
              <a:rPr lang="de-DE" dirty="0" err="1"/>
              <a:t>to</a:t>
            </a:r>
            <a:r>
              <a:rPr lang="de-DE" dirty="0"/>
              <a:t> </a:t>
            </a:r>
            <a:r>
              <a:rPr lang="de-DE" dirty="0" err="1"/>
              <a:t>reuse</a:t>
            </a:r>
            <a:r>
              <a:rPr lang="de-DE" dirty="0"/>
              <a:t> </a:t>
            </a:r>
            <a:r>
              <a:rPr lang="de-DE" dirty="0" err="1"/>
              <a:t>far</a:t>
            </a:r>
            <a:r>
              <a:rPr lang="de-DE" dirty="0"/>
              <a:t> </a:t>
            </a:r>
            <a:r>
              <a:rPr lang="de-DE" dirty="0" err="1"/>
              <a:t>more</a:t>
            </a:r>
            <a:r>
              <a:rPr lang="de-DE" dirty="0"/>
              <a:t> </a:t>
            </a:r>
            <a:r>
              <a:rPr lang="de-DE" dirty="0" err="1"/>
              <a:t>than</a:t>
            </a:r>
            <a:r>
              <a:rPr lang="de-DE" dirty="0"/>
              <a:t> code. </a:t>
            </a:r>
            <a:r>
              <a:rPr lang="de-DE" dirty="0" err="1"/>
              <a:t>We</a:t>
            </a:r>
            <a:r>
              <a:rPr lang="de-DE" dirty="0"/>
              <a:t> </a:t>
            </a:r>
            <a:r>
              <a:rPr lang="de-DE" dirty="0" err="1"/>
              <a:t>can</a:t>
            </a:r>
            <a:r>
              <a:rPr lang="de-DE" dirty="0"/>
              <a:t> </a:t>
            </a:r>
            <a:r>
              <a:rPr lang="de-DE" dirty="0" err="1"/>
              <a:t>reuse</a:t>
            </a:r>
            <a:r>
              <a:rPr lang="de-DE" dirty="0"/>
              <a:t> </a:t>
            </a:r>
            <a:r>
              <a:rPr lang="de-DE" dirty="0" err="1"/>
              <a:t>requirements</a:t>
            </a:r>
            <a:r>
              <a:rPr lang="de-DE" dirty="0"/>
              <a:t>, </a:t>
            </a:r>
            <a:r>
              <a:rPr lang="de-DE" dirty="0" err="1"/>
              <a:t>analysis</a:t>
            </a:r>
            <a:r>
              <a:rPr lang="de-DE" dirty="0"/>
              <a:t>, design, </a:t>
            </a:r>
            <a:r>
              <a:rPr lang="de-DE" dirty="0" err="1"/>
              <a:t>test</a:t>
            </a:r>
            <a:r>
              <a:rPr lang="de-DE" dirty="0"/>
              <a:t> </a:t>
            </a:r>
            <a:r>
              <a:rPr lang="de-DE" dirty="0" err="1"/>
              <a:t>plans</a:t>
            </a:r>
            <a:r>
              <a:rPr lang="de-DE" dirty="0"/>
              <a:t>, </a:t>
            </a:r>
            <a:r>
              <a:rPr lang="de-DE" dirty="0" err="1"/>
              <a:t>user</a:t>
            </a:r>
            <a:r>
              <a:rPr lang="de-DE" dirty="0"/>
              <a:t> </a:t>
            </a:r>
            <a:r>
              <a:rPr lang="de-DE" dirty="0" err="1"/>
              <a:t>interfaces</a:t>
            </a:r>
            <a:r>
              <a:rPr lang="de-DE" dirty="0"/>
              <a:t> and </a:t>
            </a:r>
            <a:r>
              <a:rPr lang="de-DE" dirty="0" err="1"/>
              <a:t>architectures</a:t>
            </a:r>
            <a:r>
              <a:rPr lang="de-DE" dirty="0"/>
              <a:t>.</a:t>
            </a:r>
          </a:p>
        </p:txBody>
      </p:sp>
    </p:spTree>
    <p:extLst>
      <p:ext uri="{BB962C8B-B14F-4D97-AF65-F5344CB8AC3E}">
        <p14:creationId xmlns:p14="http://schemas.microsoft.com/office/powerpoint/2010/main" val="28810715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EAEC9-DDDA-ECED-063F-98FA2EC0D4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1BDC9C-BE1B-3AA4-1DC9-D04B7EF033CE}"/>
              </a:ext>
            </a:extLst>
          </p:cNvPr>
          <p:cNvSpPr>
            <a:spLocks noGrp="1"/>
          </p:cNvSpPr>
          <p:nvPr>
            <p:ph type="title"/>
          </p:nvPr>
        </p:nvSpPr>
        <p:spPr bwMode="gray">
          <a:xfrm>
            <a:off x="557975" y="423802"/>
            <a:ext cx="10512000" cy="499689"/>
          </a:xfrm>
        </p:spPr>
        <p:txBody>
          <a:bodyPr/>
          <a:lstStyle/>
          <a:p>
            <a:r>
              <a:rPr lang="de-DE" dirty="0"/>
              <a:t>4 Case </a:t>
            </a:r>
            <a:r>
              <a:rPr lang="de-DE" dirty="0" err="1"/>
              <a:t>studies</a:t>
            </a:r>
            <a:r>
              <a:rPr lang="de-DE" dirty="0"/>
              <a:t> – </a:t>
            </a:r>
            <a:r>
              <a:rPr lang="de-DE" dirty="0" err="1"/>
              <a:t>Object-Oriented</a:t>
            </a:r>
            <a:r>
              <a:rPr lang="de-DE" dirty="0"/>
              <a:t> Analysis (OOA)</a:t>
            </a:r>
          </a:p>
        </p:txBody>
      </p:sp>
      <p:sp>
        <p:nvSpPr>
          <p:cNvPr id="3" name="Footer Placeholder 2">
            <a:extLst>
              <a:ext uri="{FF2B5EF4-FFF2-40B4-BE49-F238E27FC236}">
                <a16:creationId xmlns:a16="http://schemas.microsoft.com/office/drawing/2014/main" id="{6B77DE38-5EC9-369D-C472-53BE38C3ACFF}"/>
              </a:ext>
            </a:extLst>
          </p:cNvPr>
          <p:cNvSpPr>
            <a:spLocks noGrp="1"/>
          </p:cNvSpPr>
          <p:nvPr>
            <p:ph type="ftr" sz="quarter" idx="10"/>
          </p:nvPr>
        </p:nvSpPr>
        <p:spPr bwMode="gray"/>
        <p:txBody>
          <a:bodyPr/>
          <a:lstStyle/>
          <a:p>
            <a:r>
              <a:rPr lang="de-DE" dirty="0"/>
              <a:t>Hier steht der übergeordnete Präsentationstitel (Einfügen → Kopf- und Fußzeile)</a:t>
            </a:r>
          </a:p>
        </p:txBody>
      </p:sp>
      <p:sp>
        <p:nvSpPr>
          <p:cNvPr id="4" name="Slide Number Placeholder 3">
            <a:extLst>
              <a:ext uri="{FF2B5EF4-FFF2-40B4-BE49-F238E27FC236}">
                <a16:creationId xmlns:a16="http://schemas.microsoft.com/office/drawing/2014/main" id="{B8FB0418-F48A-823D-8719-AD2000FCD781}"/>
              </a:ext>
            </a:extLst>
          </p:cNvPr>
          <p:cNvSpPr>
            <a:spLocks noGrp="1"/>
          </p:cNvSpPr>
          <p:nvPr>
            <p:ph type="sldNum" sz="quarter" idx="11"/>
          </p:nvPr>
        </p:nvSpPr>
        <p:spPr bwMode="gray"/>
        <p:txBody>
          <a:bodyPr/>
          <a:lstStyle/>
          <a:p>
            <a:fld id="{5438FF58-A5B1-455A-BA0C-D8E0E4C71076}" type="slidenum">
              <a:rPr lang="de-DE" smtClean="0"/>
              <a:pPr/>
              <a:t>19</a:t>
            </a:fld>
            <a:endParaRPr lang="de-DE" dirty="0"/>
          </a:p>
        </p:txBody>
      </p:sp>
      <p:pic>
        <p:nvPicPr>
          <p:cNvPr id="9" name="Picture 8">
            <a:extLst>
              <a:ext uri="{FF2B5EF4-FFF2-40B4-BE49-F238E27FC236}">
                <a16:creationId xmlns:a16="http://schemas.microsoft.com/office/drawing/2014/main" id="{51882539-8B65-2994-6AD6-A08D1F97EE56}"/>
              </a:ext>
            </a:extLst>
          </p:cNvPr>
          <p:cNvPicPr>
            <a:picLocks noChangeAspect="1"/>
          </p:cNvPicPr>
          <p:nvPr/>
        </p:nvPicPr>
        <p:blipFill>
          <a:blip r:embed="rId2"/>
          <a:stretch>
            <a:fillRect/>
          </a:stretch>
        </p:blipFill>
        <p:spPr>
          <a:xfrm>
            <a:off x="5813975" y="1579938"/>
            <a:ext cx="5767186" cy="4108936"/>
          </a:xfrm>
          <a:prstGeom prst="rect">
            <a:avLst/>
          </a:prstGeom>
        </p:spPr>
      </p:pic>
      <p:pic>
        <p:nvPicPr>
          <p:cNvPr id="8" name="Picture 7">
            <a:extLst>
              <a:ext uri="{FF2B5EF4-FFF2-40B4-BE49-F238E27FC236}">
                <a16:creationId xmlns:a16="http://schemas.microsoft.com/office/drawing/2014/main" id="{0BE820C9-FA6E-10BE-67AC-D110182249AD}"/>
              </a:ext>
            </a:extLst>
          </p:cNvPr>
          <p:cNvPicPr>
            <a:picLocks noChangeAspect="1"/>
          </p:cNvPicPr>
          <p:nvPr/>
        </p:nvPicPr>
        <p:blipFill>
          <a:blip r:embed="rId3"/>
          <a:stretch>
            <a:fillRect/>
          </a:stretch>
        </p:blipFill>
        <p:spPr>
          <a:xfrm>
            <a:off x="528517" y="1592796"/>
            <a:ext cx="5285458" cy="4096078"/>
          </a:xfrm>
          <a:prstGeom prst="rect">
            <a:avLst/>
          </a:prstGeom>
        </p:spPr>
      </p:pic>
    </p:spTree>
    <p:extLst>
      <p:ext uri="{BB962C8B-B14F-4D97-AF65-F5344CB8AC3E}">
        <p14:creationId xmlns:p14="http://schemas.microsoft.com/office/powerpoint/2010/main" val="19889892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B1FC7-AA11-3266-BDC2-C270BDEED1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1185E6-A569-0AEA-2763-CDC8A964A53E}"/>
              </a:ext>
            </a:extLst>
          </p:cNvPr>
          <p:cNvSpPr>
            <a:spLocks noGrp="1"/>
          </p:cNvSpPr>
          <p:nvPr>
            <p:ph type="title"/>
          </p:nvPr>
        </p:nvSpPr>
        <p:spPr bwMode="gray">
          <a:xfrm>
            <a:off x="557975" y="423802"/>
            <a:ext cx="10512000" cy="499689"/>
          </a:xfrm>
        </p:spPr>
        <p:txBody>
          <a:bodyPr/>
          <a:lstStyle/>
          <a:p>
            <a:r>
              <a:rPr lang="de-DE" dirty="0"/>
              <a:t>4 Case </a:t>
            </a:r>
            <a:r>
              <a:rPr lang="de-DE" dirty="0" err="1"/>
              <a:t>studies</a:t>
            </a:r>
            <a:r>
              <a:rPr lang="de-DE" dirty="0"/>
              <a:t> – </a:t>
            </a:r>
            <a:r>
              <a:rPr lang="de-DE" dirty="0" err="1"/>
              <a:t>Object-Oriented</a:t>
            </a:r>
            <a:r>
              <a:rPr lang="de-DE" dirty="0"/>
              <a:t> Design (OOD)</a:t>
            </a:r>
          </a:p>
        </p:txBody>
      </p:sp>
      <p:sp>
        <p:nvSpPr>
          <p:cNvPr id="3" name="Footer Placeholder 2">
            <a:extLst>
              <a:ext uri="{FF2B5EF4-FFF2-40B4-BE49-F238E27FC236}">
                <a16:creationId xmlns:a16="http://schemas.microsoft.com/office/drawing/2014/main" id="{172BA4D1-F5CD-CA98-8D82-7B85A76A313A}"/>
              </a:ext>
            </a:extLst>
          </p:cNvPr>
          <p:cNvSpPr>
            <a:spLocks noGrp="1"/>
          </p:cNvSpPr>
          <p:nvPr>
            <p:ph type="ftr" sz="quarter" idx="10"/>
          </p:nvPr>
        </p:nvSpPr>
        <p:spPr bwMode="gray"/>
        <p:txBody>
          <a:bodyPr/>
          <a:lstStyle/>
          <a:p>
            <a:r>
              <a:rPr lang="de-DE" dirty="0"/>
              <a:t>Hier steht der übergeordnete Präsentationstitel (Einfügen → Kopf- und Fußzeile)</a:t>
            </a:r>
          </a:p>
        </p:txBody>
      </p:sp>
      <p:sp>
        <p:nvSpPr>
          <p:cNvPr id="4" name="Slide Number Placeholder 3">
            <a:extLst>
              <a:ext uri="{FF2B5EF4-FFF2-40B4-BE49-F238E27FC236}">
                <a16:creationId xmlns:a16="http://schemas.microsoft.com/office/drawing/2014/main" id="{D058EC54-7F5E-5FF0-FE22-8E82FA15C236}"/>
              </a:ext>
            </a:extLst>
          </p:cNvPr>
          <p:cNvSpPr>
            <a:spLocks noGrp="1"/>
          </p:cNvSpPr>
          <p:nvPr>
            <p:ph type="sldNum" sz="quarter" idx="11"/>
          </p:nvPr>
        </p:nvSpPr>
        <p:spPr bwMode="gray"/>
        <p:txBody>
          <a:bodyPr/>
          <a:lstStyle/>
          <a:p>
            <a:fld id="{5438FF58-A5B1-455A-BA0C-D8E0E4C71076}" type="slidenum">
              <a:rPr lang="de-DE" smtClean="0"/>
              <a:pPr/>
              <a:t>20</a:t>
            </a:fld>
            <a:endParaRPr lang="de-DE" dirty="0"/>
          </a:p>
        </p:txBody>
      </p:sp>
      <p:pic>
        <p:nvPicPr>
          <p:cNvPr id="5" name="Picture 4">
            <a:extLst>
              <a:ext uri="{FF2B5EF4-FFF2-40B4-BE49-F238E27FC236}">
                <a16:creationId xmlns:a16="http://schemas.microsoft.com/office/drawing/2014/main" id="{0DA90B07-B57C-CE13-BA03-78031AC952AE}"/>
              </a:ext>
            </a:extLst>
          </p:cNvPr>
          <p:cNvPicPr>
            <a:picLocks noChangeAspect="1"/>
          </p:cNvPicPr>
          <p:nvPr/>
        </p:nvPicPr>
        <p:blipFill>
          <a:blip r:embed="rId2"/>
          <a:stretch>
            <a:fillRect/>
          </a:stretch>
        </p:blipFill>
        <p:spPr>
          <a:xfrm>
            <a:off x="2981169" y="1073542"/>
            <a:ext cx="6229662" cy="5397158"/>
          </a:xfrm>
          <a:prstGeom prst="rect">
            <a:avLst/>
          </a:prstGeom>
        </p:spPr>
      </p:pic>
    </p:spTree>
    <p:extLst>
      <p:ext uri="{BB962C8B-B14F-4D97-AF65-F5344CB8AC3E}">
        <p14:creationId xmlns:p14="http://schemas.microsoft.com/office/powerpoint/2010/main" val="35560290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BFDFF-58F8-8165-27F8-2DC1721D4851}"/>
              </a:ext>
            </a:extLst>
          </p:cNvPr>
          <p:cNvSpPr>
            <a:spLocks noGrp="1"/>
          </p:cNvSpPr>
          <p:nvPr>
            <p:ph type="title"/>
          </p:nvPr>
        </p:nvSpPr>
        <p:spPr bwMode="gray">
          <a:xfrm>
            <a:off x="543170" y="371905"/>
            <a:ext cx="10512000" cy="498598"/>
          </a:xfrm>
        </p:spPr>
        <p:txBody>
          <a:bodyPr/>
          <a:lstStyle/>
          <a:p>
            <a:r>
              <a:rPr lang="de-DE" dirty="0"/>
              <a:t>5. OAuth2 </a:t>
            </a:r>
            <a:r>
              <a:rPr lang="de-DE" dirty="0" err="1"/>
              <a:t>Authorization</a:t>
            </a:r>
            <a:r>
              <a:rPr lang="de-DE" dirty="0"/>
              <a:t> Grant</a:t>
            </a:r>
          </a:p>
        </p:txBody>
      </p:sp>
      <p:sp>
        <p:nvSpPr>
          <p:cNvPr id="3" name="Footer Placeholder 2">
            <a:extLst>
              <a:ext uri="{FF2B5EF4-FFF2-40B4-BE49-F238E27FC236}">
                <a16:creationId xmlns:a16="http://schemas.microsoft.com/office/drawing/2014/main" id="{808D41D4-3B88-D9D4-3FD5-39C81EBFB923}"/>
              </a:ext>
            </a:extLst>
          </p:cNvPr>
          <p:cNvSpPr>
            <a:spLocks noGrp="1"/>
          </p:cNvSpPr>
          <p:nvPr>
            <p:ph type="ftr" sz="quarter" idx="10"/>
          </p:nvPr>
        </p:nvSpPr>
        <p:spPr bwMode="gray"/>
        <p:txBody>
          <a:bodyPr/>
          <a:lstStyle/>
          <a:p>
            <a:r>
              <a:rPr lang="de-DE" dirty="0"/>
              <a:t>Hier steht der übergeordnete Präsentationstitel (Einfügen → Kopf- und Fußzeile)</a:t>
            </a:r>
          </a:p>
        </p:txBody>
      </p:sp>
      <p:sp>
        <p:nvSpPr>
          <p:cNvPr id="4" name="Slide Number Placeholder 3">
            <a:extLst>
              <a:ext uri="{FF2B5EF4-FFF2-40B4-BE49-F238E27FC236}">
                <a16:creationId xmlns:a16="http://schemas.microsoft.com/office/drawing/2014/main" id="{4FBF9FA6-0FB3-D725-43FE-7CFFA7DC7AC7}"/>
              </a:ext>
            </a:extLst>
          </p:cNvPr>
          <p:cNvSpPr>
            <a:spLocks noGrp="1"/>
          </p:cNvSpPr>
          <p:nvPr>
            <p:ph type="sldNum" sz="quarter" idx="11"/>
          </p:nvPr>
        </p:nvSpPr>
        <p:spPr bwMode="gray"/>
        <p:txBody>
          <a:bodyPr/>
          <a:lstStyle/>
          <a:p>
            <a:fld id="{5438FF58-A5B1-455A-BA0C-D8E0E4C71076}" type="slidenum">
              <a:rPr lang="de-DE" smtClean="0"/>
              <a:pPr/>
              <a:t>21</a:t>
            </a:fld>
            <a:endParaRPr lang="de-DE" dirty="0"/>
          </a:p>
        </p:txBody>
      </p:sp>
      <p:sp>
        <p:nvSpPr>
          <p:cNvPr id="5" name="Text Placeholder 4">
            <a:extLst>
              <a:ext uri="{FF2B5EF4-FFF2-40B4-BE49-F238E27FC236}">
                <a16:creationId xmlns:a16="http://schemas.microsoft.com/office/drawing/2014/main" id="{654DE9D1-5746-FABD-4A8B-0B8BC601E17F}"/>
              </a:ext>
            </a:extLst>
          </p:cNvPr>
          <p:cNvSpPr>
            <a:spLocks noGrp="1"/>
          </p:cNvSpPr>
          <p:nvPr>
            <p:ph type="body" sz="quarter" idx="12"/>
          </p:nvPr>
        </p:nvSpPr>
        <p:spPr bwMode="gray">
          <a:xfrm>
            <a:off x="787651" y="1059255"/>
            <a:ext cx="10267520" cy="5177541"/>
          </a:xfrm>
        </p:spPr>
        <p:txBody>
          <a:bodyPr/>
          <a:lstStyle/>
          <a:p>
            <a:pPr lvl="2"/>
            <a:r>
              <a:rPr lang="de-DE" dirty="0" err="1"/>
              <a:t>Authorization</a:t>
            </a:r>
            <a:r>
              <a:rPr lang="de-DE" dirty="0"/>
              <a:t> Code </a:t>
            </a:r>
            <a:r>
              <a:rPr lang="de-DE" dirty="0" err="1"/>
              <a:t>with</a:t>
            </a:r>
            <a:r>
              <a:rPr lang="de-DE" dirty="0"/>
              <a:t> PKCE</a:t>
            </a:r>
          </a:p>
          <a:p>
            <a:pPr lvl="2"/>
            <a:r>
              <a:rPr lang="de-DE" dirty="0" err="1"/>
              <a:t>Implicit</a:t>
            </a:r>
            <a:endParaRPr lang="de-DE" dirty="0"/>
          </a:p>
          <a:p>
            <a:pPr lvl="2"/>
            <a:r>
              <a:rPr lang="de-DE" dirty="0" err="1"/>
              <a:t>Resource</a:t>
            </a:r>
            <a:r>
              <a:rPr lang="de-DE" dirty="0"/>
              <a:t> </a:t>
            </a:r>
            <a:r>
              <a:rPr lang="de-DE" dirty="0" err="1"/>
              <a:t>Owner</a:t>
            </a:r>
            <a:r>
              <a:rPr lang="de-DE" dirty="0"/>
              <a:t> Password </a:t>
            </a:r>
            <a:r>
              <a:rPr lang="de-DE" dirty="0" err="1"/>
              <a:t>Credentials</a:t>
            </a:r>
            <a:endParaRPr lang="de-DE" dirty="0"/>
          </a:p>
          <a:p>
            <a:pPr lvl="2"/>
            <a:r>
              <a:rPr lang="de-DE" dirty="0"/>
              <a:t>Client </a:t>
            </a:r>
            <a:r>
              <a:rPr lang="de-DE" dirty="0" err="1"/>
              <a:t>Credentials</a:t>
            </a:r>
            <a:endParaRPr lang="de-DE" dirty="0"/>
          </a:p>
        </p:txBody>
      </p:sp>
    </p:spTree>
    <p:extLst>
      <p:ext uri="{BB962C8B-B14F-4D97-AF65-F5344CB8AC3E}">
        <p14:creationId xmlns:p14="http://schemas.microsoft.com/office/powerpoint/2010/main" val="19785115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BFDFF-58F8-8165-27F8-2DC1721D4851}"/>
              </a:ext>
            </a:extLst>
          </p:cNvPr>
          <p:cNvSpPr>
            <a:spLocks noGrp="1"/>
          </p:cNvSpPr>
          <p:nvPr>
            <p:ph type="title"/>
          </p:nvPr>
        </p:nvSpPr>
        <p:spPr bwMode="gray">
          <a:xfrm>
            <a:off x="516010" y="371905"/>
            <a:ext cx="10512000" cy="498598"/>
          </a:xfrm>
        </p:spPr>
        <p:txBody>
          <a:bodyPr/>
          <a:lstStyle/>
          <a:p>
            <a:r>
              <a:rPr lang="de-DE" dirty="0"/>
              <a:t>5.1. OAuth2 </a:t>
            </a:r>
            <a:r>
              <a:rPr lang="de-DE" dirty="0" err="1"/>
              <a:t>Authorization</a:t>
            </a:r>
            <a:r>
              <a:rPr lang="de-DE" dirty="0"/>
              <a:t> Grant - </a:t>
            </a:r>
            <a:r>
              <a:rPr lang="de-DE" dirty="0" err="1"/>
              <a:t>password</a:t>
            </a:r>
            <a:endParaRPr lang="de-DE" dirty="0"/>
          </a:p>
        </p:txBody>
      </p:sp>
      <p:sp>
        <p:nvSpPr>
          <p:cNvPr id="3" name="Footer Placeholder 2">
            <a:extLst>
              <a:ext uri="{FF2B5EF4-FFF2-40B4-BE49-F238E27FC236}">
                <a16:creationId xmlns:a16="http://schemas.microsoft.com/office/drawing/2014/main" id="{808D41D4-3B88-D9D4-3FD5-39C81EBFB923}"/>
              </a:ext>
            </a:extLst>
          </p:cNvPr>
          <p:cNvSpPr>
            <a:spLocks noGrp="1"/>
          </p:cNvSpPr>
          <p:nvPr>
            <p:ph type="ftr" sz="quarter" idx="10"/>
          </p:nvPr>
        </p:nvSpPr>
        <p:spPr bwMode="gray"/>
        <p:txBody>
          <a:bodyPr/>
          <a:lstStyle/>
          <a:p>
            <a:r>
              <a:rPr lang="de-DE" dirty="0"/>
              <a:t>Hier steht der übergeordnete Präsentationstitel (Einfügen → Kopf- und Fußzeile)</a:t>
            </a:r>
          </a:p>
        </p:txBody>
      </p:sp>
      <p:sp>
        <p:nvSpPr>
          <p:cNvPr id="4" name="Slide Number Placeholder 3">
            <a:extLst>
              <a:ext uri="{FF2B5EF4-FFF2-40B4-BE49-F238E27FC236}">
                <a16:creationId xmlns:a16="http://schemas.microsoft.com/office/drawing/2014/main" id="{4FBF9FA6-0FB3-D725-43FE-7CFFA7DC7AC7}"/>
              </a:ext>
            </a:extLst>
          </p:cNvPr>
          <p:cNvSpPr>
            <a:spLocks noGrp="1"/>
          </p:cNvSpPr>
          <p:nvPr>
            <p:ph type="sldNum" sz="quarter" idx="11"/>
          </p:nvPr>
        </p:nvSpPr>
        <p:spPr bwMode="gray"/>
        <p:txBody>
          <a:bodyPr/>
          <a:lstStyle/>
          <a:p>
            <a:fld id="{5438FF58-A5B1-455A-BA0C-D8E0E4C71076}" type="slidenum">
              <a:rPr lang="de-DE" smtClean="0"/>
              <a:pPr/>
              <a:t>22</a:t>
            </a:fld>
            <a:endParaRPr lang="de-DE" dirty="0"/>
          </a:p>
        </p:txBody>
      </p:sp>
      <p:sp>
        <p:nvSpPr>
          <p:cNvPr id="5" name="Text Placeholder 4">
            <a:extLst>
              <a:ext uri="{FF2B5EF4-FFF2-40B4-BE49-F238E27FC236}">
                <a16:creationId xmlns:a16="http://schemas.microsoft.com/office/drawing/2014/main" id="{654DE9D1-5746-FABD-4A8B-0B8BC601E17F}"/>
              </a:ext>
            </a:extLst>
          </p:cNvPr>
          <p:cNvSpPr>
            <a:spLocks noGrp="1"/>
          </p:cNvSpPr>
          <p:nvPr>
            <p:ph type="body" sz="quarter" idx="12"/>
          </p:nvPr>
        </p:nvSpPr>
        <p:spPr bwMode="gray">
          <a:xfrm>
            <a:off x="407368" y="1134737"/>
            <a:ext cx="11376000" cy="5102059"/>
          </a:xfrm>
        </p:spPr>
        <p:txBody>
          <a:bodyPr/>
          <a:lstStyle/>
          <a:p>
            <a:pPr lvl="2"/>
            <a:endParaRPr lang="de-DE" dirty="0"/>
          </a:p>
        </p:txBody>
      </p:sp>
      <p:pic>
        <p:nvPicPr>
          <p:cNvPr id="3074" name="Picture 2" descr="Sequence diagram that shows the interaction between the resource owner, authorization server, and resource server for Resource Owner Password flow">
            <a:extLst>
              <a:ext uri="{FF2B5EF4-FFF2-40B4-BE49-F238E27FC236}">
                <a16:creationId xmlns:a16="http://schemas.microsoft.com/office/drawing/2014/main" id="{EE6125E1-3C82-2DB5-975E-75B00C19AC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2529" y="1093320"/>
            <a:ext cx="8964344" cy="51434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66094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BFDFF-58F8-8165-27F8-2DC1721D4851}"/>
              </a:ext>
            </a:extLst>
          </p:cNvPr>
          <p:cNvSpPr>
            <a:spLocks noGrp="1"/>
          </p:cNvSpPr>
          <p:nvPr>
            <p:ph type="title"/>
          </p:nvPr>
        </p:nvSpPr>
        <p:spPr bwMode="gray">
          <a:xfrm>
            <a:off x="543170" y="371905"/>
            <a:ext cx="10512000" cy="498598"/>
          </a:xfrm>
        </p:spPr>
        <p:txBody>
          <a:bodyPr/>
          <a:lstStyle/>
          <a:p>
            <a:r>
              <a:rPr lang="de-DE" dirty="0"/>
              <a:t>5.1. OAuth2 </a:t>
            </a:r>
            <a:r>
              <a:rPr lang="de-DE" dirty="0" err="1"/>
              <a:t>Authorization</a:t>
            </a:r>
            <a:r>
              <a:rPr lang="de-DE" dirty="0"/>
              <a:t> Grant - </a:t>
            </a:r>
            <a:r>
              <a:rPr lang="de-DE" dirty="0" err="1"/>
              <a:t>password</a:t>
            </a:r>
            <a:endParaRPr lang="de-DE" dirty="0"/>
          </a:p>
        </p:txBody>
      </p:sp>
      <p:sp>
        <p:nvSpPr>
          <p:cNvPr id="3" name="Footer Placeholder 2">
            <a:extLst>
              <a:ext uri="{FF2B5EF4-FFF2-40B4-BE49-F238E27FC236}">
                <a16:creationId xmlns:a16="http://schemas.microsoft.com/office/drawing/2014/main" id="{808D41D4-3B88-D9D4-3FD5-39C81EBFB923}"/>
              </a:ext>
            </a:extLst>
          </p:cNvPr>
          <p:cNvSpPr>
            <a:spLocks noGrp="1"/>
          </p:cNvSpPr>
          <p:nvPr>
            <p:ph type="ftr" sz="quarter" idx="10"/>
          </p:nvPr>
        </p:nvSpPr>
        <p:spPr bwMode="gray"/>
        <p:txBody>
          <a:bodyPr/>
          <a:lstStyle/>
          <a:p>
            <a:r>
              <a:rPr lang="de-DE" dirty="0"/>
              <a:t>Hier steht der übergeordnete Präsentationstitel (Einfügen → Kopf- und Fußzeile)</a:t>
            </a:r>
          </a:p>
        </p:txBody>
      </p:sp>
      <p:sp>
        <p:nvSpPr>
          <p:cNvPr id="4" name="Slide Number Placeholder 3">
            <a:extLst>
              <a:ext uri="{FF2B5EF4-FFF2-40B4-BE49-F238E27FC236}">
                <a16:creationId xmlns:a16="http://schemas.microsoft.com/office/drawing/2014/main" id="{4FBF9FA6-0FB3-D725-43FE-7CFFA7DC7AC7}"/>
              </a:ext>
            </a:extLst>
          </p:cNvPr>
          <p:cNvSpPr>
            <a:spLocks noGrp="1"/>
          </p:cNvSpPr>
          <p:nvPr>
            <p:ph type="sldNum" sz="quarter" idx="11"/>
          </p:nvPr>
        </p:nvSpPr>
        <p:spPr bwMode="gray"/>
        <p:txBody>
          <a:bodyPr/>
          <a:lstStyle/>
          <a:p>
            <a:fld id="{5438FF58-A5B1-455A-BA0C-D8E0E4C71076}" type="slidenum">
              <a:rPr lang="de-DE" smtClean="0"/>
              <a:pPr/>
              <a:t>23</a:t>
            </a:fld>
            <a:endParaRPr lang="de-DE" dirty="0"/>
          </a:p>
        </p:txBody>
      </p:sp>
      <p:sp>
        <p:nvSpPr>
          <p:cNvPr id="5" name="Text Placeholder 4">
            <a:extLst>
              <a:ext uri="{FF2B5EF4-FFF2-40B4-BE49-F238E27FC236}">
                <a16:creationId xmlns:a16="http://schemas.microsoft.com/office/drawing/2014/main" id="{654DE9D1-5746-FABD-4A8B-0B8BC601E17F}"/>
              </a:ext>
            </a:extLst>
          </p:cNvPr>
          <p:cNvSpPr>
            <a:spLocks noGrp="1"/>
          </p:cNvSpPr>
          <p:nvPr>
            <p:ph type="body" sz="quarter" idx="12"/>
          </p:nvPr>
        </p:nvSpPr>
        <p:spPr bwMode="gray">
          <a:xfrm>
            <a:off x="787651" y="1059255"/>
            <a:ext cx="10267520" cy="5177541"/>
          </a:xfrm>
        </p:spPr>
        <p:txBody>
          <a:bodyPr/>
          <a:lstStyle/>
          <a:p>
            <a:pPr marL="0" lvl="2" indent="0">
              <a:buNone/>
            </a:pPr>
            <a:r>
              <a:rPr lang="en-GB" dirty="0"/>
              <a:t>The Resource Owner Password flow is intended for use cases where:</a:t>
            </a:r>
          </a:p>
          <a:p>
            <a:pPr lvl="3">
              <a:buFont typeface="Wingdings" panose="05000000000000000000" pitchFamily="2" charset="2"/>
              <a:buChar char="q"/>
            </a:pPr>
            <a:r>
              <a:rPr lang="en-GB" dirty="0"/>
              <a:t>You control both the client app and the resource that it's interacting with.</a:t>
            </a:r>
          </a:p>
          <a:p>
            <a:pPr lvl="3">
              <a:buFont typeface="Wingdings" panose="05000000000000000000" pitchFamily="2" charset="2"/>
              <a:buChar char="q"/>
            </a:pPr>
            <a:r>
              <a:rPr lang="en-GB" dirty="0"/>
              <a:t>The client can store a client secret and can be trusted with the resource owner's credentials.</a:t>
            </a:r>
          </a:p>
          <a:p>
            <a:pPr lvl="3">
              <a:buFont typeface="Wingdings" panose="05000000000000000000" pitchFamily="2" charset="2"/>
              <a:buChar char="q"/>
            </a:pPr>
            <a:r>
              <a:rPr lang="en-GB" dirty="0"/>
              <a:t>You don't need your users to use multifactor authentication.</a:t>
            </a:r>
          </a:p>
          <a:p>
            <a:pPr marL="0" lvl="2" indent="0">
              <a:buNone/>
            </a:pPr>
            <a:r>
              <a:rPr lang="en-GB" dirty="0"/>
              <a:t>It's most commonly found in first-party clients made for online services, like the Facebook client apps that interact with the Facebook service. It doesn't require redirects like the Authorization Code or Implicit flows, and involves a single authenticated call to the /token endpoint.</a:t>
            </a:r>
            <a:endParaRPr lang="de-DE" dirty="0"/>
          </a:p>
        </p:txBody>
      </p:sp>
    </p:spTree>
    <p:extLst>
      <p:ext uri="{BB962C8B-B14F-4D97-AF65-F5344CB8AC3E}">
        <p14:creationId xmlns:p14="http://schemas.microsoft.com/office/powerpoint/2010/main" val="18217392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BFDFF-58F8-8165-27F8-2DC1721D4851}"/>
              </a:ext>
            </a:extLst>
          </p:cNvPr>
          <p:cNvSpPr>
            <a:spLocks noGrp="1"/>
          </p:cNvSpPr>
          <p:nvPr>
            <p:ph type="title"/>
          </p:nvPr>
        </p:nvSpPr>
        <p:spPr bwMode="gray">
          <a:xfrm>
            <a:off x="534117" y="371905"/>
            <a:ext cx="10512000" cy="498598"/>
          </a:xfrm>
        </p:spPr>
        <p:txBody>
          <a:bodyPr/>
          <a:lstStyle/>
          <a:p>
            <a:r>
              <a:rPr lang="de-DE" dirty="0"/>
              <a:t>5.2. OAuth2 </a:t>
            </a:r>
            <a:r>
              <a:rPr lang="de-DE" dirty="0" err="1"/>
              <a:t>Authorization</a:t>
            </a:r>
            <a:r>
              <a:rPr lang="de-DE" dirty="0"/>
              <a:t> Grant – </a:t>
            </a:r>
            <a:r>
              <a:rPr lang="de-DE" dirty="0" err="1"/>
              <a:t>client</a:t>
            </a:r>
            <a:r>
              <a:rPr lang="de-DE" dirty="0"/>
              <a:t> </a:t>
            </a:r>
            <a:r>
              <a:rPr lang="de-DE" dirty="0" err="1"/>
              <a:t>credential</a:t>
            </a:r>
            <a:endParaRPr lang="de-DE" dirty="0"/>
          </a:p>
        </p:txBody>
      </p:sp>
      <p:sp>
        <p:nvSpPr>
          <p:cNvPr id="3" name="Footer Placeholder 2">
            <a:extLst>
              <a:ext uri="{FF2B5EF4-FFF2-40B4-BE49-F238E27FC236}">
                <a16:creationId xmlns:a16="http://schemas.microsoft.com/office/drawing/2014/main" id="{808D41D4-3B88-D9D4-3FD5-39C81EBFB923}"/>
              </a:ext>
            </a:extLst>
          </p:cNvPr>
          <p:cNvSpPr>
            <a:spLocks noGrp="1"/>
          </p:cNvSpPr>
          <p:nvPr>
            <p:ph type="ftr" sz="quarter" idx="10"/>
          </p:nvPr>
        </p:nvSpPr>
        <p:spPr bwMode="gray"/>
        <p:txBody>
          <a:bodyPr/>
          <a:lstStyle/>
          <a:p>
            <a:r>
              <a:rPr lang="de-DE" dirty="0"/>
              <a:t>Hier steht der übergeordnete Präsentationstitel (Einfügen → Kopf- und Fußzeile)</a:t>
            </a:r>
          </a:p>
        </p:txBody>
      </p:sp>
      <p:sp>
        <p:nvSpPr>
          <p:cNvPr id="4" name="Slide Number Placeholder 3">
            <a:extLst>
              <a:ext uri="{FF2B5EF4-FFF2-40B4-BE49-F238E27FC236}">
                <a16:creationId xmlns:a16="http://schemas.microsoft.com/office/drawing/2014/main" id="{4FBF9FA6-0FB3-D725-43FE-7CFFA7DC7AC7}"/>
              </a:ext>
            </a:extLst>
          </p:cNvPr>
          <p:cNvSpPr>
            <a:spLocks noGrp="1"/>
          </p:cNvSpPr>
          <p:nvPr>
            <p:ph type="sldNum" sz="quarter" idx="11"/>
          </p:nvPr>
        </p:nvSpPr>
        <p:spPr bwMode="gray"/>
        <p:txBody>
          <a:bodyPr/>
          <a:lstStyle/>
          <a:p>
            <a:fld id="{5438FF58-A5B1-455A-BA0C-D8E0E4C71076}" type="slidenum">
              <a:rPr lang="de-DE" smtClean="0"/>
              <a:pPr/>
              <a:t>24</a:t>
            </a:fld>
            <a:endParaRPr lang="de-DE" dirty="0"/>
          </a:p>
        </p:txBody>
      </p:sp>
      <p:sp>
        <p:nvSpPr>
          <p:cNvPr id="5" name="Text Placeholder 4">
            <a:extLst>
              <a:ext uri="{FF2B5EF4-FFF2-40B4-BE49-F238E27FC236}">
                <a16:creationId xmlns:a16="http://schemas.microsoft.com/office/drawing/2014/main" id="{654DE9D1-5746-FABD-4A8B-0B8BC601E17F}"/>
              </a:ext>
            </a:extLst>
          </p:cNvPr>
          <p:cNvSpPr>
            <a:spLocks noGrp="1"/>
          </p:cNvSpPr>
          <p:nvPr>
            <p:ph type="body" sz="quarter" idx="12"/>
          </p:nvPr>
        </p:nvSpPr>
        <p:spPr bwMode="gray">
          <a:xfrm>
            <a:off x="751438" y="995881"/>
            <a:ext cx="10512000" cy="5240915"/>
          </a:xfrm>
        </p:spPr>
        <p:txBody>
          <a:bodyPr/>
          <a:lstStyle/>
          <a:p>
            <a:pPr marL="0" lvl="2" indent="0">
              <a:buNone/>
            </a:pPr>
            <a:r>
              <a:rPr lang="en-GB" sz="1600" dirty="0"/>
              <a:t>The Client Credentials flow is intended for server-side (confidential) client apps with no end user. Normally, this means machine-to-machine communication. The app needs to be server-side because it must be trusted with the client secret. Since the credentials are hard-coded, an actual end user can't use it. It involves a single, authenticated request to the /token endpoint, which returns an access token.</a:t>
            </a:r>
            <a:endParaRPr lang="de-DE" sz="1600" dirty="0"/>
          </a:p>
        </p:txBody>
      </p:sp>
      <p:pic>
        <p:nvPicPr>
          <p:cNvPr id="4098" name="Picture 2" descr="Sequence diagram that displays the interaction between the resource owner, authorization server, and resource server for the Client Credentials flow">
            <a:extLst>
              <a:ext uri="{FF2B5EF4-FFF2-40B4-BE49-F238E27FC236}">
                <a16:creationId xmlns:a16="http://schemas.microsoft.com/office/drawing/2014/main" id="{23EF848C-C984-8460-86C9-5EF3A7BD9F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2543" y="2118660"/>
            <a:ext cx="7095147" cy="42350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98016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BFDFF-58F8-8165-27F8-2DC1721D4851}"/>
              </a:ext>
            </a:extLst>
          </p:cNvPr>
          <p:cNvSpPr>
            <a:spLocks noGrp="1"/>
          </p:cNvSpPr>
          <p:nvPr>
            <p:ph type="title"/>
          </p:nvPr>
        </p:nvSpPr>
        <p:spPr bwMode="gray">
          <a:xfrm>
            <a:off x="651812" y="233412"/>
            <a:ext cx="10512000" cy="387798"/>
          </a:xfrm>
        </p:spPr>
        <p:txBody>
          <a:bodyPr/>
          <a:lstStyle/>
          <a:p>
            <a:r>
              <a:rPr lang="de-DE" sz="2800" dirty="0"/>
              <a:t>5.3. OAuth2 </a:t>
            </a:r>
            <a:r>
              <a:rPr lang="de-DE" sz="2800" dirty="0" err="1"/>
              <a:t>Authorization</a:t>
            </a:r>
            <a:r>
              <a:rPr lang="de-DE" sz="2800" dirty="0"/>
              <a:t> Grant – </a:t>
            </a:r>
            <a:r>
              <a:rPr lang="de-DE" sz="2800" dirty="0" err="1"/>
              <a:t>Authorization</a:t>
            </a:r>
            <a:r>
              <a:rPr lang="de-DE" sz="2800" dirty="0"/>
              <a:t> Code </a:t>
            </a:r>
            <a:r>
              <a:rPr lang="de-DE" sz="2800" dirty="0" err="1"/>
              <a:t>with</a:t>
            </a:r>
            <a:r>
              <a:rPr lang="de-DE" sz="2800" dirty="0"/>
              <a:t> PKCE</a:t>
            </a:r>
          </a:p>
        </p:txBody>
      </p:sp>
      <p:sp>
        <p:nvSpPr>
          <p:cNvPr id="3" name="Footer Placeholder 2">
            <a:extLst>
              <a:ext uri="{FF2B5EF4-FFF2-40B4-BE49-F238E27FC236}">
                <a16:creationId xmlns:a16="http://schemas.microsoft.com/office/drawing/2014/main" id="{808D41D4-3B88-D9D4-3FD5-39C81EBFB923}"/>
              </a:ext>
            </a:extLst>
          </p:cNvPr>
          <p:cNvSpPr>
            <a:spLocks noGrp="1"/>
          </p:cNvSpPr>
          <p:nvPr>
            <p:ph type="ftr" sz="quarter" idx="10"/>
          </p:nvPr>
        </p:nvSpPr>
        <p:spPr bwMode="gray"/>
        <p:txBody>
          <a:bodyPr/>
          <a:lstStyle/>
          <a:p>
            <a:r>
              <a:rPr lang="de-DE" dirty="0"/>
              <a:t>Hier steht der übergeordnete Präsentationstitel (Einfügen → Kopf- und Fußzeile)</a:t>
            </a:r>
          </a:p>
        </p:txBody>
      </p:sp>
      <p:sp>
        <p:nvSpPr>
          <p:cNvPr id="4" name="Slide Number Placeholder 3">
            <a:extLst>
              <a:ext uri="{FF2B5EF4-FFF2-40B4-BE49-F238E27FC236}">
                <a16:creationId xmlns:a16="http://schemas.microsoft.com/office/drawing/2014/main" id="{4FBF9FA6-0FB3-D725-43FE-7CFFA7DC7AC7}"/>
              </a:ext>
            </a:extLst>
          </p:cNvPr>
          <p:cNvSpPr>
            <a:spLocks noGrp="1"/>
          </p:cNvSpPr>
          <p:nvPr>
            <p:ph type="sldNum" sz="quarter" idx="11"/>
          </p:nvPr>
        </p:nvSpPr>
        <p:spPr bwMode="gray"/>
        <p:txBody>
          <a:bodyPr/>
          <a:lstStyle/>
          <a:p>
            <a:fld id="{5438FF58-A5B1-455A-BA0C-D8E0E4C71076}" type="slidenum">
              <a:rPr lang="de-DE" smtClean="0"/>
              <a:pPr/>
              <a:t>25</a:t>
            </a:fld>
            <a:endParaRPr lang="de-DE" dirty="0"/>
          </a:p>
        </p:txBody>
      </p:sp>
      <p:sp>
        <p:nvSpPr>
          <p:cNvPr id="5" name="Text Placeholder 4">
            <a:extLst>
              <a:ext uri="{FF2B5EF4-FFF2-40B4-BE49-F238E27FC236}">
                <a16:creationId xmlns:a16="http://schemas.microsoft.com/office/drawing/2014/main" id="{654DE9D1-5746-FABD-4A8B-0B8BC601E17F}"/>
              </a:ext>
            </a:extLst>
          </p:cNvPr>
          <p:cNvSpPr>
            <a:spLocks noGrp="1"/>
          </p:cNvSpPr>
          <p:nvPr>
            <p:ph type="body" sz="quarter" idx="12"/>
          </p:nvPr>
        </p:nvSpPr>
        <p:spPr bwMode="gray">
          <a:xfrm>
            <a:off x="887240" y="1611118"/>
            <a:ext cx="10276572" cy="4625678"/>
          </a:xfrm>
        </p:spPr>
        <p:txBody>
          <a:bodyPr/>
          <a:lstStyle/>
          <a:p>
            <a:pPr lvl="2"/>
            <a:endParaRPr lang="de-DE" dirty="0"/>
          </a:p>
        </p:txBody>
      </p:sp>
      <p:pic>
        <p:nvPicPr>
          <p:cNvPr id="5122" name="Picture 2" descr="Sequence diagram that displays the interaction between the resource owner, authorization server, and resource server for Authorization Code flow with PKCE">
            <a:extLst>
              <a:ext uri="{FF2B5EF4-FFF2-40B4-BE49-F238E27FC236}">
                <a16:creationId xmlns:a16="http://schemas.microsoft.com/office/drawing/2014/main" id="{1D410341-2C3B-4410-9E5C-BB908EDE73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9225" y="695597"/>
            <a:ext cx="7552602" cy="59289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2658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BFDFF-58F8-8165-27F8-2DC1721D4851}"/>
              </a:ext>
            </a:extLst>
          </p:cNvPr>
          <p:cNvSpPr>
            <a:spLocks noGrp="1"/>
          </p:cNvSpPr>
          <p:nvPr>
            <p:ph type="title"/>
          </p:nvPr>
        </p:nvSpPr>
        <p:spPr bwMode="gray">
          <a:xfrm>
            <a:off x="615598" y="361696"/>
            <a:ext cx="10512000" cy="387798"/>
          </a:xfrm>
        </p:spPr>
        <p:txBody>
          <a:bodyPr/>
          <a:lstStyle/>
          <a:p>
            <a:r>
              <a:rPr lang="de-DE" sz="2800" dirty="0"/>
              <a:t>5.3. OAuth2 </a:t>
            </a:r>
            <a:r>
              <a:rPr lang="de-DE" sz="2800" dirty="0" err="1"/>
              <a:t>Authorization</a:t>
            </a:r>
            <a:r>
              <a:rPr lang="de-DE" sz="2800" dirty="0"/>
              <a:t> Grant – </a:t>
            </a:r>
            <a:r>
              <a:rPr lang="de-DE" sz="2800" dirty="0" err="1"/>
              <a:t>Authorization</a:t>
            </a:r>
            <a:r>
              <a:rPr lang="de-DE" sz="2800" dirty="0"/>
              <a:t> Code </a:t>
            </a:r>
            <a:r>
              <a:rPr lang="de-DE" sz="2800" dirty="0" err="1"/>
              <a:t>with</a:t>
            </a:r>
            <a:r>
              <a:rPr lang="de-DE" sz="2800" dirty="0"/>
              <a:t> PKCE</a:t>
            </a:r>
          </a:p>
        </p:txBody>
      </p:sp>
      <p:sp>
        <p:nvSpPr>
          <p:cNvPr id="3" name="Footer Placeholder 2">
            <a:extLst>
              <a:ext uri="{FF2B5EF4-FFF2-40B4-BE49-F238E27FC236}">
                <a16:creationId xmlns:a16="http://schemas.microsoft.com/office/drawing/2014/main" id="{808D41D4-3B88-D9D4-3FD5-39C81EBFB923}"/>
              </a:ext>
            </a:extLst>
          </p:cNvPr>
          <p:cNvSpPr>
            <a:spLocks noGrp="1"/>
          </p:cNvSpPr>
          <p:nvPr>
            <p:ph type="ftr" sz="quarter" idx="10"/>
          </p:nvPr>
        </p:nvSpPr>
        <p:spPr bwMode="gray"/>
        <p:txBody>
          <a:bodyPr/>
          <a:lstStyle/>
          <a:p>
            <a:r>
              <a:rPr lang="de-DE" dirty="0"/>
              <a:t>Hier steht der übergeordnete Präsentationstitel (Einfügen → Kopf- und Fußzeile)</a:t>
            </a:r>
          </a:p>
        </p:txBody>
      </p:sp>
      <p:sp>
        <p:nvSpPr>
          <p:cNvPr id="4" name="Slide Number Placeholder 3">
            <a:extLst>
              <a:ext uri="{FF2B5EF4-FFF2-40B4-BE49-F238E27FC236}">
                <a16:creationId xmlns:a16="http://schemas.microsoft.com/office/drawing/2014/main" id="{4FBF9FA6-0FB3-D725-43FE-7CFFA7DC7AC7}"/>
              </a:ext>
            </a:extLst>
          </p:cNvPr>
          <p:cNvSpPr>
            <a:spLocks noGrp="1"/>
          </p:cNvSpPr>
          <p:nvPr>
            <p:ph type="sldNum" sz="quarter" idx="11"/>
          </p:nvPr>
        </p:nvSpPr>
        <p:spPr bwMode="gray"/>
        <p:txBody>
          <a:bodyPr/>
          <a:lstStyle/>
          <a:p>
            <a:fld id="{5438FF58-A5B1-455A-BA0C-D8E0E4C71076}" type="slidenum">
              <a:rPr lang="de-DE" smtClean="0"/>
              <a:pPr/>
              <a:t>26</a:t>
            </a:fld>
            <a:endParaRPr lang="de-DE" dirty="0"/>
          </a:p>
        </p:txBody>
      </p:sp>
      <p:sp>
        <p:nvSpPr>
          <p:cNvPr id="5" name="Text Placeholder 4">
            <a:extLst>
              <a:ext uri="{FF2B5EF4-FFF2-40B4-BE49-F238E27FC236}">
                <a16:creationId xmlns:a16="http://schemas.microsoft.com/office/drawing/2014/main" id="{654DE9D1-5746-FABD-4A8B-0B8BC601E17F}"/>
              </a:ext>
            </a:extLst>
          </p:cNvPr>
          <p:cNvSpPr>
            <a:spLocks noGrp="1"/>
          </p:cNvSpPr>
          <p:nvPr>
            <p:ph type="body" sz="quarter" idx="12"/>
          </p:nvPr>
        </p:nvSpPr>
        <p:spPr bwMode="gray">
          <a:xfrm>
            <a:off x="869133" y="977774"/>
            <a:ext cx="10512000" cy="5259022"/>
          </a:xfrm>
        </p:spPr>
        <p:txBody>
          <a:bodyPr/>
          <a:lstStyle/>
          <a:p>
            <a:pPr lvl="2"/>
            <a:r>
              <a:rPr lang="en-GB" dirty="0"/>
              <a:t>Proof Key for Code Exchange (PKCE) was originally designed as an extension to protect the Authorization Code flow in mobile apps. However, its ability to prevent authorization code injection and keep the flow secure makes it optimal for every type of OAuth client. Okta recommends that you use the Authorization Code flow with PKCE for your OAuth client, if possible.</a:t>
            </a:r>
          </a:p>
          <a:p>
            <a:pPr lvl="2"/>
            <a:endParaRPr lang="en-GB" dirty="0"/>
          </a:p>
          <a:p>
            <a:pPr lvl="2"/>
            <a:r>
              <a:rPr lang="en-GB" dirty="0"/>
              <a:t>The flow requires your app to generate a cryptographically random string called a code verifier. The code verifier is then hashed to create the code challenge, and this challenge is passed along with the request for the authorization code. The authorization server responds with an authorization code and associates the code challenge with the authorization code.</a:t>
            </a:r>
          </a:p>
          <a:p>
            <a:pPr lvl="2"/>
            <a:endParaRPr lang="en-GB" dirty="0"/>
          </a:p>
          <a:p>
            <a:pPr lvl="2"/>
            <a:r>
              <a:rPr lang="en-GB" dirty="0"/>
              <a:t>After the app receives the authorization code, it sends the authorization code and the code verifier in a request for an access token. The authorization server recomputes the challenge from the verifier using the previously agreed-upon hash algorithm. The authorization server then compares the challenge with the one it associated with the authorization code in the previous step. If the two code challenges and verifier match, the authorization server knows that the same client sent both requests</a:t>
            </a:r>
            <a:endParaRPr lang="de-DE" dirty="0"/>
          </a:p>
        </p:txBody>
      </p:sp>
    </p:spTree>
    <p:extLst>
      <p:ext uri="{BB962C8B-B14F-4D97-AF65-F5344CB8AC3E}">
        <p14:creationId xmlns:p14="http://schemas.microsoft.com/office/powerpoint/2010/main" val="29956933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BFDFF-58F8-8165-27F8-2DC1721D4851}"/>
              </a:ext>
            </a:extLst>
          </p:cNvPr>
          <p:cNvSpPr>
            <a:spLocks noGrp="1"/>
          </p:cNvSpPr>
          <p:nvPr>
            <p:ph type="title"/>
          </p:nvPr>
        </p:nvSpPr>
        <p:spPr bwMode="gray">
          <a:xfrm>
            <a:off x="561276" y="371905"/>
            <a:ext cx="10512000" cy="498598"/>
          </a:xfrm>
        </p:spPr>
        <p:txBody>
          <a:bodyPr/>
          <a:lstStyle/>
          <a:p>
            <a:r>
              <a:rPr lang="de-DE" dirty="0"/>
              <a:t>5.4. OAuth2 </a:t>
            </a:r>
            <a:r>
              <a:rPr lang="de-DE" dirty="0" err="1"/>
              <a:t>Authorization</a:t>
            </a:r>
            <a:r>
              <a:rPr lang="de-DE" dirty="0"/>
              <a:t> Grant - </a:t>
            </a:r>
            <a:r>
              <a:rPr lang="de-DE" dirty="0" err="1"/>
              <a:t>Implicit</a:t>
            </a:r>
            <a:endParaRPr lang="de-DE" dirty="0"/>
          </a:p>
        </p:txBody>
      </p:sp>
      <p:sp>
        <p:nvSpPr>
          <p:cNvPr id="3" name="Footer Placeholder 2">
            <a:extLst>
              <a:ext uri="{FF2B5EF4-FFF2-40B4-BE49-F238E27FC236}">
                <a16:creationId xmlns:a16="http://schemas.microsoft.com/office/drawing/2014/main" id="{808D41D4-3B88-D9D4-3FD5-39C81EBFB923}"/>
              </a:ext>
            </a:extLst>
          </p:cNvPr>
          <p:cNvSpPr>
            <a:spLocks noGrp="1"/>
          </p:cNvSpPr>
          <p:nvPr>
            <p:ph type="ftr" sz="quarter" idx="10"/>
          </p:nvPr>
        </p:nvSpPr>
        <p:spPr bwMode="gray"/>
        <p:txBody>
          <a:bodyPr/>
          <a:lstStyle/>
          <a:p>
            <a:r>
              <a:rPr lang="de-DE" dirty="0"/>
              <a:t>Hier steht der übergeordnete Präsentationstitel (Einfügen → Kopf- und Fußzeile)</a:t>
            </a:r>
          </a:p>
        </p:txBody>
      </p:sp>
      <p:sp>
        <p:nvSpPr>
          <p:cNvPr id="4" name="Slide Number Placeholder 3">
            <a:extLst>
              <a:ext uri="{FF2B5EF4-FFF2-40B4-BE49-F238E27FC236}">
                <a16:creationId xmlns:a16="http://schemas.microsoft.com/office/drawing/2014/main" id="{4FBF9FA6-0FB3-D725-43FE-7CFFA7DC7AC7}"/>
              </a:ext>
            </a:extLst>
          </p:cNvPr>
          <p:cNvSpPr>
            <a:spLocks noGrp="1"/>
          </p:cNvSpPr>
          <p:nvPr>
            <p:ph type="sldNum" sz="quarter" idx="11"/>
          </p:nvPr>
        </p:nvSpPr>
        <p:spPr bwMode="gray"/>
        <p:txBody>
          <a:bodyPr/>
          <a:lstStyle/>
          <a:p>
            <a:fld id="{5438FF58-A5B1-455A-BA0C-D8E0E4C71076}" type="slidenum">
              <a:rPr lang="de-DE" smtClean="0"/>
              <a:pPr/>
              <a:t>27</a:t>
            </a:fld>
            <a:endParaRPr lang="de-DE" dirty="0"/>
          </a:p>
        </p:txBody>
      </p:sp>
      <p:sp>
        <p:nvSpPr>
          <p:cNvPr id="5" name="Text Placeholder 4">
            <a:extLst>
              <a:ext uri="{FF2B5EF4-FFF2-40B4-BE49-F238E27FC236}">
                <a16:creationId xmlns:a16="http://schemas.microsoft.com/office/drawing/2014/main" id="{654DE9D1-5746-FABD-4A8B-0B8BC601E17F}"/>
              </a:ext>
            </a:extLst>
          </p:cNvPr>
          <p:cNvSpPr>
            <a:spLocks noGrp="1"/>
          </p:cNvSpPr>
          <p:nvPr>
            <p:ph type="body" sz="quarter" idx="12"/>
          </p:nvPr>
        </p:nvSpPr>
        <p:spPr bwMode="gray">
          <a:xfrm>
            <a:off x="851026" y="1023042"/>
            <a:ext cx="10222250" cy="5213754"/>
          </a:xfrm>
        </p:spPr>
        <p:txBody>
          <a:bodyPr/>
          <a:lstStyle/>
          <a:p>
            <a:pPr lvl="2"/>
            <a:endParaRPr lang="de-DE" dirty="0"/>
          </a:p>
        </p:txBody>
      </p:sp>
      <p:pic>
        <p:nvPicPr>
          <p:cNvPr id="6146" name="Picture 2" descr="Sequence diagram that displays the interaction between the resource owner, authorization server, and resource server for the Implicit grant flow">
            <a:extLst>
              <a:ext uri="{FF2B5EF4-FFF2-40B4-BE49-F238E27FC236}">
                <a16:creationId xmlns:a16="http://schemas.microsoft.com/office/drawing/2014/main" id="{D2F3581D-D22E-0513-3354-DCF62D2AC3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8123" y="927374"/>
            <a:ext cx="9268055" cy="54263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11368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BFDFF-58F8-8165-27F8-2DC1721D4851}"/>
              </a:ext>
            </a:extLst>
          </p:cNvPr>
          <p:cNvSpPr>
            <a:spLocks noGrp="1"/>
          </p:cNvSpPr>
          <p:nvPr>
            <p:ph type="title"/>
          </p:nvPr>
        </p:nvSpPr>
        <p:spPr bwMode="gray">
          <a:xfrm>
            <a:off x="633704" y="371905"/>
            <a:ext cx="10512000" cy="498598"/>
          </a:xfrm>
        </p:spPr>
        <p:txBody>
          <a:bodyPr/>
          <a:lstStyle/>
          <a:p>
            <a:r>
              <a:rPr lang="de-DE" dirty="0"/>
              <a:t>5.4. OAuth2 </a:t>
            </a:r>
            <a:r>
              <a:rPr lang="de-DE" dirty="0" err="1"/>
              <a:t>Authorization</a:t>
            </a:r>
            <a:r>
              <a:rPr lang="de-DE" dirty="0"/>
              <a:t> Grant - </a:t>
            </a:r>
            <a:r>
              <a:rPr lang="de-DE" dirty="0" err="1"/>
              <a:t>Implicit</a:t>
            </a:r>
            <a:endParaRPr lang="de-DE" dirty="0"/>
          </a:p>
        </p:txBody>
      </p:sp>
      <p:sp>
        <p:nvSpPr>
          <p:cNvPr id="3" name="Footer Placeholder 2">
            <a:extLst>
              <a:ext uri="{FF2B5EF4-FFF2-40B4-BE49-F238E27FC236}">
                <a16:creationId xmlns:a16="http://schemas.microsoft.com/office/drawing/2014/main" id="{808D41D4-3B88-D9D4-3FD5-39C81EBFB923}"/>
              </a:ext>
            </a:extLst>
          </p:cNvPr>
          <p:cNvSpPr>
            <a:spLocks noGrp="1"/>
          </p:cNvSpPr>
          <p:nvPr>
            <p:ph type="ftr" sz="quarter" idx="10"/>
          </p:nvPr>
        </p:nvSpPr>
        <p:spPr bwMode="gray"/>
        <p:txBody>
          <a:bodyPr/>
          <a:lstStyle/>
          <a:p>
            <a:r>
              <a:rPr lang="de-DE" dirty="0"/>
              <a:t>Hier steht der übergeordnete Präsentationstitel (Einfügen → Kopf- und Fußzeile)</a:t>
            </a:r>
          </a:p>
        </p:txBody>
      </p:sp>
      <p:sp>
        <p:nvSpPr>
          <p:cNvPr id="4" name="Slide Number Placeholder 3">
            <a:extLst>
              <a:ext uri="{FF2B5EF4-FFF2-40B4-BE49-F238E27FC236}">
                <a16:creationId xmlns:a16="http://schemas.microsoft.com/office/drawing/2014/main" id="{4FBF9FA6-0FB3-D725-43FE-7CFFA7DC7AC7}"/>
              </a:ext>
            </a:extLst>
          </p:cNvPr>
          <p:cNvSpPr>
            <a:spLocks noGrp="1"/>
          </p:cNvSpPr>
          <p:nvPr>
            <p:ph type="sldNum" sz="quarter" idx="11"/>
          </p:nvPr>
        </p:nvSpPr>
        <p:spPr bwMode="gray"/>
        <p:txBody>
          <a:bodyPr/>
          <a:lstStyle/>
          <a:p>
            <a:fld id="{5438FF58-A5B1-455A-BA0C-D8E0E4C71076}" type="slidenum">
              <a:rPr lang="de-DE" smtClean="0"/>
              <a:pPr/>
              <a:t>28</a:t>
            </a:fld>
            <a:endParaRPr lang="de-DE" dirty="0"/>
          </a:p>
        </p:txBody>
      </p:sp>
      <p:sp>
        <p:nvSpPr>
          <p:cNvPr id="5" name="Text Placeholder 4">
            <a:extLst>
              <a:ext uri="{FF2B5EF4-FFF2-40B4-BE49-F238E27FC236}">
                <a16:creationId xmlns:a16="http://schemas.microsoft.com/office/drawing/2014/main" id="{654DE9D1-5746-FABD-4A8B-0B8BC601E17F}"/>
              </a:ext>
            </a:extLst>
          </p:cNvPr>
          <p:cNvSpPr>
            <a:spLocks noGrp="1"/>
          </p:cNvSpPr>
          <p:nvPr>
            <p:ph type="body" sz="quarter" idx="12"/>
          </p:nvPr>
        </p:nvSpPr>
        <p:spPr bwMode="gray">
          <a:xfrm>
            <a:off x="1271367" y="1104523"/>
            <a:ext cx="9874338" cy="5132273"/>
          </a:xfrm>
        </p:spPr>
        <p:txBody>
          <a:bodyPr/>
          <a:lstStyle/>
          <a:p>
            <a:pPr marL="0" lvl="2" indent="0">
              <a:buNone/>
            </a:pPr>
            <a:r>
              <a:rPr lang="en-GB" dirty="0"/>
              <a:t>The Implicit flow is intended for browser-based apps that don't support Cross-Origin Resource Sharing (CORS). This flow is also intended for browser-based apps that lack modern cryptography APIs, and that can't protect a client secret. In this flow, the client doesn't make a request to the /token endpoint, but instead receives the access token in the redirect from the /authorize endpoint. The client must be able to interact with the resource owner's user agent and to receive incoming requests (through redirection) from the authorization server.</a:t>
            </a:r>
          </a:p>
          <a:p>
            <a:pPr lvl="2"/>
            <a:r>
              <a:rPr lang="en-GB" dirty="0"/>
              <a:t>Note: </a:t>
            </a:r>
          </a:p>
          <a:p>
            <a:pPr lvl="3">
              <a:buFont typeface="Wingdings" panose="05000000000000000000" pitchFamily="2" charset="2"/>
              <a:buChar char="q"/>
            </a:pPr>
            <a:r>
              <a:rPr lang="en-GB" sz="1400" dirty="0"/>
              <a:t>The Implicit flow is a legacy flow used only for SPAs that can't support PKCE.</a:t>
            </a:r>
          </a:p>
          <a:p>
            <a:pPr lvl="3">
              <a:buFont typeface="Wingdings" panose="05000000000000000000" pitchFamily="2" charset="2"/>
              <a:buChar char="q"/>
            </a:pPr>
            <a:r>
              <a:rPr lang="en-GB" sz="1400" dirty="0"/>
              <a:t>Because it was always intended for less-trusted clients, the Implicit flow doesn't support refresh tokens.</a:t>
            </a:r>
          </a:p>
          <a:p>
            <a:pPr lvl="2"/>
            <a:r>
              <a:rPr lang="en-GB" dirty="0"/>
              <a:t>Important: </a:t>
            </a:r>
          </a:p>
          <a:p>
            <a:pPr marL="180975" lvl="2" indent="0">
              <a:buNone/>
            </a:pPr>
            <a:r>
              <a:rPr lang="en-GB" dirty="0"/>
              <a:t>For Single-Page apps (SPA) running in modern browsers that support Web Crypto for PKCE, Okta recommends using the Authorization Code flow with PKCE. Use this flow instead of the Implicit flow for maximum security. If support for older browsers is required, the Implicit flow provides a functional solution.</a:t>
            </a:r>
            <a:endParaRPr lang="de-DE" dirty="0"/>
          </a:p>
        </p:txBody>
      </p:sp>
    </p:spTree>
    <p:extLst>
      <p:ext uri="{BB962C8B-B14F-4D97-AF65-F5344CB8AC3E}">
        <p14:creationId xmlns:p14="http://schemas.microsoft.com/office/powerpoint/2010/main" val="16078592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BFDFF-58F8-8165-27F8-2DC1721D4851}"/>
              </a:ext>
            </a:extLst>
          </p:cNvPr>
          <p:cNvSpPr>
            <a:spLocks noGrp="1"/>
          </p:cNvSpPr>
          <p:nvPr>
            <p:ph type="title"/>
          </p:nvPr>
        </p:nvSpPr>
        <p:spPr bwMode="gray">
          <a:xfrm>
            <a:off x="606544" y="460034"/>
            <a:ext cx="10512000" cy="498598"/>
          </a:xfrm>
        </p:spPr>
        <p:txBody>
          <a:bodyPr/>
          <a:lstStyle/>
          <a:p>
            <a:r>
              <a:rPr lang="de-DE" dirty="0"/>
              <a:t>6. Demo </a:t>
            </a:r>
            <a:r>
              <a:rPr lang="de-DE" dirty="0" err="1"/>
              <a:t>one</a:t>
            </a:r>
            <a:r>
              <a:rPr lang="de-DE" dirty="0"/>
              <a:t> OAuth2 Server – Azure AD</a:t>
            </a:r>
          </a:p>
        </p:txBody>
      </p:sp>
      <p:sp>
        <p:nvSpPr>
          <p:cNvPr id="3" name="Footer Placeholder 2">
            <a:extLst>
              <a:ext uri="{FF2B5EF4-FFF2-40B4-BE49-F238E27FC236}">
                <a16:creationId xmlns:a16="http://schemas.microsoft.com/office/drawing/2014/main" id="{808D41D4-3B88-D9D4-3FD5-39C81EBFB923}"/>
              </a:ext>
            </a:extLst>
          </p:cNvPr>
          <p:cNvSpPr>
            <a:spLocks noGrp="1"/>
          </p:cNvSpPr>
          <p:nvPr>
            <p:ph type="ftr" sz="quarter" idx="10"/>
          </p:nvPr>
        </p:nvSpPr>
        <p:spPr bwMode="gray"/>
        <p:txBody>
          <a:bodyPr/>
          <a:lstStyle/>
          <a:p>
            <a:r>
              <a:rPr lang="de-DE" dirty="0"/>
              <a:t>Hier steht der übergeordnete Präsentationstitel (Einfügen → Kopf- und Fußzeile)</a:t>
            </a:r>
          </a:p>
        </p:txBody>
      </p:sp>
      <p:sp>
        <p:nvSpPr>
          <p:cNvPr id="4" name="Slide Number Placeholder 3">
            <a:extLst>
              <a:ext uri="{FF2B5EF4-FFF2-40B4-BE49-F238E27FC236}">
                <a16:creationId xmlns:a16="http://schemas.microsoft.com/office/drawing/2014/main" id="{4FBF9FA6-0FB3-D725-43FE-7CFFA7DC7AC7}"/>
              </a:ext>
            </a:extLst>
          </p:cNvPr>
          <p:cNvSpPr>
            <a:spLocks noGrp="1"/>
          </p:cNvSpPr>
          <p:nvPr>
            <p:ph type="sldNum" sz="quarter" idx="11"/>
          </p:nvPr>
        </p:nvSpPr>
        <p:spPr bwMode="gray"/>
        <p:txBody>
          <a:bodyPr/>
          <a:lstStyle/>
          <a:p>
            <a:fld id="{5438FF58-A5B1-455A-BA0C-D8E0E4C71076}" type="slidenum">
              <a:rPr lang="de-DE" smtClean="0"/>
              <a:pPr/>
              <a:t>29</a:t>
            </a:fld>
            <a:endParaRPr lang="de-DE" dirty="0"/>
          </a:p>
        </p:txBody>
      </p:sp>
      <p:sp>
        <p:nvSpPr>
          <p:cNvPr id="5" name="Text Placeholder 4">
            <a:extLst>
              <a:ext uri="{FF2B5EF4-FFF2-40B4-BE49-F238E27FC236}">
                <a16:creationId xmlns:a16="http://schemas.microsoft.com/office/drawing/2014/main" id="{654DE9D1-5746-FABD-4A8B-0B8BC601E17F}"/>
              </a:ext>
            </a:extLst>
          </p:cNvPr>
          <p:cNvSpPr>
            <a:spLocks noGrp="1"/>
          </p:cNvSpPr>
          <p:nvPr>
            <p:ph type="body" sz="quarter" idx="12"/>
          </p:nvPr>
        </p:nvSpPr>
        <p:spPr bwMode="gray">
          <a:xfrm>
            <a:off x="914400" y="1167897"/>
            <a:ext cx="10204144" cy="5068899"/>
          </a:xfrm>
        </p:spPr>
        <p:txBody>
          <a:bodyPr/>
          <a:lstStyle/>
          <a:p>
            <a:pPr lvl="2"/>
            <a:endParaRPr lang="de-DE" dirty="0"/>
          </a:p>
        </p:txBody>
      </p:sp>
    </p:spTree>
    <p:extLst>
      <p:ext uri="{BB962C8B-B14F-4D97-AF65-F5344CB8AC3E}">
        <p14:creationId xmlns:p14="http://schemas.microsoft.com/office/powerpoint/2010/main" val="2801014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BFDFF-58F8-8165-27F8-2DC1721D4851}"/>
              </a:ext>
            </a:extLst>
          </p:cNvPr>
          <p:cNvSpPr>
            <a:spLocks noGrp="1"/>
          </p:cNvSpPr>
          <p:nvPr>
            <p:ph type="title"/>
          </p:nvPr>
        </p:nvSpPr>
        <p:spPr bwMode="gray">
          <a:xfrm>
            <a:off x="570331" y="444030"/>
            <a:ext cx="10512000" cy="498598"/>
          </a:xfrm>
        </p:spPr>
        <p:txBody>
          <a:bodyPr/>
          <a:lstStyle/>
          <a:p>
            <a:r>
              <a:rPr lang="de-DE" dirty="0">
                <a:solidFill>
                  <a:srgbClr val="161616"/>
                </a:solidFill>
                <a:latin typeface="Segoe UI" panose="020B0502040204020203" pitchFamily="34" charset="0"/>
              </a:rPr>
              <a:t>7</a:t>
            </a:r>
            <a:r>
              <a:rPr lang="de-DE" b="1" i="0" dirty="0">
                <a:solidFill>
                  <a:srgbClr val="161616"/>
                </a:solidFill>
                <a:effectLst/>
                <a:latin typeface="Segoe UI" panose="020B0502040204020203" pitchFamily="34" charset="0"/>
              </a:rPr>
              <a:t>. Demo OAuth2 Client - Code</a:t>
            </a:r>
            <a:endParaRPr lang="de-DE" dirty="0"/>
          </a:p>
        </p:txBody>
      </p:sp>
      <p:sp>
        <p:nvSpPr>
          <p:cNvPr id="3" name="Footer Placeholder 2">
            <a:extLst>
              <a:ext uri="{FF2B5EF4-FFF2-40B4-BE49-F238E27FC236}">
                <a16:creationId xmlns:a16="http://schemas.microsoft.com/office/drawing/2014/main" id="{808D41D4-3B88-D9D4-3FD5-39C81EBFB923}"/>
              </a:ext>
            </a:extLst>
          </p:cNvPr>
          <p:cNvSpPr>
            <a:spLocks noGrp="1"/>
          </p:cNvSpPr>
          <p:nvPr>
            <p:ph type="ftr" sz="quarter" idx="10"/>
          </p:nvPr>
        </p:nvSpPr>
        <p:spPr bwMode="gray"/>
        <p:txBody>
          <a:bodyPr/>
          <a:lstStyle/>
          <a:p>
            <a:r>
              <a:rPr lang="de-DE" dirty="0"/>
              <a:t>Hier steht der übergeordnete Präsentationstitel (Einfügen → Kopf- und Fußzeile)</a:t>
            </a:r>
          </a:p>
        </p:txBody>
      </p:sp>
      <p:sp>
        <p:nvSpPr>
          <p:cNvPr id="4" name="Slide Number Placeholder 3">
            <a:extLst>
              <a:ext uri="{FF2B5EF4-FFF2-40B4-BE49-F238E27FC236}">
                <a16:creationId xmlns:a16="http://schemas.microsoft.com/office/drawing/2014/main" id="{4FBF9FA6-0FB3-D725-43FE-7CFFA7DC7AC7}"/>
              </a:ext>
            </a:extLst>
          </p:cNvPr>
          <p:cNvSpPr>
            <a:spLocks noGrp="1"/>
          </p:cNvSpPr>
          <p:nvPr>
            <p:ph type="sldNum" sz="quarter" idx="11"/>
          </p:nvPr>
        </p:nvSpPr>
        <p:spPr bwMode="gray"/>
        <p:txBody>
          <a:bodyPr/>
          <a:lstStyle/>
          <a:p>
            <a:fld id="{5438FF58-A5B1-455A-BA0C-D8E0E4C71076}" type="slidenum">
              <a:rPr lang="de-DE" smtClean="0"/>
              <a:pPr/>
              <a:t>30</a:t>
            </a:fld>
            <a:endParaRPr lang="de-DE" dirty="0"/>
          </a:p>
        </p:txBody>
      </p:sp>
      <p:sp>
        <p:nvSpPr>
          <p:cNvPr id="5" name="Text Placeholder 4">
            <a:extLst>
              <a:ext uri="{FF2B5EF4-FFF2-40B4-BE49-F238E27FC236}">
                <a16:creationId xmlns:a16="http://schemas.microsoft.com/office/drawing/2014/main" id="{654DE9D1-5746-FABD-4A8B-0B8BC601E17F}"/>
              </a:ext>
            </a:extLst>
          </p:cNvPr>
          <p:cNvSpPr>
            <a:spLocks noGrp="1"/>
          </p:cNvSpPr>
          <p:nvPr>
            <p:ph type="body" sz="quarter" idx="12"/>
          </p:nvPr>
        </p:nvSpPr>
        <p:spPr bwMode="gray">
          <a:xfrm>
            <a:off x="887240" y="1248657"/>
            <a:ext cx="10195091" cy="4988139"/>
          </a:xfrm>
        </p:spPr>
        <p:txBody>
          <a:bodyPr/>
          <a:lstStyle/>
          <a:p>
            <a:pPr lvl="2"/>
            <a:endParaRPr lang="de-DE" dirty="0"/>
          </a:p>
        </p:txBody>
      </p:sp>
    </p:spTree>
    <p:extLst>
      <p:ext uri="{BB962C8B-B14F-4D97-AF65-F5344CB8AC3E}">
        <p14:creationId xmlns:p14="http://schemas.microsoft.com/office/powerpoint/2010/main" val="29188518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BFDFF-58F8-8165-27F8-2DC1721D4851}"/>
              </a:ext>
            </a:extLst>
          </p:cNvPr>
          <p:cNvSpPr>
            <a:spLocks noGrp="1"/>
          </p:cNvSpPr>
          <p:nvPr>
            <p:ph type="title"/>
          </p:nvPr>
        </p:nvSpPr>
        <p:spPr bwMode="gray">
          <a:xfrm>
            <a:off x="561277" y="486527"/>
            <a:ext cx="10512000" cy="498598"/>
          </a:xfrm>
        </p:spPr>
        <p:txBody>
          <a:bodyPr/>
          <a:lstStyle/>
          <a:p>
            <a:r>
              <a:rPr lang="de-DE" b="1" i="0" dirty="0">
                <a:solidFill>
                  <a:srgbClr val="161616"/>
                </a:solidFill>
                <a:effectLst/>
                <a:latin typeface="Segoe UI" panose="020B0502040204020203" pitchFamily="34" charset="0"/>
              </a:rPr>
              <a:t>8. </a:t>
            </a:r>
            <a:r>
              <a:rPr lang="en-GB" b="1" i="0" dirty="0">
                <a:solidFill>
                  <a:srgbClr val="161616"/>
                </a:solidFill>
                <a:effectLst/>
                <a:latin typeface="Segoe UI" panose="020B0502040204020203" pitchFamily="34" charset="0"/>
              </a:rPr>
              <a:t>Demo OAuth2 Client - Postman</a:t>
            </a:r>
            <a:endParaRPr lang="de-DE" dirty="0"/>
          </a:p>
        </p:txBody>
      </p:sp>
      <p:sp>
        <p:nvSpPr>
          <p:cNvPr id="3" name="Footer Placeholder 2">
            <a:extLst>
              <a:ext uri="{FF2B5EF4-FFF2-40B4-BE49-F238E27FC236}">
                <a16:creationId xmlns:a16="http://schemas.microsoft.com/office/drawing/2014/main" id="{808D41D4-3B88-D9D4-3FD5-39C81EBFB923}"/>
              </a:ext>
            </a:extLst>
          </p:cNvPr>
          <p:cNvSpPr>
            <a:spLocks noGrp="1"/>
          </p:cNvSpPr>
          <p:nvPr>
            <p:ph type="ftr" sz="quarter" idx="10"/>
          </p:nvPr>
        </p:nvSpPr>
        <p:spPr bwMode="gray"/>
        <p:txBody>
          <a:bodyPr/>
          <a:lstStyle/>
          <a:p>
            <a:r>
              <a:rPr lang="de-DE" dirty="0"/>
              <a:t>Hier steht der übergeordnete Präsentationstitel (Einfügen → Kopf- und Fußzeile)</a:t>
            </a:r>
          </a:p>
        </p:txBody>
      </p:sp>
      <p:sp>
        <p:nvSpPr>
          <p:cNvPr id="4" name="Slide Number Placeholder 3">
            <a:extLst>
              <a:ext uri="{FF2B5EF4-FFF2-40B4-BE49-F238E27FC236}">
                <a16:creationId xmlns:a16="http://schemas.microsoft.com/office/drawing/2014/main" id="{4FBF9FA6-0FB3-D725-43FE-7CFFA7DC7AC7}"/>
              </a:ext>
            </a:extLst>
          </p:cNvPr>
          <p:cNvSpPr>
            <a:spLocks noGrp="1"/>
          </p:cNvSpPr>
          <p:nvPr>
            <p:ph type="sldNum" sz="quarter" idx="11"/>
          </p:nvPr>
        </p:nvSpPr>
        <p:spPr bwMode="gray"/>
        <p:txBody>
          <a:bodyPr/>
          <a:lstStyle/>
          <a:p>
            <a:fld id="{5438FF58-A5B1-455A-BA0C-D8E0E4C71076}" type="slidenum">
              <a:rPr lang="de-DE" smtClean="0"/>
              <a:pPr/>
              <a:t>31</a:t>
            </a:fld>
            <a:endParaRPr lang="de-DE" dirty="0"/>
          </a:p>
        </p:txBody>
      </p:sp>
      <p:sp>
        <p:nvSpPr>
          <p:cNvPr id="5" name="Text Placeholder 4">
            <a:extLst>
              <a:ext uri="{FF2B5EF4-FFF2-40B4-BE49-F238E27FC236}">
                <a16:creationId xmlns:a16="http://schemas.microsoft.com/office/drawing/2014/main" id="{654DE9D1-5746-FABD-4A8B-0B8BC601E17F}"/>
              </a:ext>
            </a:extLst>
          </p:cNvPr>
          <p:cNvSpPr>
            <a:spLocks noGrp="1"/>
          </p:cNvSpPr>
          <p:nvPr>
            <p:ph type="body" sz="quarter" idx="12"/>
          </p:nvPr>
        </p:nvSpPr>
        <p:spPr bwMode="gray">
          <a:xfrm>
            <a:off x="923452" y="1204112"/>
            <a:ext cx="10149825" cy="5032684"/>
          </a:xfrm>
        </p:spPr>
        <p:txBody>
          <a:bodyPr/>
          <a:lstStyle/>
          <a:p>
            <a:pPr lvl="2"/>
            <a:endParaRPr lang="de-DE" dirty="0"/>
          </a:p>
        </p:txBody>
      </p:sp>
    </p:spTree>
    <p:extLst>
      <p:ext uri="{BB962C8B-B14F-4D97-AF65-F5344CB8AC3E}">
        <p14:creationId xmlns:p14="http://schemas.microsoft.com/office/powerpoint/2010/main" val="24418667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BFDFF-58F8-8165-27F8-2DC1721D4851}"/>
              </a:ext>
            </a:extLst>
          </p:cNvPr>
          <p:cNvSpPr>
            <a:spLocks noGrp="1"/>
          </p:cNvSpPr>
          <p:nvPr>
            <p:ph type="title"/>
          </p:nvPr>
        </p:nvSpPr>
        <p:spPr bwMode="gray">
          <a:xfrm>
            <a:off x="561277" y="403534"/>
            <a:ext cx="10512000" cy="498598"/>
          </a:xfrm>
        </p:spPr>
        <p:txBody>
          <a:bodyPr/>
          <a:lstStyle/>
          <a:p>
            <a:r>
              <a:rPr lang="de-DE" dirty="0">
                <a:solidFill>
                  <a:srgbClr val="161616"/>
                </a:solidFill>
                <a:latin typeface="Segoe UI" panose="020B0502040204020203" pitchFamily="34" charset="0"/>
              </a:rPr>
              <a:t>9</a:t>
            </a:r>
            <a:r>
              <a:rPr lang="de-DE" b="1" i="0" dirty="0">
                <a:solidFill>
                  <a:srgbClr val="161616"/>
                </a:solidFill>
                <a:effectLst/>
                <a:latin typeface="Segoe UI" panose="020B0502040204020203" pitchFamily="34" charset="0"/>
              </a:rPr>
              <a:t>. </a:t>
            </a:r>
            <a:r>
              <a:rPr lang="en-GB" b="1" i="0" dirty="0">
                <a:solidFill>
                  <a:srgbClr val="161616"/>
                </a:solidFill>
                <a:effectLst/>
                <a:latin typeface="Segoe UI" panose="020B0502040204020203" pitchFamily="34" charset="0"/>
              </a:rPr>
              <a:t>List</a:t>
            </a:r>
            <a:r>
              <a:rPr lang="en-GB" dirty="0">
                <a:solidFill>
                  <a:srgbClr val="161616"/>
                </a:solidFill>
                <a:latin typeface="Segoe UI" panose="020B0502040204020203" pitchFamily="34" charset="0"/>
              </a:rPr>
              <a:t> OAuth2 Servers</a:t>
            </a:r>
            <a:endParaRPr lang="de-DE" dirty="0"/>
          </a:p>
        </p:txBody>
      </p:sp>
      <p:sp>
        <p:nvSpPr>
          <p:cNvPr id="3" name="Footer Placeholder 2">
            <a:extLst>
              <a:ext uri="{FF2B5EF4-FFF2-40B4-BE49-F238E27FC236}">
                <a16:creationId xmlns:a16="http://schemas.microsoft.com/office/drawing/2014/main" id="{808D41D4-3B88-D9D4-3FD5-39C81EBFB923}"/>
              </a:ext>
            </a:extLst>
          </p:cNvPr>
          <p:cNvSpPr>
            <a:spLocks noGrp="1"/>
          </p:cNvSpPr>
          <p:nvPr>
            <p:ph type="ftr" sz="quarter" idx="10"/>
          </p:nvPr>
        </p:nvSpPr>
        <p:spPr bwMode="gray"/>
        <p:txBody>
          <a:bodyPr/>
          <a:lstStyle/>
          <a:p>
            <a:r>
              <a:rPr lang="de-DE" dirty="0"/>
              <a:t>Hier steht der übergeordnete Präsentationstitel (Einfügen → Kopf- und Fußzeile)</a:t>
            </a:r>
          </a:p>
        </p:txBody>
      </p:sp>
      <p:sp>
        <p:nvSpPr>
          <p:cNvPr id="4" name="Slide Number Placeholder 3">
            <a:extLst>
              <a:ext uri="{FF2B5EF4-FFF2-40B4-BE49-F238E27FC236}">
                <a16:creationId xmlns:a16="http://schemas.microsoft.com/office/drawing/2014/main" id="{4FBF9FA6-0FB3-D725-43FE-7CFFA7DC7AC7}"/>
              </a:ext>
            </a:extLst>
          </p:cNvPr>
          <p:cNvSpPr>
            <a:spLocks noGrp="1"/>
          </p:cNvSpPr>
          <p:nvPr>
            <p:ph type="sldNum" sz="quarter" idx="11"/>
          </p:nvPr>
        </p:nvSpPr>
        <p:spPr bwMode="gray"/>
        <p:txBody>
          <a:bodyPr/>
          <a:lstStyle/>
          <a:p>
            <a:fld id="{5438FF58-A5B1-455A-BA0C-D8E0E4C71076}" type="slidenum">
              <a:rPr lang="de-DE" smtClean="0"/>
              <a:pPr/>
              <a:t>32</a:t>
            </a:fld>
            <a:endParaRPr lang="de-DE" dirty="0"/>
          </a:p>
        </p:txBody>
      </p:sp>
      <p:sp>
        <p:nvSpPr>
          <p:cNvPr id="5" name="Text Placeholder 4">
            <a:extLst>
              <a:ext uri="{FF2B5EF4-FFF2-40B4-BE49-F238E27FC236}">
                <a16:creationId xmlns:a16="http://schemas.microsoft.com/office/drawing/2014/main" id="{654DE9D1-5746-FABD-4A8B-0B8BC601E17F}"/>
              </a:ext>
            </a:extLst>
          </p:cNvPr>
          <p:cNvSpPr>
            <a:spLocks noGrp="1"/>
          </p:cNvSpPr>
          <p:nvPr>
            <p:ph type="body" sz="quarter" idx="12"/>
          </p:nvPr>
        </p:nvSpPr>
        <p:spPr bwMode="gray">
          <a:xfrm>
            <a:off x="814812" y="1113576"/>
            <a:ext cx="10357164" cy="5123220"/>
          </a:xfrm>
        </p:spPr>
        <p:txBody>
          <a:bodyPr/>
          <a:lstStyle/>
          <a:p>
            <a:pPr lvl="2"/>
            <a:r>
              <a:rPr lang="de-DE" i="0" dirty="0">
                <a:solidFill>
                  <a:srgbClr val="161616"/>
                </a:solidFill>
                <a:effectLst/>
                <a:latin typeface="Segoe UI" panose="020B0502040204020203" pitchFamily="34" charset="0"/>
              </a:rPr>
              <a:t>Commercial OAuth 2.0 Providers:</a:t>
            </a:r>
            <a:endParaRPr lang="de-DE" i="0" dirty="0">
              <a:solidFill>
                <a:srgbClr val="161616"/>
              </a:solidFill>
              <a:effectLst/>
              <a:latin typeface="Segoe UI" panose="020B0502040204020203" pitchFamily="34" charset="0"/>
              <a:hlinkClick r:id="rId2"/>
            </a:endParaRPr>
          </a:p>
          <a:p>
            <a:pPr lvl="3">
              <a:buFont typeface="Wingdings" panose="05000000000000000000" pitchFamily="2" charset="2"/>
              <a:buChar char="q"/>
            </a:pPr>
            <a:r>
              <a:rPr lang="de-DE" i="0" dirty="0">
                <a:solidFill>
                  <a:srgbClr val="161616"/>
                </a:solidFill>
                <a:effectLst/>
                <a:latin typeface="Segoe UI" panose="020B0502040204020203" pitchFamily="34" charset="0"/>
                <a:hlinkClick r:id="rId2"/>
              </a:rPr>
              <a:t>Auth0</a:t>
            </a:r>
            <a:endParaRPr lang="de-DE" i="0" dirty="0">
              <a:solidFill>
                <a:srgbClr val="161616"/>
              </a:solidFill>
              <a:effectLst/>
              <a:latin typeface="Segoe UI" panose="020B0502040204020203" pitchFamily="34" charset="0"/>
            </a:endParaRPr>
          </a:p>
          <a:p>
            <a:pPr lvl="3">
              <a:buFont typeface="Wingdings" panose="05000000000000000000" pitchFamily="2" charset="2"/>
              <a:buChar char="q"/>
            </a:pPr>
            <a:r>
              <a:rPr lang="de-DE" dirty="0" err="1">
                <a:solidFill>
                  <a:srgbClr val="161616"/>
                </a:solidFill>
                <a:latin typeface="Segoe UI" panose="020B0502040204020203" pitchFamily="34" charset="0"/>
                <a:hlinkClick r:id="rId3"/>
              </a:rPr>
              <a:t>Okta</a:t>
            </a:r>
            <a:endParaRPr lang="de-DE" dirty="0">
              <a:solidFill>
                <a:srgbClr val="161616"/>
              </a:solidFill>
              <a:latin typeface="Segoe UI" panose="020B0502040204020203" pitchFamily="34" charset="0"/>
            </a:endParaRPr>
          </a:p>
          <a:p>
            <a:pPr lvl="3">
              <a:buFont typeface="Wingdings" panose="05000000000000000000" pitchFamily="2" charset="2"/>
              <a:buChar char="q"/>
            </a:pPr>
            <a:r>
              <a:rPr lang="de-DE" dirty="0">
                <a:hlinkClick r:id="rId4"/>
              </a:rPr>
              <a:t>Azure AD</a:t>
            </a:r>
            <a:endParaRPr lang="de-DE" dirty="0">
              <a:hlinkClick r:id="rId5"/>
            </a:endParaRPr>
          </a:p>
          <a:p>
            <a:pPr lvl="3">
              <a:buFont typeface="Wingdings" panose="05000000000000000000" pitchFamily="2" charset="2"/>
              <a:buChar char="q"/>
            </a:pPr>
            <a:r>
              <a:rPr lang="de-DE" dirty="0">
                <a:hlinkClick r:id="rId5"/>
              </a:rPr>
              <a:t>Azure AD B2C</a:t>
            </a:r>
            <a:endParaRPr lang="de-DE" dirty="0"/>
          </a:p>
          <a:p>
            <a:pPr lvl="3">
              <a:buFont typeface="Wingdings" panose="05000000000000000000" pitchFamily="2" charset="2"/>
              <a:buChar char="q"/>
            </a:pPr>
            <a:r>
              <a:rPr lang="en-GB" dirty="0">
                <a:hlinkClick r:id="rId6"/>
              </a:rPr>
              <a:t>Amazon Cognito</a:t>
            </a:r>
            <a:endParaRPr lang="en-GB" dirty="0"/>
          </a:p>
          <a:p>
            <a:pPr lvl="3">
              <a:buFont typeface="Wingdings" panose="05000000000000000000" pitchFamily="2" charset="2"/>
              <a:buChar char="q"/>
            </a:pPr>
            <a:r>
              <a:rPr lang="en-GB" dirty="0"/>
              <a:t>etc</a:t>
            </a:r>
          </a:p>
          <a:p>
            <a:pPr lvl="2"/>
            <a:r>
              <a:rPr lang="en-GB" dirty="0"/>
              <a:t>Open Source OAuth </a:t>
            </a:r>
            <a:r>
              <a:rPr lang="en-GB"/>
              <a:t>2.0 Servers:</a:t>
            </a:r>
            <a:endParaRPr lang="en-GB" dirty="0"/>
          </a:p>
          <a:p>
            <a:pPr lvl="3">
              <a:buFont typeface="Wingdings" panose="05000000000000000000" pitchFamily="2" charset="2"/>
              <a:buChar char="q"/>
            </a:pPr>
            <a:r>
              <a:rPr lang="en-GB" dirty="0" err="1">
                <a:hlinkClick r:id="rId7"/>
              </a:rPr>
              <a:t>Keycloak</a:t>
            </a:r>
            <a:r>
              <a:rPr lang="en-GB" dirty="0"/>
              <a:t> - java - enterprise</a:t>
            </a:r>
          </a:p>
          <a:p>
            <a:pPr lvl="3">
              <a:buFont typeface="Wingdings" panose="05000000000000000000" pitchFamily="2" charset="2"/>
              <a:buChar char="q"/>
            </a:pPr>
            <a:r>
              <a:rPr lang="en-GB" dirty="0">
                <a:hlinkClick r:id="rId8"/>
              </a:rPr>
              <a:t>Hydra (by </a:t>
            </a:r>
            <a:r>
              <a:rPr lang="en-GB" dirty="0" err="1">
                <a:hlinkClick r:id="rId8"/>
              </a:rPr>
              <a:t>Ory</a:t>
            </a:r>
            <a:r>
              <a:rPr lang="en-GB" dirty="0">
                <a:hlinkClick r:id="rId8"/>
              </a:rPr>
              <a:t>) </a:t>
            </a:r>
            <a:r>
              <a:rPr lang="en-GB" dirty="0"/>
              <a:t>– go – microservices architecture</a:t>
            </a:r>
          </a:p>
          <a:p>
            <a:pPr lvl="3">
              <a:buFont typeface="Wingdings" panose="05000000000000000000" pitchFamily="2" charset="2"/>
              <a:buChar char="q"/>
            </a:pPr>
            <a:r>
              <a:rPr lang="en-GB" dirty="0" err="1">
                <a:hlinkClick r:id="rId9"/>
              </a:rPr>
              <a:t>IdentityServer</a:t>
            </a:r>
            <a:r>
              <a:rPr lang="en-GB" dirty="0"/>
              <a:t> - </a:t>
            </a:r>
            <a:r>
              <a:rPr lang="en-GB" dirty="0" err="1"/>
              <a:t>.net</a:t>
            </a:r>
            <a:endParaRPr lang="en-GB" dirty="0"/>
          </a:p>
          <a:p>
            <a:pPr lvl="3">
              <a:buFont typeface="Wingdings" panose="05000000000000000000" pitchFamily="2" charset="2"/>
              <a:buChar char="q"/>
            </a:pPr>
            <a:r>
              <a:rPr lang="en-GB" dirty="0" err="1">
                <a:hlinkClick r:id="rId10"/>
              </a:rPr>
              <a:t>FusionAuth</a:t>
            </a:r>
            <a:r>
              <a:rPr lang="en-GB" dirty="0"/>
              <a:t> – java – developer friendly</a:t>
            </a:r>
          </a:p>
          <a:p>
            <a:pPr lvl="3">
              <a:buFont typeface="Wingdings" panose="05000000000000000000" pitchFamily="2" charset="2"/>
              <a:buChar char="q"/>
            </a:pPr>
            <a:r>
              <a:rPr lang="en-GB" dirty="0" err="1">
                <a:hlinkClick r:id="rId11"/>
              </a:rPr>
              <a:t>Authlib</a:t>
            </a:r>
            <a:r>
              <a:rPr lang="en-GB" dirty="0"/>
              <a:t> – python – lightweight</a:t>
            </a:r>
          </a:p>
          <a:p>
            <a:pPr lvl="3">
              <a:buFont typeface="Wingdings" panose="05000000000000000000" pitchFamily="2" charset="2"/>
              <a:buChar char="q"/>
            </a:pPr>
            <a:r>
              <a:rPr lang="en-GB" dirty="0"/>
              <a:t>etc</a:t>
            </a:r>
          </a:p>
          <a:p>
            <a:pPr lvl="3"/>
            <a:endParaRPr lang="en-GB" dirty="0"/>
          </a:p>
          <a:p>
            <a:pPr lvl="3"/>
            <a:endParaRPr lang="de-DE" dirty="0"/>
          </a:p>
        </p:txBody>
      </p:sp>
    </p:spTree>
    <p:extLst>
      <p:ext uri="{BB962C8B-B14F-4D97-AF65-F5344CB8AC3E}">
        <p14:creationId xmlns:p14="http://schemas.microsoft.com/office/powerpoint/2010/main" val="17728601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BFDFF-58F8-8165-27F8-2DC1721D4851}"/>
              </a:ext>
            </a:extLst>
          </p:cNvPr>
          <p:cNvSpPr>
            <a:spLocks noGrp="1"/>
          </p:cNvSpPr>
          <p:nvPr>
            <p:ph type="title"/>
          </p:nvPr>
        </p:nvSpPr>
        <p:spPr bwMode="gray">
          <a:xfrm>
            <a:off x="534117" y="469087"/>
            <a:ext cx="10512000" cy="498598"/>
          </a:xfrm>
        </p:spPr>
        <p:txBody>
          <a:bodyPr/>
          <a:lstStyle/>
          <a:p>
            <a:r>
              <a:rPr lang="de-DE" dirty="0"/>
              <a:t>10. Next </a:t>
            </a:r>
            <a:r>
              <a:rPr lang="de-DE" dirty="0" err="1"/>
              <a:t>Step</a:t>
            </a:r>
            <a:endParaRPr lang="de-DE" dirty="0"/>
          </a:p>
        </p:txBody>
      </p:sp>
      <p:sp>
        <p:nvSpPr>
          <p:cNvPr id="3" name="Footer Placeholder 2">
            <a:extLst>
              <a:ext uri="{FF2B5EF4-FFF2-40B4-BE49-F238E27FC236}">
                <a16:creationId xmlns:a16="http://schemas.microsoft.com/office/drawing/2014/main" id="{808D41D4-3B88-D9D4-3FD5-39C81EBFB923}"/>
              </a:ext>
            </a:extLst>
          </p:cNvPr>
          <p:cNvSpPr>
            <a:spLocks noGrp="1"/>
          </p:cNvSpPr>
          <p:nvPr>
            <p:ph type="ftr" sz="quarter" idx="10"/>
          </p:nvPr>
        </p:nvSpPr>
        <p:spPr bwMode="gray"/>
        <p:txBody>
          <a:bodyPr/>
          <a:lstStyle/>
          <a:p>
            <a:r>
              <a:rPr lang="de-DE" dirty="0"/>
              <a:t>Hier steht der übergeordnete Präsentationstitel (Einfügen → Kopf- und Fußzeile)</a:t>
            </a:r>
          </a:p>
        </p:txBody>
      </p:sp>
      <p:sp>
        <p:nvSpPr>
          <p:cNvPr id="4" name="Slide Number Placeholder 3">
            <a:extLst>
              <a:ext uri="{FF2B5EF4-FFF2-40B4-BE49-F238E27FC236}">
                <a16:creationId xmlns:a16="http://schemas.microsoft.com/office/drawing/2014/main" id="{4FBF9FA6-0FB3-D725-43FE-7CFFA7DC7AC7}"/>
              </a:ext>
            </a:extLst>
          </p:cNvPr>
          <p:cNvSpPr>
            <a:spLocks noGrp="1"/>
          </p:cNvSpPr>
          <p:nvPr>
            <p:ph type="sldNum" sz="quarter" idx="11"/>
          </p:nvPr>
        </p:nvSpPr>
        <p:spPr bwMode="gray"/>
        <p:txBody>
          <a:bodyPr/>
          <a:lstStyle/>
          <a:p>
            <a:fld id="{5438FF58-A5B1-455A-BA0C-D8E0E4C71076}" type="slidenum">
              <a:rPr lang="de-DE" smtClean="0"/>
              <a:pPr/>
              <a:t>33</a:t>
            </a:fld>
            <a:endParaRPr lang="de-DE" dirty="0"/>
          </a:p>
        </p:txBody>
      </p:sp>
      <p:sp>
        <p:nvSpPr>
          <p:cNvPr id="5" name="Text Placeholder 4">
            <a:extLst>
              <a:ext uri="{FF2B5EF4-FFF2-40B4-BE49-F238E27FC236}">
                <a16:creationId xmlns:a16="http://schemas.microsoft.com/office/drawing/2014/main" id="{654DE9D1-5746-FABD-4A8B-0B8BC601E17F}"/>
              </a:ext>
            </a:extLst>
          </p:cNvPr>
          <p:cNvSpPr>
            <a:spLocks noGrp="1"/>
          </p:cNvSpPr>
          <p:nvPr>
            <p:ph type="body" sz="quarter" idx="12"/>
          </p:nvPr>
        </p:nvSpPr>
        <p:spPr bwMode="gray">
          <a:xfrm>
            <a:off x="968720" y="1285592"/>
            <a:ext cx="10077397" cy="4951204"/>
          </a:xfrm>
        </p:spPr>
        <p:txBody>
          <a:bodyPr/>
          <a:lstStyle/>
          <a:p>
            <a:pPr marL="342900" lvl="1" indent="-342900">
              <a:buFont typeface="+mj-lt"/>
              <a:buAutoNum type="arabicPeriod"/>
            </a:pPr>
            <a:r>
              <a:rPr lang="en-GB" dirty="0"/>
              <a:t>Compare the different open source LLM for Relational Database Data</a:t>
            </a:r>
          </a:p>
          <a:p>
            <a:pPr marL="342900" lvl="1" indent="-342900">
              <a:buFont typeface="+mj-lt"/>
              <a:buAutoNum type="arabicPeriod"/>
            </a:pPr>
            <a:r>
              <a:rPr lang="en-GB" dirty="0">
                <a:hlinkClick r:id="rId2"/>
              </a:rPr>
              <a:t>Fine-tune the best open source LLM for Relational Database</a:t>
            </a:r>
          </a:p>
          <a:p>
            <a:pPr marL="342900" lvl="1" indent="-342900">
              <a:buFont typeface="+mj-lt"/>
              <a:buAutoNum type="arabicPeriod"/>
            </a:pPr>
            <a:r>
              <a:rPr lang="en-GB" dirty="0">
                <a:hlinkClick r:id="rId2"/>
              </a:rPr>
              <a:t>Train LLM </a:t>
            </a:r>
            <a:r>
              <a:rPr lang="en-GB">
                <a:hlinkClick r:id="rId2"/>
              </a:rPr>
              <a:t>for NoSQL </a:t>
            </a:r>
            <a:r>
              <a:rPr lang="en-GB" dirty="0">
                <a:hlinkClick r:id="rId2"/>
              </a:rPr>
              <a:t>Database Data</a:t>
            </a:r>
          </a:p>
          <a:p>
            <a:pPr marL="342900" lvl="1" indent="-342900">
              <a:buFont typeface="+mj-lt"/>
              <a:buAutoNum type="arabicPeriod"/>
            </a:pPr>
            <a:endParaRPr lang="en-GB" dirty="0"/>
          </a:p>
          <a:p>
            <a:pPr marL="342900" lvl="1" indent="-342900">
              <a:buFont typeface="+mj-lt"/>
              <a:buAutoNum type="arabicPeriod"/>
            </a:pPr>
            <a:endParaRPr lang="en-GB" dirty="0"/>
          </a:p>
          <a:p>
            <a:pPr marL="342900" lvl="1" indent="-342900">
              <a:buFont typeface="+mj-lt"/>
              <a:buAutoNum type="arabicPeriod"/>
            </a:pPr>
            <a:endParaRPr lang="en-GB" dirty="0"/>
          </a:p>
          <a:p>
            <a:pPr marL="342900" lvl="1" indent="-342900">
              <a:buFont typeface="+mj-lt"/>
              <a:buAutoNum type="arabicPeriod"/>
            </a:pPr>
            <a:endParaRPr lang="en-GB" dirty="0"/>
          </a:p>
          <a:p>
            <a:pPr marL="342900" lvl="1" indent="-342900">
              <a:buFont typeface="+mj-lt"/>
              <a:buAutoNum type="arabicPeriod"/>
            </a:pPr>
            <a:endParaRPr lang="de-DE" dirty="0"/>
          </a:p>
          <a:p>
            <a:pPr marL="180000" lvl="3" indent="0">
              <a:buNone/>
            </a:pPr>
            <a:endParaRPr lang="de-DE" dirty="0"/>
          </a:p>
        </p:txBody>
      </p:sp>
    </p:spTree>
    <p:extLst>
      <p:ext uri="{BB962C8B-B14F-4D97-AF65-F5344CB8AC3E}">
        <p14:creationId xmlns:p14="http://schemas.microsoft.com/office/powerpoint/2010/main" val="21278515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BFDFF-58F8-8165-27F8-2DC1721D4851}"/>
              </a:ext>
            </a:extLst>
          </p:cNvPr>
          <p:cNvSpPr>
            <a:spLocks noGrp="1"/>
          </p:cNvSpPr>
          <p:nvPr>
            <p:ph type="title"/>
          </p:nvPr>
        </p:nvSpPr>
        <p:spPr bwMode="gray">
          <a:xfrm>
            <a:off x="579384" y="505301"/>
            <a:ext cx="10512000" cy="498598"/>
          </a:xfrm>
        </p:spPr>
        <p:txBody>
          <a:bodyPr/>
          <a:lstStyle/>
          <a:p>
            <a:r>
              <a:rPr lang="de-DE" dirty="0"/>
              <a:t>References</a:t>
            </a:r>
          </a:p>
        </p:txBody>
      </p:sp>
      <p:sp>
        <p:nvSpPr>
          <p:cNvPr id="3" name="Footer Placeholder 2">
            <a:extLst>
              <a:ext uri="{FF2B5EF4-FFF2-40B4-BE49-F238E27FC236}">
                <a16:creationId xmlns:a16="http://schemas.microsoft.com/office/drawing/2014/main" id="{808D41D4-3B88-D9D4-3FD5-39C81EBFB923}"/>
              </a:ext>
            </a:extLst>
          </p:cNvPr>
          <p:cNvSpPr>
            <a:spLocks noGrp="1"/>
          </p:cNvSpPr>
          <p:nvPr>
            <p:ph type="ftr" sz="quarter" idx="10"/>
          </p:nvPr>
        </p:nvSpPr>
        <p:spPr bwMode="gray"/>
        <p:txBody>
          <a:bodyPr/>
          <a:lstStyle/>
          <a:p>
            <a:r>
              <a:rPr lang="de-DE" dirty="0"/>
              <a:t>Hier steht der übergeordnete Präsentationstitel (Einfügen → Kopf- und Fußzeile)</a:t>
            </a:r>
          </a:p>
        </p:txBody>
      </p:sp>
      <p:sp>
        <p:nvSpPr>
          <p:cNvPr id="4" name="Slide Number Placeholder 3">
            <a:extLst>
              <a:ext uri="{FF2B5EF4-FFF2-40B4-BE49-F238E27FC236}">
                <a16:creationId xmlns:a16="http://schemas.microsoft.com/office/drawing/2014/main" id="{4FBF9FA6-0FB3-D725-43FE-7CFFA7DC7AC7}"/>
              </a:ext>
            </a:extLst>
          </p:cNvPr>
          <p:cNvSpPr>
            <a:spLocks noGrp="1"/>
          </p:cNvSpPr>
          <p:nvPr>
            <p:ph type="sldNum" sz="quarter" idx="11"/>
          </p:nvPr>
        </p:nvSpPr>
        <p:spPr bwMode="gray"/>
        <p:txBody>
          <a:bodyPr/>
          <a:lstStyle/>
          <a:p>
            <a:fld id="{5438FF58-A5B1-455A-BA0C-D8E0E4C71076}" type="slidenum">
              <a:rPr lang="de-DE" smtClean="0"/>
              <a:pPr/>
              <a:t>34</a:t>
            </a:fld>
            <a:endParaRPr lang="de-DE" dirty="0"/>
          </a:p>
        </p:txBody>
      </p:sp>
      <p:sp>
        <p:nvSpPr>
          <p:cNvPr id="5" name="Text Placeholder 4">
            <a:extLst>
              <a:ext uri="{FF2B5EF4-FFF2-40B4-BE49-F238E27FC236}">
                <a16:creationId xmlns:a16="http://schemas.microsoft.com/office/drawing/2014/main" id="{654DE9D1-5746-FABD-4A8B-0B8BC601E17F}"/>
              </a:ext>
            </a:extLst>
          </p:cNvPr>
          <p:cNvSpPr>
            <a:spLocks noGrp="1"/>
          </p:cNvSpPr>
          <p:nvPr>
            <p:ph type="body" sz="quarter" idx="12"/>
          </p:nvPr>
        </p:nvSpPr>
        <p:spPr bwMode="gray">
          <a:xfrm>
            <a:off x="887240" y="1204111"/>
            <a:ext cx="10204144" cy="5032685"/>
          </a:xfrm>
        </p:spPr>
        <p:txBody>
          <a:bodyPr/>
          <a:lstStyle/>
          <a:p>
            <a:pPr marL="342900" lvl="1" indent="-342900">
              <a:buFont typeface="+mj-lt"/>
              <a:buAutoNum type="arabicPeriod"/>
            </a:pPr>
            <a:r>
              <a:rPr lang="en-GB" i="1" dirty="0" err="1"/>
              <a:t>Shewart</a:t>
            </a:r>
            <a:r>
              <a:rPr lang="en-GB" i="1" dirty="0"/>
              <a:t>, Walter A. (2015). </a:t>
            </a:r>
            <a:r>
              <a:rPr lang="en-GB" i="1" dirty="0" err="1"/>
              <a:t>Economioc</a:t>
            </a:r>
            <a:r>
              <a:rPr lang="en-GB" i="1" dirty="0"/>
              <a:t> control of quality of manufactured product. [Place of publication not identified]: Martino Fine Books. </a:t>
            </a:r>
            <a:r>
              <a:rPr lang="en-GB" i="1" dirty="0">
                <a:hlinkClick r:id="rId2" tooltip="ISBN (identifier)"/>
              </a:rPr>
              <a:t>ISBN</a:t>
            </a:r>
            <a:r>
              <a:rPr lang="en-GB" i="1" dirty="0"/>
              <a:t> </a:t>
            </a:r>
            <a:r>
              <a:rPr lang="en-GB" i="1" dirty="0">
                <a:hlinkClick r:id="rId3" tooltip="Special:BookSources/978-1-61427-811-5"/>
              </a:rPr>
              <a:t>978-1-61427-811-5</a:t>
            </a:r>
            <a:r>
              <a:rPr lang="en-GB" i="1" dirty="0"/>
              <a:t>. </a:t>
            </a:r>
            <a:r>
              <a:rPr lang="en-GB" i="1" dirty="0">
                <a:hlinkClick r:id="rId4" tooltip="OCLC (identifier)"/>
              </a:rPr>
              <a:t>OCLC</a:t>
            </a:r>
            <a:r>
              <a:rPr lang="en-GB" i="1" dirty="0"/>
              <a:t> </a:t>
            </a:r>
            <a:r>
              <a:rPr lang="en-GB" i="1" dirty="0">
                <a:hlinkClick r:id="rId5"/>
              </a:rPr>
              <a:t>1108913766</a:t>
            </a:r>
            <a:r>
              <a:rPr lang="en-GB" i="1" dirty="0"/>
              <a:t>.</a:t>
            </a:r>
          </a:p>
          <a:p>
            <a:pPr marL="342900" lvl="1" indent="-342900">
              <a:buFont typeface="+mj-lt"/>
              <a:buAutoNum type="arabicPeriod"/>
            </a:pPr>
            <a:r>
              <a:rPr lang="en-GB" dirty="0"/>
              <a:t>A. V. Feigenbaum, "Total Quality Control", McGraw-Hill, 1983.</a:t>
            </a:r>
          </a:p>
          <a:p>
            <a:pPr marL="342900" lvl="1" indent="-342900">
              <a:buFont typeface="+mj-lt"/>
              <a:buAutoNum type="arabicPeriod"/>
            </a:pPr>
            <a:r>
              <a:rPr lang="en-GB" dirty="0"/>
              <a:t>Weinberg, Gerald M. (1991). Quality software management: Volume 1, Systems Thinking. New York, N.Y.: Dorset House. </a:t>
            </a:r>
            <a:r>
              <a:rPr lang="en-GB" dirty="0">
                <a:hlinkClick r:id="rId2" tooltip="ISBN (identifier)">
                  <a:extLst>
                    <a:ext uri="{A12FA001-AC4F-418D-AE19-62706E023703}">
                      <ahyp:hlinkClr xmlns:ahyp="http://schemas.microsoft.com/office/drawing/2018/hyperlinkcolor" val="tx"/>
                    </a:ext>
                  </a:extLst>
                </a:hlinkClick>
              </a:rPr>
              <a:t>ISBN</a:t>
            </a:r>
            <a:r>
              <a:rPr lang="en-GB" dirty="0"/>
              <a:t> </a:t>
            </a:r>
            <a:r>
              <a:rPr lang="en-GB" dirty="0">
                <a:hlinkClick r:id="rId6" tooltip="Special:BookSources/0-932633-22-6">
                  <a:extLst>
                    <a:ext uri="{A12FA001-AC4F-418D-AE19-62706E023703}">
                      <ahyp:hlinkClr xmlns:ahyp="http://schemas.microsoft.com/office/drawing/2018/hyperlinkcolor" val="tx"/>
                    </a:ext>
                  </a:extLst>
                </a:hlinkClick>
              </a:rPr>
              <a:t>0-932633-22-6</a:t>
            </a:r>
            <a:r>
              <a:rPr lang="en-GB" dirty="0"/>
              <a:t>. </a:t>
            </a:r>
            <a:r>
              <a:rPr lang="en-GB" dirty="0">
                <a:hlinkClick r:id="rId4" tooltip="OCLC (identifier)">
                  <a:extLst>
                    <a:ext uri="{A12FA001-AC4F-418D-AE19-62706E023703}">
                      <ahyp:hlinkClr xmlns:ahyp="http://schemas.microsoft.com/office/drawing/2018/hyperlinkcolor" val="tx"/>
                    </a:ext>
                  </a:extLst>
                </a:hlinkClick>
              </a:rPr>
              <a:t>OCLC</a:t>
            </a:r>
            <a:r>
              <a:rPr lang="en-GB" dirty="0"/>
              <a:t> </a:t>
            </a:r>
            <a:r>
              <a:rPr lang="en-GB" dirty="0">
                <a:hlinkClick r:id="rId7">
                  <a:extLst>
                    <a:ext uri="{A12FA001-AC4F-418D-AE19-62706E023703}">
                      <ahyp:hlinkClr xmlns:ahyp="http://schemas.microsoft.com/office/drawing/2018/hyperlinkcolor" val="tx"/>
                    </a:ext>
                  </a:extLst>
                </a:hlinkClick>
              </a:rPr>
              <a:t>23870230</a:t>
            </a:r>
            <a:r>
              <a:rPr lang="en-GB" dirty="0"/>
              <a:t>.</a:t>
            </a:r>
          </a:p>
          <a:p>
            <a:pPr marL="342900" lvl="1" indent="-342900">
              <a:buFont typeface="+mj-lt"/>
              <a:buAutoNum type="arabicPeriod"/>
            </a:pPr>
            <a:r>
              <a:rPr lang="en-GB" dirty="0"/>
              <a:t>Weinberg, Gerald M. (1993). Quality software management: Volume 2, First-Order Measurement. New York, N.Y.: Dorset House. </a:t>
            </a:r>
            <a:r>
              <a:rPr lang="en-GB" dirty="0">
                <a:hlinkClick r:id="rId2" tooltip="ISBN (identifier)">
                  <a:extLst>
                    <a:ext uri="{A12FA001-AC4F-418D-AE19-62706E023703}">
                      <ahyp:hlinkClr xmlns:ahyp="http://schemas.microsoft.com/office/drawing/2018/hyperlinkcolor" val="tx"/>
                    </a:ext>
                  </a:extLst>
                </a:hlinkClick>
              </a:rPr>
              <a:t>ISBN</a:t>
            </a:r>
            <a:r>
              <a:rPr lang="en-GB" dirty="0"/>
              <a:t> </a:t>
            </a:r>
            <a:r>
              <a:rPr lang="en-GB" dirty="0">
                <a:hlinkClick r:id="rId6" tooltip="Special:BookSources/0-932633-22-6">
                  <a:extLst>
                    <a:ext uri="{A12FA001-AC4F-418D-AE19-62706E023703}">
                      <ahyp:hlinkClr xmlns:ahyp="http://schemas.microsoft.com/office/drawing/2018/hyperlinkcolor" val="tx"/>
                    </a:ext>
                  </a:extLst>
                </a:hlinkClick>
              </a:rPr>
              <a:t>0-932633-22-6</a:t>
            </a:r>
            <a:r>
              <a:rPr lang="en-GB" dirty="0"/>
              <a:t>. </a:t>
            </a:r>
            <a:r>
              <a:rPr lang="en-GB" dirty="0">
                <a:hlinkClick r:id="rId4" tooltip="OCLC (identifier)">
                  <a:extLst>
                    <a:ext uri="{A12FA001-AC4F-418D-AE19-62706E023703}">
                      <ahyp:hlinkClr xmlns:ahyp="http://schemas.microsoft.com/office/drawing/2018/hyperlinkcolor" val="tx"/>
                    </a:ext>
                  </a:extLst>
                </a:hlinkClick>
              </a:rPr>
              <a:t>OCLC</a:t>
            </a:r>
            <a:r>
              <a:rPr lang="en-GB" dirty="0"/>
              <a:t> </a:t>
            </a:r>
            <a:r>
              <a:rPr lang="en-GB" dirty="0">
                <a:hlinkClick r:id="rId7">
                  <a:extLst>
                    <a:ext uri="{A12FA001-AC4F-418D-AE19-62706E023703}">
                      <ahyp:hlinkClr xmlns:ahyp="http://schemas.microsoft.com/office/drawing/2018/hyperlinkcolor" val="tx"/>
                    </a:ext>
                  </a:extLst>
                </a:hlinkClick>
              </a:rPr>
              <a:t>23870230</a:t>
            </a:r>
            <a:r>
              <a:rPr lang="en-GB" dirty="0"/>
              <a:t>.</a:t>
            </a:r>
          </a:p>
          <a:p>
            <a:pPr marL="342900" lvl="1" indent="-342900">
              <a:buFont typeface="+mj-lt"/>
              <a:buAutoNum type="arabicPeriod"/>
            </a:pPr>
            <a:r>
              <a:rPr lang="de-DE" dirty="0">
                <a:hlinkClick r:id="rId8"/>
              </a:rPr>
              <a:t>ISO / IEC 9126</a:t>
            </a:r>
            <a:endParaRPr lang="de-DE" dirty="0"/>
          </a:p>
          <a:p>
            <a:pPr marL="342900" lvl="1" indent="-342900">
              <a:buFont typeface="+mj-lt"/>
              <a:buAutoNum type="arabicPeriod"/>
            </a:pPr>
            <a:r>
              <a:rPr lang="de-DE" dirty="0">
                <a:hlinkClick r:id="rId9"/>
              </a:rPr>
              <a:t>ISO /IEC 25000</a:t>
            </a:r>
            <a:endParaRPr lang="de-DE" dirty="0"/>
          </a:p>
          <a:p>
            <a:pPr marL="342900" lvl="1" indent="-342900">
              <a:buFont typeface="+mj-lt"/>
              <a:buAutoNum type="arabicPeriod"/>
            </a:pPr>
            <a:r>
              <a:rPr lang="de-DE" dirty="0">
                <a:hlinkClick r:id="rId10"/>
              </a:rPr>
              <a:t>Consortium for IT Software Quality (CISQ)</a:t>
            </a:r>
            <a:endParaRPr lang="de-DE" dirty="0"/>
          </a:p>
          <a:p>
            <a:pPr marL="342900" lvl="1" indent="-342900">
              <a:buFont typeface="+mj-lt"/>
              <a:buAutoNum type="arabicPeriod"/>
            </a:pPr>
            <a:r>
              <a:rPr lang="de-DE" dirty="0">
                <a:hlinkClick r:id="rId11"/>
              </a:rPr>
              <a:t>List of software bugs</a:t>
            </a:r>
            <a:endParaRPr lang="de-DE" dirty="0"/>
          </a:p>
          <a:p>
            <a:pPr marL="342900" lvl="1" indent="-342900">
              <a:buFont typeface="+mj-lt"/>
              <a:buAutoNum type="arabicPeriod"/>
            </a:pPr>
            <a:endParaRPr lang="de-DE" dirty="0"/>
          </a:p>
          <a:p>
            <a:pPr lvl="1"/>
            <a:endParaRPr lang="en-GB" dirty="0"/>
          </a:p>
          <a:p>
            <a:pPr lvl="1"/>
            <a:endParaRPr lang="en-GB" dirty="0">
              <a:hlinkClick r:id="rId12"/>
            </a:endParaRPr>
          </a:p>
          <a:p>
            <a:pPr marL="342900" lvl="1" indent="-342900">
              <a:buFont typeface="+mj-lt"/>
              <a:buAutoNum type="arabicPeriod"/>
            </a:pPr>
            <a:endParaRPr lang="en-GB" dirty="0"/>
          </a:p>
          <a:p>
            <a:pPr lvl="1"/>
            <a:endParaRPr lang="en-GB" dirty="0"/>
          </a:p>
          <a:p>
            <a:pPr marL="342900" lvl="1" indent="-342900">
              <a:buFont typeface="+mj-lt"/>
              <a:buAutoNum type="arabicPeriod" startAt="4"/>
            </a:pPr>
            <a:endParaRPr lang="en-GB" dirty="0"/>
          </a:p>
          <a:p>
            <a:pPr marL="342900" lvl="1" indent="-342900">
              <a:buFont typeface="+mj-lt"/>
              <a:buAutoNum type="arabicPeriod" startAt="4"/>
            </a:pPr>
            <a:endParaRPr lang="en-GB" dirty="0"/>
          </a:p>
          <a:p>
            <a:pPr marL="342900" lvl="1" indent="-342900">
              <a:buFont typeface="+mj-lt"/>
              <a:buAutoNum type="arabicPeriod" startAt="4"/>
            </a:pPr>
            <a:endParaRPr lang="en-GB" dirty="0"/>
          </a:p>
          <a:p>
            <a:pPr marL="342900" lvl="1" indent="-342900">
              <a:buFont typeface="+mj-lt"/>
              <a:buAutoNum type="arabicPeriod" startAt="4"/>
            </a:pPr>
            <a:endParaRPr lang="de-DE" dirty="0"/>
          </a:p>
          <a:p>
            <a:pPr marL="180000" lvl="3" indent="0">
              <a:buNone/>
            </a:pPr>
            <a:endParaRPr lang="de-DE" dirty="0"/>
          </a:p>
        </p:txBody>
      </p:sp>
    </p:spTree>
    <p:extLst>
      <p:ext uri="{BB962C8B-B14F-4D97-AF65-F5344CB8AC3E}">
        <p14:creationId xmlns:p14="http://schemas.microsoft.com/office/powerpoint/2010/main" val="22413627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BFDFF-58F8-8165-27F8-2DC1721D4851}"/>
              </a:ext>
            </a:extLst>
          </p:cNvPr>
          <p:cNvSpPr>
            <a:spLocks noGrp="1"/>
          </p:cNvSpPr>
          <p:nvPr>
            <p:ph type="title"/>
          </p:nvPr>
        </p:nvSpPr>
        <p:spPr bwMode="gray">
          <a:xfrm>
            <a:off x="570330" y="371905"/>
            <a:ext cx="10512000" cy="498598"/>
          </a:xfrm>
        </p:spPr>
        <p:txBody>
          <a:bodyPr/>
          <a:lstStyle/>
          <a:p>
            <a:r>
              <a:rPr lang="de-DE" dirty="0" err="1"/>
              <a:t>Tips</a:t>
            </a:r>
            <a:endParaRPr lang="de-DE" dirty="0"/>
          </a:p>
        </p:txBody>
      </p:sp>
      <p:sp>
        <p:nvSpPr>
          <p:cNvPr id="3" name="Footer Placeholder 2">
            <a:extLst>
              <a:ext uri="{FF2B5EF4-FFF2-40B4-BE49-F238E27FC236}">
                <a16:creationId xmlns:a16="http://schemas.microsoft.com/office/drawing/2014/main" id="{808D41D4-3B88-D9D4-3FD5-39C81EBFB923}"/>
              </a:ext>
            </a:extLst>
          </p:cNvPr>
          <p:cNvSpPr>
            <a:spLocks noGrp="1"/>
          </p:cNvSpPr>
          <p:nvPr>
            <p:ph type="ftr" sz="quarter" idx="10"/>
          </p:nvPr>
        </p:nvSpPr>
        <p:spPr bwMode="gray"/>
        <p:txBody>
          <a:bodyPr/>
          <a:lstStyle/>
          <a:p>
            <a:r>
              <a:rPr lang="de-DE" dirty="0"/>
              <a:t>Hier steht der übergeordnete Präsentationstitel (Einfügen → Kopf- und Fußzeile)</a:t>
            </a:r>
          </a:p>
        </p:txBody>
      </p:sp>
      <p:sp>
        <p:nvSpPr>
          <p:cNvPr id="4" name="Slide Number Placeholder 3">
            <a:extLst>
              <a:ext uri="{FF2B5EF4-FFF2-40B4-BE49-F238E27FC236}">
                <a16:creationId xmlns:a16="http://schemas.microsoft.com/office/drawing/2014/main" id="{4FBF9FA6-0FB3-D725-43FE-7CFFA7DC7AC7}"/>
              </a:ext>
            </a:extLst>
          </p:cNvPr>
          <p:cNvSpPr>
            <a:spLocks noGrp="1"/>
          </p:cNvSpPr>
          <p:nvPr>
            <p:ph type="sldNum" sz="quarter" idx="11"/>
          </p:nvPr>
        </p:nvSpPr>
        <p:spPr bwMode="gray"/>
        <p:txBody>
          <a:bodyPr/>
          <a:lstStyle/>
          <a:p>
            <a:fld id="{5438FF58-A5B1-455A-BA0C-D8E0E4C71076}" type="slidenum">
              <a:rPr lang="de-DE" smtClean="0"/>
              <a:pPr/>
              <a:t>35</a:t>
            </a:fld>
            <a:endParaRPr lang="de-DE" dirty="0"/>
          </a:p>
        </p:txBody>
      </p:sp>
      <p:sp>
        <p:nvSpPr>
          <p:cNvPr id="5" name="Text Placeholder 4">
            <a:extLst>
              <a:ext uri="{FF2B5EF4-FFF2-40B4-BE49-F238E27FC236}">
                <a16:creationId xmlns:a16="http://schemas.microsoft.com/office/drawing/2014/main" id="{654DE9D1-5746-FABD-4A8B-0B8BC601E17F}"/>
              </a:ext>
            </a:extLst>
          </p:cNvPr>
          <p:cNvSpPr>
            <a:spLocks noGrp="1"/>
          </p:cNvSpPr>
          <p:nvPr>
            <p:ph type="body" sz="quarter" idx="12"/>
          </p:nvPr>
        </p:nvSpPr>
        <p:spPr bwMode="gray">
          <a:xfrm>
            <a:off x="832919" y="1158844"/>
            <a:ext cx="10512000" cy="5077952"/>
          </a:xfrm>
        </p:spPr>
        <p:txBody>
          <a:bodyPr/>
          <a:lstStyle/>
          <a:p>
            <a:pPr marL="342900" lvl="1" indent="-342900">
              <a:buFont typeface="+mj-lt"/>
              <a:buAutoNum type="arabicPeriod"/>
            </a:pPr>
            <a:r>
              <a:rPr lang="en-GB" dirty="0"/>
              <a:t>Lifelong learning</a:t>
            </a:r>
          </a:p>
          <a:p>
            <a:pPr marL="342900" lvl="1" indent="-342900">
              <a:buFont typeface="+mj-lt"/>
              <a:buAutoNum type="arabicPeriod"/>
            </a:pPr>
            <a:r>
              <a:rPr lang="en-GB" dirty="0"/>
              <a:t>Please consider the depth and width of your knowledge target seriously. Then plan your learning path.</a:t>
            </a:r>
          </a:p>
          <a:p>
            <a:pPr marL="342900" lvl="1" indent="-342900">
              <a:buFont typeface="+mj-lt"/>
              <a:buAutoNum type="arabicPeriod"/>
            </a:pPr>
            <a:r>
              <a:rPr lang="en-GB" dirty="0"/>
              <a:t>Could we have a software system (such as an AI LLM?) to automate this OOA and OOD process? and why?</a:t>
            </a:r>
          </a:p>
          <a:p>
            <a:pPr lvl="2" indent="0">
              <a:buNone/>
            </a:pPr>
            <a:r>
              <a:rPr lang="en-GB" dirty="0"/>
              <a:t>3.1 Natural Language Understanding</a:t>
            </a:r>
          </a:p>
          <a:p>
            <a:pPr lvl="2" indent="0">
              <a:buNone/>
            </a:pPr>
            <a:r>
              <a:rPr lang="en-GB" dirty="0"/>
              <a:t>3.2 Common sense</a:t>
            </a:r>
          </a:p>
          <a:p>
            <a:pPr lvl="2" indent="0">
              <a:buNone/>
            </a:pPr>
            <a:r>
              <a:rPr lang="en-GB" dirty="0"/>
              <a:t>3.3. Ambiguous / Fuzzy / Contradictory knowledge/requirement</a:t>
            </a:r>
          </a:p>
          <a:p>
            <a:pPr marL="342900" lvl="1" indent="-342900">
              <a:buFont typeface="+mj-lt"/>
              <a:buAutoNum type="arabicPeriod"/>
            </a:pPr>
            <a:endParaRPr lang="en-GB" dirty="0"/>
          </a:p>
          <a:p>
            <a:pPr marL="342900" lvl="1" indent="-342900">
              <a:buFont typeface="+mj-lt"/>
              <a:buAutoNum type="arabicPeriod"/>
            </a:pPr>
            <a:endParaRPr lang="en-GB" dirty="0"/>
          </a:p>
          <a:p>
            <a:pPr marL="342900" lvl="1" indent="-342900">
              <a:buFont typeface="+mj-lt"/>
              <a:buAutoNum type="arabicPeriod"/>
            </a:pPr>
            <a:endParaRPr lang="de-DE" dirty="0"/>
          </a:p>
          <a:p>
            <a:pPr marL="180000" lvl="3" indent="0">
              <a:buNone/>
            </a:pPr>
            <a:endParaRPr lang="de-DE" dirty="0"/>
          </a:p>
        </p:txBody>
      </p:sp>
    </p:spTree>
    <p:extLst>
      <p:ext uri="{BB962C8B-B14F-4D97-AF65-F5344CB8AC3E}">
        <p14:creationId xmlns:p14="http://schemas.microsoft.com/office/powerpoint/2010/main" val="7576698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13C607D-14A5-8C01-AA60-148C0EE74E9A}"/>
              </a:ext>
            </a:extLst>
          </p:cNvPr>
          <p:cNvSpPr>
            <a:spLocks noGrp="1"/>
          </p:cNvSpPr>
          <p:nvPr>
            <p:ph type="body" sz="quarter" idx="12"/>
          </p:nvPr>
        </p:nvSpPr>
        <p:spPr>
          <a:xfrm>
            <a:off x="1956000" y="1957116"/>
            <a:ext cx="8280000" cy="2659190"/>
          </a:xfrm>
        </p:spPr>
        <p:txBody>
          <a:bodyPr/>
          <a:lstStyle/>
          <a:p>
            <a:pPr marL="457200" lvl="1" indent="0" algn="ctr">
              <a:buNone/>
            </a:pPr>
            <a:r>
              <a:rPr lang="de-DE" dirty="0"/>
              <a:t>Questions?</a:t>
            </a:r>
          </a:p>
          <a:p>
            <a:pPr marL="457200" lvl="1" indent="0" algn="ctr">
              <a:buNone/>
            </a:pPr>
            <a:endParaRPr lang="de-DE" dirty="0"/>
          </a:p>
          <a:p>
            <a:pPr marL="457200" lvl="1" indent="0" algn="ctr">
              <a:buNone/>
            </a:pPr>
            <a:endParaRPr lang="de-DE" dirty="0"/>
          </a:p>
          <a:p>
            <a:pPr marL="457200" lvl="1" indent="0" algn="ctr">
              <a:buNone/>
            </a:pPr>
            <a:r>
              <a:rPr lang="de-DE" sz="4800" dirty="0" err="1"/>
              <a:t>Thank</a:t>
            </a:r>
            <a:r>
              <a:rPr lang="de-DE" sz="4800" dirty="0"/>
              <a:t> </a:t>
            </a:r>
            <a:r>
              <a:rPr lang="de-DE" sz="4800" dirty="0" err="1"/>
              <a:t>You</a:t>
            </a:r>
            <a:r>
              <a:rPr lang="de-DE" sz="4800" dirty="0"/>
              <a:t> </a:t>
            </a:r>
            <a:r>
              <a:rPr lang="de-DE" sz="4800" dirty="0" err="1"/>
              <a:t>For</a:t>
            </a:r>
            <a:r>
              <a:rPr lang="de-DE" sz="4800" dirty="0"/>
              <a:t> </a:t>
            </a:r>
            <a:r>
              <a:rPr lang="de-DE" sz="4800" dirty="0" err="1"/>
              <a:t>Attendance</a:t>
            </a:r>
            <a:r>
              <a:rPr lang="de-DE" sz="4800" dirty="0"/>
              <a:t>!</a:t>
            </a:r>
            <a:endParaRPr lang="en-GB" sz="4800" dirty="0"/>
          </a:p>
        </p:txBody>
      </p:sp>
    </p:spTree>
    <p:extLst>
      <p:ext uri="{BB962C8B-B14F-4D97-AF65-F5344CB8AC3E}">
        <p14:creationId xmlns:p14="http://schemas.microsoft.com/office/powerpoint/2010/main" val="125226862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Riverty PPT Master (Haze)">
  <a:themeElements>
    <a:clrScheme name="riverty 2022">
      <a:dk1>
        <a:srgbClr val="282828"/>
      </a:dk1>
      <a:lt1>
        <a:srgbClr val="F3F1F0"/>
      </a:lt1>
      <a:dk2>
        <a:srgbClr val="686868"/>
      </a:dk2>
      <a:lt2>
        <a:srgbClr val="C9C9C9"/>
      </a:lt2>
      <a:accent1>
        <a:srgbClr val="527A42"/>
      </a:accent1>
      <a:accent2>
        <a:srgbClr val="282828"/>
      </a:accent2>
      <a:accent3>
        <a:srgbClr val="E7E4E2"/>
      </a:accent3>
      <a:accent4>
        <a:srgbClr val="EF706B"/>
      </a:accent4>
      <a:accent5>
        <a:srgbClr val="F49B97"/>
      </a:accent5>
      <a:accent6>
        <a:srgbClr val="86A27B"/>
      </a:accent6>
      <a:hlink>
        <a:srgbClr val="282828"/>
      </a:hlink>
      <a:folHlink>
        <a:srgbClr val="686868"/>
      </a:folHlink>
    </a:clrScheme>
    <a:fontScheme name="riverty 2022">
      <a:majorFont>
        <a:latin typeface="Skeena"/>
        <a:ea typeface=""/>
        <a:cs typeface=""/>
      </a:majorFont>
      <a:minorFont>
        <a:latin typeface="Skee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lIns="72000" tIns="72000" rIns="72000" bIns="72000" rtlCol="0" anchor="t"/>
      <a:lstStyle>
        <a:defPPr marL="180000" indent="-180000" algn="l">
          <a:spcBef>
            <a:spcPts val="600"/>
          </a:spcBef>
          <a:buFont typeface="Wingdings" panose="05000000000000000000" pitchFamily="2" charset="2"/>
          <a:buChar char="§"/>
          <a:defRPr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180000" indent="-180000" algn="l">
          <a:spcBef>
            <a:spcPts val="600"/>
          </a:spcBef>
          <a:buFont typeface="Wingdings" panose="05000000000000000000" pitchFamily="2" charset="2"/>
          <a:buChar char="§"/>
          <a:defRPr dirty="0" err="1" smtClean="0"/>
        </a:defPPr>
      </a:lstStyle>
    </a:txDef>
  </a:objectDefaults>
  <a:extraClrSchemeLst/>
  <a:custClrLst>
    <a:custClr>
      <a:srgbClr val="FFFFFF"/>
    </a:custClr>
    <a:custClr>
      <a:srgbClr val="F9C6C4"/>
    </a:custClr>
    <a:custClr>
      <a:srgbClr val="CBD7C6"/>
    </a:custClr>
  </a:custClrLst>
  <a:extLst>
    <a:ext uri="{05A4C25C-085E-4340-85A3-A5531E510DB2}">
      <thm15:themeFamily xmlns:thm15="http://schemas.microsoft.com/office/thememl/2012/main" name="Riverty_Master und Musterfolien_scr02.potx" id="{C3730BA8-3599-41ED-872F-7036A902CA2A}" vid="{B004AC05-DFC4-42E6-A584-0EAFAEC55952}"/>
    </a:ext>
  </a:extLst>
</a:theme>
</file>

<file path=ppt/theme/theme2.xml><?xml version="1.0" encoding="utf-8"?>
<a:theme xmlns:a="http://schemas.openxmlformats.org/drawingml/2006/main" name="Riverty PPT Master (Vanguard)">
  <a:themeElements>
    <a:clrScheme name="riverty 2022">
      <a:dk1>
        <a:srgbClr val="282828"/>
      </a:dk1>
      <a:lt1>
        <a:srgbClr val="F3F1F0"/>
      </a:lt1>
      <a:dk2>
        <a:srgbClr val="686868"/>
      </a:dk2>
      <a:lt2>
        <a:srgbClr val="C9C9C9"/>
      </a:lt2>
      <a:accent1>
        <a:srgbClr val="527A42"/>
      </a:accent1>
      <a:accent2>
        <a:srgbClr val="282828"/>
      </a:accent2>
      <a:accent3>
        <a:srgbClr val="E7E4E2"/>
      </a:accent3>
      <a:accent4>
        <a:srgbClr val="EF706B"/>
      </a:accent4>
      <a:accent5>
        <a:srgbClr val="F49B97"/>
      </a:accent5>
      <a:accent6>
        <a:srgbClr val="86A27B"/>
      </a:accent6>
      <a:hlink>
        <a:srgbClr val="282828"/>
      </a:hlink>
      <a:folHlink>
        <a:srgbClr val="686868"/>
      </a:folHlink>
    </a:clrScheme>
    <a:fontScheme name="riverty 2022">
      <a:majorFont>
        <a:latin typeface="Skeena"/>
        <a:ea typeface=""/>
        <a:cs typeface=""/>
      </a:majorFont>
      <a:minorFont>
        <a:latin typeface="Skee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lIns="72000" tIns="72000" rIns="72000" bIns="72000" rtlCol="0" anchor="t"/>
      <a:lstStyle>
        <a:defPPr marL="180000" indent="-180000" algn="l">
          <a:spcBef>
            <a:spcPts val="600"/>
          </a:spcBef>
          <a:buFont typeface="Wingdings" panose="05000000000000000000" pitchFamily="2" charset="2"/>
          <a:buChar cha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180000" indent="-180000" algn="l">
          <a:spcBef>
            <a:spcPts val="600"/>
          </a:spcBef>
          <a:buFont typeface="Wingdings" panose="05000000000000000000" pitchFamily="2" charset="2"/>
          <a:buChar char="§"/>
          <a:defRPr dirty="0" err="1" smtClean="0">
            <a:solidFill>
              <a:schemeClr val="bg1"/>
            </a:solidFill>
          </a:defRPr>
        </a:defPPr>
      </a:lstStyle>
    </a:txDef>
  </a:objectDefaults>
  <a:extraClrSchemeLst/>
  <a:custClrLst>
    <a:custClr>
      <a:srgbClr val="FFFFFF"/>
    </a:custClr>
    <a:custClr>
      <a:srgbClr val="F9C6C4"/>
    </a:custClr>
    <a:custClr>
      <a:srgbClr val="CBD7C6"/>
    </a:custClr>
  </a:custClrLst>
  <a:extLst>
    <a:ext uri="{05A4C25C-085E-4340-85A3-A5531E510DB2}">
      <thm15:themeFamily xmlns:thm15="http://schemas.microsoft.com/office/thememl/2012/main" name="Riverty_Master und Musterfolien_scr02.potx" id="{C3730BA8-3599-41ED-872F-7036A902CA2A}" vid="{B258800F-404B-4ADF-BAD9-9B6F1458D797}"/>
    </a:ext>
  </a:extLst>
</a:theme>
</file>

<file path=ppt/theme/theme3.xml><?xml version="1.0" encoding="utf-8"?>
<a:theme xmlns:a="http://schemas.openxmlformats.org/drawingml/2006/main" name="Riverty PPT Master (Charcoal)">
  <a:themeElements>
    <a:clrScheme name="riverty 2022">
      <a:dk1>
        <a:srgbClr val="282828"/>
      </a:dk1>
      <a:lt1>
        <a:srgbClr val="F3F1F0"/>
      </a:lt1>
      <a:dk2>
        <a:srgbClr val="686868"/>
      </a:dk2>
      <a:lt2>
        <a:srgbClr val="C9C9C9"/>
      </a:lt2>
      <a:accent1>
        <a:srgbClr val="527A42"/>
      </a:accent1>
      <a:accent2>
        <a:srgbClr val="282828"/>
      </a:accent2>
      <a:accent3>
        <a:srgbClr val="E7E4E2"/>
      </a:accent3>
      <a:accent4>
        <a:srgbClr val="EF706B"/>
      </a:accent4>
      <a:accent5>
        <a:srgbClr val="F49B97"/>
      </a:accent5>
      <a:accent6>
        <a:srgbClr val="86A27B"/>
      </a:accent6>
      <a:hlink>
        <a:srgbClr val="282828"/>
      </a:hlink>
      <a:folHlink>
        <a:srgbClr val="686868"/>
      </a:folHlink>
    </a:clrScheme>
    <a:fontScheme name="riverty 2022">
      <a:majorFont>
        <a:latin typeface="Skeena"/>
        <a:ea typeface=""/>
        <a:cs typeface=""/>
      </a:majorFont>
      <a:minorFont>
        <a:latin typeface="Skee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72000" tIns="72000" rIns="72000" bIns="72000" rtlCol="0" anchor="t"/>
      <a:lstStyle>
        <a:defPPr marL="180000" indent="-180000" algn="l">
          <a:spcBef>
            <a:spcPts val="600"/>
          </a:spcBef>
          <a:buFont typeface="Wingdings" panose="05000000000000000000" pitchFamily="2" charset="2"/>
          <a:buChar char="§"/>
          <a:defRPr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180000" indent="-180000" algn="l">
          <a:spcBef>
            <a:spcPts val="600"/>
          </a:spcBef>
          <a:buFont typeface="Wingdings" panose="05000000000000000000" pitchFamily="2" charset="2"/>
          <a:buChar char="§"/>
          <a:defRPr dirty="0" err="1" smtClean="0">
            <a:solidFill>
              <a:schemeClr val="bg1"/>
            </a:solidFill>
          </a:defRPr>
        </a:defPPr>
      </a:lstStyle>
    </a:txDef>
  </a:objectDefaults>
  <a:extraClrSchemeLst/>
  <a:custClrLst>
    <a:custClr>
      <a:srgbClr val="FFFFFF"/>
    </a:custClr>
    <a:custClr>
      <a:srgbClr val="F9C6C4"/>
    </a:custClr>
    <a:custClr>
      <a:srgbClr val="CBD7C6"/>
    </a:custClr>
  </a:custClrLst>
  <a:extLst>
    <a:ext uri="{05A4C25C-085E-4340-85A3-A5531E510DB2}">
      <thm15:themeFamily xmlns:thm15="http://schemas.microsoft.com/office/thememl/2012/main" name="Riverty_Master und Musterfolien_scr02.potx" id="{C3730BA8-3599-41ED-872F-7036A902CA2A}" vid="{258DFB4D-E26B-4CEC-92D4-8D1E95DE0566}"/>
    </a:ext>
  </a:extLst>
</a:theme>
</file>

<file path=ppt/theme/theme4.xml><?xml version="1.0" encoding="utf-8"?>
<a:theme xmlns:a="http://schemas.openxmlformats.org/drawingml/2006/main" name="Office Theme">
  <a:themeElements>
    <a:clrScheme name="riverty 2022">
      <a:dk1>
        <a:srgbClr val="282828"/>
      </a:dk1>
      <a:lt1>
        <a:srgbClr val="F3F1F0"/>
      </a:lt1>
      <a:dk2>
        <a:srgbClr val="686868"/>
      </a:dk2>
      <a:lt2>
        <a:srgbClr val="C9C9C9"/>
      </a:lt2>
      <a:accent1>
        <a:srgbClr val="527A42"/>
      </a:accent1>
      <a:accent2>
        <a:srgbClr val="282828"/>
      </a:accent2>
      <a:accent3>
        <a:srgbClr val="E7E4E2"/>
      </a:accent3>
      <a:accent4>
        <a:srgbClr val="EF706B"/>
      </a:accent4>
      <a:accent5>
        <a:srgbClr val="F49B97"/>
      </a:accent5>
      <a:accent6>
        <a:srgbClr val="86A27B"/>
      </a:accent6>
      <a:hlink>
        <a:srgbClr val="282828"/>
      </a:hlink>
      <a:folHlink>
        <a:srgbClr val="686868"/>
      </a:folHlink>
    </a:clrScheme>
    <a:fontScheme name="riverty 2022">
      <a:majorFont>
        <a:latin typeface="Skeena"/>
        <a:ea typeface=""/>
        <a:cs typeface=""/>
      </a:majorFont>
      <a:minorFont>
        <a:latin typeface="Skee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riverty 2022">
      <a:dk1>
        <a:srgbClr val="282828"/>
      </a:dk1>
      <a:lt1>
        <a:srgbClr val="F3F1F0"/>
      </a:lt1>
      <a:dk2>
        <a:srgbClr val="686868"/>
      </a:dk2>
      <a:lt2>
        <a:srgbClr val="C9C9C9"/>
      </a:lt2>
      <a:accent1>
        <a:srgbClr val="527A42"/>
      </a:accent1>
      <a:accent2>
        <a:srgbClr val="282828"/>
      </a:accent2>
      <a:accent3>
        <a:srgbClr val="E7E4E2"/>
      </a:accent3>
      <a:accent4>
        <a:srgbClr val="EF706B"/>
      </a:accent4>
      <a:accent5>
        <a:srgbClr val="F49B97"/>
      </a:accent5>
      <a:accent6>
        <a:srgbClr val="86A27B"/>
      </a:accent6>
      <a:hlink>
        <a:srgbClr val="282828"/>
      </a:hlink>
      <a:folHlink>
        <a:srgbClr val="686868"/>
      </a:folHlink>
    </a:clrScheme>
    <a:fontScheme name="riverty 2022">
      <a:majorFont>
        <a:latin typeface="Skeena"/>
        <a:ea typeface=""/>
        <a:cs typeface=""/>
      </a:majorFont>
      <a:minorFont>
        <a:latin typeface="Skee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Async Programming in C#</Template>
  <TotalTime>1620</TotalTime>
  <Words>3559</Words>
  <Application>Microsoft Macintosh PowerPoint</Application>
  <PresentationFormat>Widescreen</PresentationFormat>
  <Paragraphs>326</Paragraphs>
  <Slides>36</Slides>
  <Notes>7</Notes>
  <HiddenSlides>0</HiddenSlides>
  <MMClips>0</MMClips>
  <ScaleCrop>false</ScaleCrop>
  <HeadingPairs>
    <vt:vector size="8" baseType="variant">
      <vt:variant>
        <vt:lpstr>Fonts Used</vt:lpstr>
      </vt:variant>
      <vt:variant>
        <vt:i4>6</vt:i4>
      </vt:variant>
      <vt:variant>
        <vt:lpstr>Theme</vt:lpstr>
      </vt:variant>
      <vt:variant>
        <vt:i4>3</vt:i4>
      </vt:variant>
      <vt:variant>
        <vt:lpstr>Embedded OLE Servers</vt:lpstr>
      </vt:variant>
      <vt:variant>
        <vt:i4>1</vt:i4>
      </vt:variant>
      <vt:variant>
        <vt:lpstr>Slide Titles</vt:lpstr>
      </vt:variant>
      <vt:variant>
        <vt:i4>36</vt:i4>
      </vt:variant>
    </vt:vector>
  </HeadingPairs>
  <TitlesOfParts>
    <vt:vector size="46" baseType="lpstr">
      <vt:lpstr>Arial</vt:lpstr>
      <vt:lpstr>Courier New</vt:lpstr>
      <vt:lpstr>Segoe UI</vt:lpstr>
      <vt:lpstr>Skeena</vt:lpstr>
      <vt:lpstr>Symbol</vt:lpstr>
      <vt:lpstr>Wingdings</vt:lpstr>
      <vt:lpstr>Riverty PPT Master (Haze)</vt:lpstr>
      <vt:lpstr>Riverty PPT Master (Vanguard)</vt:lpstr>
      <vt:lpstr>Riverty PPT Master (Charcoal)</vt:lpstr>
      <vt:lpstr>think-cell Slide</vt:lpstr>
      <vt:lpstr>How to Generate a High Quality Software System?</vt:lpstr>
      <vt:lpstr>PowerPoint Presentation</vt:lpstr>
      <vt:lpstr>1 Why we care the Software Quality?</vt:lpstr>
      <vt:lpstr>1 Why we care the Software Quality?</vt:lpstr>
      <vt:lpstr>2. What is Software Quality?</vt:lpstr>
      <vt:lpstr>2. What is Software Quality?</vt:lpstr>
      <vt:lpstr>2 What is Software Quality - Size</vt:lpstr>
      <vt:lpstr>3 How to High Quality? - Reliability</vt:lpstr>
      <vt:lpstr>3 How to High Quality? - Efficiency</vt:lpstr>
      <vt:lpstr>3 How to High Quality? - Security</vt:lpstr>
      <vt:lpstr>3 How to High Quality? - Maintainability</vt:lpstr>
      <vt:lpstr>3 How to High Quality? – Programming errors</vt:lpstr>
      <vt:lpstr>3 How to High Quality? – Web site</vt:lpstr>
      <vt:lpstr>4 Case studies in Object-Oriented Analysis &amp; Design</vt:lpstr>
      <vt:lpstr>4 Case studies in Object-Oriented Analysis &amp; Design – Software development history</vt:lpstr>
      <vt:lpstr>4 Case studies – Separation of Concerns</vt:lpstr>
      <vt:lpstr>4 Case studies – Separation of Concerns</vt:lpstr>
      <vt:lpstr>4 Case studies – Object-Orientation</vt:lpstr>
      <vt:lpstr>4 Case studies – Object-Oriented Analysis (OOA)</vt:lpstr>
      <vt:lpstr>4 Case studies – Object-Oriented Design (OOD)</vt:lpstr>
      <vt:lpstr>5. OAuth2 Authorization Grant</vt:lpstr>
      <vt:lpstr>5.1. OAuth2 Authorization Grant - password</vt:lpstr>
      <vt:lpstr>5.1. OAuth2 Authorization Grant - password</vt:lpstr>
      <vt:lpstr>5.2. OAuth2 Authorization Grant – client credential</vt:lpstr>
      <vt:lpstr>5.3. OAuth2 Authorization Grant – Authorization Code with PKCE</vt:lpstr>
      <vt:lpstr>5.3. OAuth2 Authorization Grant – Authorization Code with PKCE</vt:lpstr>
      <vt:lpstr>5.4. OAuth2 Authorization Grant - Implicit</vt:lpstr>
      <vt:lpstr>5.4. OAuth2 Authorization Grant - Implicit</vt:lpstr>
      <vt:lpstr>6. Demo one OAuth2 Server – Azure AD</vt:lpstr>
      <vt:lpstr>7. Demo OAuth2 Client - Code</vt:lpstr>
      <vt:lpstr>8. Demo OAuth2 Client - Postman</vt:lpstr>
      <vt:lpstr>9. List OAuth2 Servers</vt:lpstr>
      <vt:lpstr>10. Next Step</vt:lpstr>
      <vt:lpstr>References</vt:lpstr>
      <vt:lpstr>Tips</vt:lpstr>
      <vt:lpstr>PowerPoint Presentation</vt:lpstr>
    </vt:vector>
  </TitlesOfParts>
  <Manager>Vorname Nachname</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Async Programming  in C#</dc:title>
  <dc:creator>Yang, Han</dc:creator>
  <dc:description>Optimiert für die PowerPoint Version Office 365</dc:description>
  <cp:lastModifiedBy>Han Yang</cp:lastModifiedBy>
  <cp:revision>183</cp:revision>
  <dcterms:created xsi:type="dcterms:W3CDTF">2023-11-30T10:34:55Z</dcterms:created>
  <dcterms:modified xsi:type="dcterms:W3CDTF">2025-07-23T19:51:10Z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1eb46ce-67e3-4023-9bb7-2cf97845c0ca_Enabled">
    <vt:lpwstr>true</vt:lpwstr>
  </property>
  <property fmtid="{D5CDD505-2E9C-101B-9397-08002B2CF9AE}" pid="3" name="MSIP_Label_d1eb46ce-67e3-4023-9bb7-2cf97845c0ca_SetDate">
    <vt:lpwstr>2023-11-30T11:36:25Z</vt:lpwstr>
  </property>
  <property fmtid="{D5CDD505-2E9C-101B-9397-08002B2CF9AE}" pid="4" name="MSIP_Label_d1eb46ce-67e3-4023-9bb7-2cf97845c0ca_Method">
    <vt:lpwstr>Standard</vt:lpwstr>
  </property>
  <property fmtid="{D5CDD505-2E9C-101B-9397-08002B2CF9AE}" pid="5" name="MSIP_Label_d1eb46ce-67e3-4023-9bb7-2cf97845c0ca_Name">
    <vt:lpwstr>d1eb46ce-67e3-4023-9bb7-2cf97845c0ca</vt:lpwstr>
  </property>
  <property fmtid="{D5CDD505-2E9C-101B-9397-08002B2CF9AE}" pid="6" name="MSIP_Label_d1eb46ce-67e3-4023-9bb7-2cf97845c0ca_SiteId">
    <vt:lpwstr>1ca8bd94-3c97-4fc6-8955-bad266b43f0b</vt:lpwstr>
  </property>
  <property fmtid="{D5CDD505-2E9C-101B-9397-08002B2CF9AE}" pid="7" name="MSIP_Label_d1eb46ce-67e3-4023-9bb7-2cf97845c0ca_ActionId">
    <vt:lpwstr>99f273e5-6de9-4ffb-9eff-5589f0871ae7</vt:lpwstr>
  </property>
  <property fmtid="{D5CDD505-2E9C-101B-9397-08002B2CF9AE}" pid="8" name="MSIP_Label_d1eb46ce-67e3-4023-9bb7-2cf97845c0ca_ContentBits">
    <vt:lpwstr>0</vt:lpwstr>
  </property>
</Properties>
</file>